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9" r:id="rId6"/>
    <p:sldId id="261" r:id="rId7"/>
    <p:sldId id="270" r:id="rId8"/>
    <p:sldId id="271" r:id="rId9"/>
    <p:sldId id="278" r:id="rId10"/>
    <p:sldId id="266" r:id="rId11"/>
    <p:sldId id="267" r:id="rId12"/>
    <p:sldId id="269" r:id="rId13"/>
    <p:sldId id="262" r:id="rId14"/>
    <p:sldId id="263" r:id="rId15"/>
    <p:sldId id="264" r:id="rId16"/>
  </p:sldIdLst>
  <p:sldSz cx="18288000" cy="10287000"/>
  <p:notesSz cx="6858000" cy="9144000"/>
  <p:embeddedFontLst>
    <p:embeddedFont>
      <p:font typeface="DM Sans" panose="020B0604020202020204" charset="0"/>
      <p:regular r:id="rId18"/>
      <p:bold r:id="rId19"/>
      <p:italic r:id="rId20"/>
      <p:boldItalic r:id="rId21"/>
    </p:embeddedFont>
    <p:embeddedFont>
      <p:font typeface="DM Sans Black" panose="020B0604020202020204" charset="0"/>
      <p:bold r:id="rId22"/>
      <p:boldItalic r:id="rId23"/>
    </p:embeddedFont>
    <p:embeddedFont>
      <p:font typeface="DM Sans ExtraLight" panose="020B0604020202020204" charset="0"/>
      <p:regular r:id="rId24"/>
      <p:bold r:id="rId25"/>
      <p:italic r:id="rId26"/>
      <p:boldItalic r:id="rId27"/>
    </p:embeddedFont>
    <p:embeddedFont>
      <p:font typeface="DM Sans Light" panose="020B0604020202020204" charset="0"/>
      <p:regular r:id="rId28"/>
      <p:bold r:id="rId29"/>
      <p:italic r:id="rId30"/>
      <p:boldItalic r:id="rId31"/>
    </p:embeddedFont>
    <p:embeddedFont>
      <p:font typeface="DM Sans SemiBold" panose="020B0604020202020204" charset="0"/>
      <p:regular r:id="rId32"/>
      <p:bold r:id="rId33"/>
      <p:italic r:id="rId34"/>
      <p:boldItalic r:id="rId35"/>
    </p:embeddedFont>
    <p:embeddedFont>
      <p:font typeface="Helvetica Neue" panose="020B0604020202020204" charset="0"/>
      <p:regular r:id="rId36"/>
      <p:bold r:id="rId37"/>
      <p:italic r:id="rId38"/>
      <p:boldItalic r:id="rId39"/>
    </p:embeddedFont>
    <p:embeddedFont>
      <p:font typeface="Play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834" y="288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96914d2d1_0_10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g3a96914d2d1_0_1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e24b5c77d_0_3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g3ae24b5c77d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96914d2d1_0_4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g3a96914d2d1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ccfc1d022_0_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g3accfc1d02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50422A6C-2145-86B8-2690-F815F6F6E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ccfc1d022_0_10:notes">
            <a:extLst>
              <a:ext uri="{FF2B5EF4-FFF2-40B4-BE49-F238E27FC236}">
                <a16:creationId xmlns:a16="http://schemas.microsoft.com/office/drawing/2014/main" id="{90D0067B-2D3C-73E1-B278-51DF2061C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g3accfc1d022_0_10:notes">
            <a:extLst>
              <a:ext uri="{FF2B5EF4-FFF2-40B4-BE49-F238E27FC236}">
                <a16:creationId xmlns:a16="http://schemas.microsoft.com/office/drawing/2014/main" id="{CA619E51-AA52-4753-7083-EB3B74DE7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6425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“O ad server é a tecnologia que garante que o anúncio certo apareça, no lugar certo, para a pessoa certa, além de medir tudo o que acontece depois.”</a:t>
            </a:r>
          </a:p>
        </p:txBody>
      </p:sp>
      <p:sp>
        <p:nvSpPr>
          <p:cNvPr id="145" name="Google Shape;145;g3ae24b5c77d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E14B57F0-A51F-9DCE-FF45-BB96D6BE4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6368BC76-CEC5-D993-0940-F30A0DBA2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7BE95579-43D4-0AB3-5B67-E6E0D6C44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304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0BB6C2C5-CB65-AE4C-8945-BA78C87D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A3DF48B7-E61A-FA33-D3A2-DFD3F53E2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“A </a:t>
            </a:r>
            <a:r>
              <a:rPr lang="pt-BR" dirty="0" err="1"/>
              <a:t>tag</a:t>
            </a:r>
            <a:r>
              <a:rPr lang="pt-BR" dirty="0"/>
              <a:t> é responsável por mostrar o anúncio. Já o contador não mostra nada, ele apenas mede o que aconteceu, como uma conversão ou um clique.”</a:t>
            </a:r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67257347-0280-71B9-AFC2-1A9B229E45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8513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15F4CDA-6C26-25AF-E9F3-3EF5FCA8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9ED4B5F7-F62C-C8EE-4080-A4BCEC1F2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“A </a:t>
            </a:r>
            <a:r>
              <a:rPr lang="pt-BR" dirty="0" err="1"/>
              <a:t>tag</a:t>
            </a:r>
            <a:r>
              <a:rPr lang="pt-BR" dirty="0"/>
              <a:t> é responsável por mostrar o anúncio. Já o contador não mostra nada, ele apenas mede o que aconteceu, como uma conversão ou um clique.”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1AE7BB7B-CD77-FCCC-E085-9D7918438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0621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AB17DAD-9AFF-276A-EDFF-12800015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EBEC1EA6-A65E-4378-4E8E-9CB66983B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B9977CB7-BEEC-5FDD-826D-41860EAF1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6190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8A55892-8B78-C5DD-381A-223AB069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CAC8BC75-B525-B5D9-43C4-2528E3ED65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“Os dois fazem a mesma função principal, mas o CM360 é mais integrado ao ecossistema Google, enquanto o </a:t>
            </a:r>
            <a:r>
              <a:rPr lang="pt-BR" dirty="0" err="1"/>
              <a:t>Flashtalking</a:t>
            </a:r>
            <a:r>
              <a:rPr lang="pt-BR" dirty="0"/>
              <a:t> se destaca pela complexidade criativa.”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8EC35797-83C8-C1B9-8158-25DEF0140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5542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2ED8F28-BF0F-A778-5A81-724633171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7E987BDA-78E7-F4E0-E698-BD714A8C9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B9D8B96D-3520-F2A7-13D4-D32395164A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5951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24b5c77d_0_3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g3ae24b5c77d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ccfc1d022_0_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3accfc1d02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e24b5c77d_0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g3ae24b5c77d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4.jpg"/><Relationship Id="rId7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image" Target="../media/image5.png"/><Relationship Id="rId5" Type="http://schemas.openxmlformats.org/officeDocument/2006/relationships/slide" Target="slide6.xml"/><Relationship Id="rId10" Type="http://schemas.openxmlformats.org/officeDocument/2006/relationships/slide" Target="slide12.xml"/><Relationship Id="rId4" Type="http://schemas.openxmlformats.org/officeDocument/2006/relationships/slide" Target="slide4.xml"/><Relationship Id="rId9" Type="http://schemas.openxmlformats.org/officeDocument/2006/relationships/slide" Target="slide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400" u="sng" dirty="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 action="ppaction://hlinksldjump"/>
              </a:rPr>
              <a:t>Organograma</a:t>
            </a:r>
            <a:endParaRPr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5" action="ppaction://hlinksldjump"/>
              </a:rPr>
              <a:t>O que é um Ad Server</a:t>
            </a:r>
            <a:endParaRPr lang="pt-BR"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6" action="ppaction://hlinksldjump"/>
              </a:rPr>
              <a:t>Principais Processos de um Ad Server</a:t>
            </a:r>
            <a:endParaRPr lang="pt-BR"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7" action="ppaction://hlinksldjump"/>
              </a:rPr>
              <a:t>Diferença entre </a:t>
            </a:r>
            <a:r>
              <a:rPr lang="pt-BR" sz="2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7" action="ppaction://hlinksldjump"/>
              </a:rPr>
              <a:t>Tag</a:t>
            </a: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7" action="ppaction://hlinksldjump"/>
              </a:rPr>
              <a:t> e Contador</a:t>
            </a:r>
            <a:endParaRPr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8" action="ppaction://hlinksldjump"/>
              </a:rPr>
              <a:t>Ad Servers mais conhecidos do mercado</a:t>
            </a:r>
            <a:endParaRPr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9" action="ppaction://hlinksldjump"/>
              </a:rPr>
              <a:t>CM360 x </a:t>
            </a:r>
            <a:r>
              <a:rPr lang="pt-BR" sz="2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9" action="ppaction://hlinksldjump"/>
              </a:rPr>
              <a:t>Flashtalking</a:t>
            </a: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9" action="ppaction://hlinksldjump"/>
              </a:rPr>
              <a:t> - Igualdades e Diferenças</a:t>
            </a:r>
            <a:endParaRPr lang="pt-BR"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10" action="ppaction://hlinksldjump"/>
              </a:rPr>
              <a:t>Conclusão</a:t>
            </a:r>
            <a:endParaRPr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/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9E9A097-3357-8FF8-7B32-D4948EDC9F30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/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/>
            <p:cNvSpPr txBox="1"/>
            <p:nvPr/>
          </p:nvSpPr>
          <p:spPr>
            <a:xfrm>
              <a:off x="6281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de </a:t>
              </a: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e Projetos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/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/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/>
            <p:cNvSpPr txBox="1"/>
            <p:nvPr/>
          </p:nvSpPr>
          <p:spPr>
            <a:xfrm>
              <a:off x="6279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Tiago Domingos</a:t>
              </a:r>
              <a:endParaRPr sz="20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b="0" i="0" u="none" strike="noStrike" cap="none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tiago.santos@stormx.com.br</a:t>
              </a:r>
              <a:endParaRPr sz="2121" b="0" i="0" u="none" strike="noStrike" cap="non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55724AB-BD5B-5CA1-CB6D-30E254D9A64B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/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/>
            <p:cNvSpPr txBox="1"/>
            <p:nvPr/>
          </p:nvSpPr>
          <p:spPr>
            <a:xfrm>
              <a:off x="51152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Diretora de Atendimento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/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/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/>
            <p:cNvSpPr txBox="1"/>
            <p:nvPr/>
          </p:nvSpPr>
          <p:spPr>
            <a:xfrm>
              <a:off x="51150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Elizabeth Souza</a:t>
              </a:r>
              <a:endParaRPr sz="20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b="0" i="0" u="none" strike="noStrike" cap="none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elizabeth.souza@stormx.com.br</a:t>
              </a:r>
              <a:endParaRPr sz="2121" b="0" i="0" u="none" strike="noStrike" cap="non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0B052D4-0C49-8D7F-2EB8-BA54E893C627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/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/>
            <p:cNvSpPr txBox="1"/>
            <p:nvPr/>
          </p:nvSpPr>
          <p:spPr>
            <a:xfrm>
              <a:off x="96023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Líder 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/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/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/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Aline Calderan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aline.calderan@stormx.com.br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9CCA089-2280-B9A6-46D8-17EB2F0769A0}"/>
              </a:ext>
            </a:extLst>
          </p:cNvPr>
          <p:cNvGrpSpPr/>
          <p:nvPr/>
        </p:nvGrpSpPr>
        <p:grpSpPr>
          <a:xfrm>
            <a:off x="13766100" y="2839263"/>
            <a:ext cx="4258500" cy="5273700"/>
            <a:chOff x="13766100" y="2839263"/>
            <a:chExt cx="4258500" cy="5273700"/>
          </a:xfrm>
        </p:grpSpPr>
        <p:sp>
          <p:nvSpPr>
            <p:cNvPr id="108" name="Google Shape;108;g3accfc1d022_0_10"/>
            <p:cNvSpPr/>
            <p:nvPr/>
          </p:nvSpPr>
          <p:spPr>
            <a:xfrm>
              <a:off x="137661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accfc1d022_0_10"/>
            <p:cNvSpPr txBox="1"/>
            <p:nvPr/>
          </p:nvSpPr>
          <p:spPr>
            <a:xfrm>
              <a:off x="13927816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Gerente</a:t>
              </a: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accfc1d022_0_10"/>
            <p:cNvSpPr/>
            <p:nvPr/>
          </p:nvSpPr>
          <p:spPr>
            <a:xfrm>
              <a:off x="139946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accfc1d022_0_10"/>
            <p:cNvSpPr/>
            <p:nvPr/>
          </p:nvSpPr>
          <p:spPr>
            <a:xfrm>
              <a:off x="148906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accfc1d022_0_10"/>
            <p:cNvSpPr txBox="1"/>
            <p:nvPr/>
          </p:nvSpPr>
          <p:spPr>
            <a:xfrm>
              <a:off x="13927650" y="5863550"/>
              <a:ext cx="39354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Carolina Dobner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carolina.dobner@stormx.com.br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>
          <a:extLst>
            <a:ext uri="{FF2B5EF4-FFF2-40B4-BE49-F238E27FC236}">
              <a16:creationId xmlns:a16="http://schemas.microsoft.com/office/drawing/2014/main" id="{CCB57463-9309-DB10-394B-0964A970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>
            <a:extLst>
              <a:ext uri="{FF2B5EF4-FFF2-40B4-BE49-F238E27FC236}">
                <a16:creationId xmlns:a16="http://schemas.microsoft.com/office/drawing/2014/main" id="{58D9E240-4B76-B658-D95C-01ABB50227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>
            <a:extLst>
              <a:ext uri="{FF2B5EF4-FFF2-40B4-BE49-F238E27FC236}">
                <a16:creationId xmlns:a16="http://schemas.microsoft.com/office/drawing/2014/main" id="{AFA40689-7145-E33E-49D6-20BA766B418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>
            <a:extLst>
              <a:ext uri="{FF2B5EF4-FFF2-40B4-BE49-F238E27FC236}">
                <a16:creationId xmlns:a16="http://schemas.microsoft.com/office/drawing/2014/main" id="{E8562FD1-DE5E-3A76-B48D-7D6CD57BA1EE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>
            <a:extLst>
              <a:ext uri="{FF2B5EF4-FFF2-40B4-BE49-F238E27FC236}">
                <a16:creationId xmlns:a16="http://schemas.microsoft.com/office/drawing/2014/main" id="{14D1C67F-AE43-2D7A-027A-6D184F7E2A5A}"/>
              </a:ext>
            </a:extLst>
          </p:cNvPr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>
            <a:extLst>
              <a:ext uri="{FF2B5EF4-FFF2-40B4-BE49-F238E27FC236}">
                <a16:creationId xmlns:a16="http://schemas.microsoft.com/office/drawing/2014/main" id="{C1710F10-33B2-DB9F-08E2-0D9D99567CD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>
            <a:extLst>
              <a:ext uri="{FF2B5EF4-FFF2-40B4-BE49-F238E27FC236}">
                <a16:creationId xmlns:a16="http://schemas.microsoft.com/office/drawing/2014/main" id="{6E15357A-2A0C-C996-734F-4C11497EAE57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A5FA2AA-98FD-6EE1-46BE-5316FF497596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>
              <a:extLst>
                <a:ext uri="{FF2B5EF4-FFF2-40B4-BE49-F238E27FC236}">
                  <a16:creationId xmlns:a16="http://schemas.microsoft.com/office/drawing/2014/main" id="{F1724877-E2D2-79BF-E274-650B4B38EDB2}"/>
                </a:ext>
              </a:extLst>
            </p:cNvPr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>
              <a:extLst>
                <a:ext uri="{FF2B5EF4-FFF2-40B4-BE49-F238E27FC236}">
                  <a16:creationId xmlns:a16="http://schemas.microsoft.com/office/drawing/2014/main" id="{D73A134A-E33B-F29B-AE5D-278F49F79D41}"/>
                </a:ext>
              </a:extLst>
            </p:cNvPr>
            <p:cNvSpPr txBox="1"/>
            <p:nvPr/>
          </p:nvSpPr>
          <p:spPr>
            <a:xfrm>
              <a:off x="6281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>
              <a:extLst>
                <a:ext uri="{FF2B5EF4-FFF2-40B4-BE49-F238E27FC236}">
                  <a16:creationId xmlns:a16="http://schemas.microsoft.com/office/drawing/2014/main" id="{7CF8FD49-6ECE-5563-E7B3-E654A0CF23CE}"/>
                </a:ext>
              </a:extLst>
            </p:cNvPr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>
              <a:extLst>
                <a:ext uri="{FF2B5EF4-FFF2-40B4-BE49-F238E27FC236}">
                  <a16:creationId xmlns:a16="http://schemas.microsoft.com/office/drawing/2014/main" id="{D8E7694D-801A-716B-F852-C6CD32C3E70C}"/>
                </a:ext>
              </a:extLst>
            </p:cNvPr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>
              <a:extLst>
                <a:ext uri="{FF2B5EF4-FFF2-40B4-BE49-F238E27FC236}">
                  <a16:creationId xmlns:a16="http://schemas.microsoft.com/office/drawing/2014/main" id="{FF3C4A67-3D19-0394-FC22-51913801644B}"/>
                </a:ext>
              </a:extLst>
            </p:cNvPr>
            <p:cNvSpPr txBox="1"/>
            <p:nvPr/>
          </p:nvSpPr>
          <p:spPr>
            <a:xfrm>
              <a:off x="627966" y="5863547"/>
              <a:ext cx="38406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Marcos Santos</a:t>
              </a:r>
            </a:p>
            <a:p>
              <a:pPr marL="0" lvl="0" indent="0"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marcos.santos@stormx.com.br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AFEBC3E-5913-704E-D8FF-A388CB6891F0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>
              <a:extLst>
                <a:ext uri="{FF2B5EF4-FFF2-40B4-BE49-F238E27FC236}">
                  <a16:creationId xmlns:a16="http://schemas.microsoft.com/office/drawing/2014/main" id="{89C8A7A2-17BB-032A-2C79-9AF72004EFA0}"/>
                </a:ext>
              </a:extLst>
            </p:cNvPr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>
              <a:extLst>
                <a:ext uri="{FF2B5EF4-FFF2-40B4-BE49-F238E27FC236}">
                  <a16:creationId xmlns:a16="http://schemas.microsoft.com/office/drawing/2014/main" id="{50261F97-945E-3503-C167-92EB1CB0BD1F}"/>
                </a:ext>
              </a:extLst>
            </p:cNvPr>
            <p:cNvSpPr txBox="1"/>
            <p:nvPr/>
          </p:nvSpPr>
          <p:spPr>
            <a:xfrm>
              <a:off x="51152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>
              <a:extLst>
                <a:ext uri="{FF2B5EF4-FFF2-40B4-BE49-F238E27FC236}">
                  <a16:creationId xmlns:a16="http://schemas.microsoft.com/office/drawing/2014/main" id="{DD4599B9-5ED8-2BAA-CBA1-23CD6116B50B}"/>
                </a:ext>
              </a:extLst>
            </p:cNvPr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>
              <a:extLst>
                <a:ext uri="{FF2B5EF4-FFF2-40B4-BE49-F238E27FC236}">
                  <a16:creationId xmlns:a16="http://schemas.microsoft.com/office/drawing/2014/main" id="{17A25B30-F8A2-22DA-4302-519930E2DB1D}"/>
                </a:ext>
              </a:extLst>
            </p:cNvPr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>
              <a:extLst>
                <a:ext uri="{FF2B5EF4-FFF2-40B4-BE49-F238E27FC236}">
                  <a16:creationId xmlns:a16="http://schemas.microsoft.com/office/drawing/2014/main" id="{C151D196-7CE7-D48C-83E1-10A391454E65}"/>
                </a:ext>
              </a:extLst>
            </p:cNvPr>
            <p:cNvSpPr txBox="1"/>
            <p:nvPr/>
          </p:nvSpPr>
          <p:spPr>
            <a:xfrm>
              <a:off x="5115066" y="5863547"/>
              <a:ext cx="36120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João Braga</a:t>
              </a:r>
            </a:p>
            <a:p>
              <a:pPr>
                <a:buClr>
                  <a:srgbClr val="211A19"/>
                </a:buClr>
                <a:buSzPts val="1937"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joao.braga@stormx.com.br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4E33647-20E3-2D45-EEAC-7FCFB3E6EA7C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>
              <a:extLst>
                <a:ext uri="{FF2B5EF4-FFF2-40B4-BE49-F238E27FC236}">
                  <a16:creationId xmlns:a16="http://schemas.microsoft.com/office/drawing/2014/main" id="{8DEFD449-4DFD-E00D-3D33-75EAF4DB536D}"/>
                </a:ext>
              </a:extLst>
            </p:cNvPr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>
              <a:extLst>
                <a:ext uri="{FF2B5EF4-FFF2-40B4-BE49-F238E27FC236}">
                  <a16:creationId xmlns:a16="http://schemas.microsoft.com/office/drawing/2014/main" id="{136D8CC0-5A72-4BE5-42E3-109422003350}"/>
                </a:ext>
              </a:extLst>
            </p:cNvPr>
            <p:cNvSpPr txBox="1"/>
            <p:nvPr/>
          </p:nvSpPr>
          <p:spPr>
            <a:xfrm>
              <a:off x="96023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>
              <a:extLst>
                <a:ext uri="{FF2B5EF4-FFF2-40B4-BE49-F238E27FC236}">
                  <a16:creationId xmlns:a16="http://schemas.microsoft.com/office/drawing/2014/main" id="{4EA6BE3E-14ED-574A-1DAF-B5030E9AEA81}"/>
                </a:ext>
              </a:extLst>
            </p:cNvPr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>
              <a:extLst>
                <a:ext uri="{FF2B5EF4-FFF2-40B4-BE49-F238E27FC236}">
                  <a16:creationId xmlns:a16="http://schemas.microsoft.com/office/drawing/2014/main" id="{3E85C8C3-86CD-1F6E-11B5-75FD17C93D35}"/>
                </a:ext>
              </a:extLst>
            </p:cNvPr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>
              <a:extLst>
                <a:ext uri="{FF2B5EF4-FFF2-40B4-BE49-F238E27FC236}">
                  <a16:creationId xmlns:a16="http://schemas.microsoft.com/office/drawing/2014/main" id="{E0C2392C-9A6F-FF00-CFD4-892290D53CE5}"/>
                </a:ext>
              </a:extLst>
            </p:cNvPr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Felipe Lima</a:t>
              </a:r>
              <a:endParaRPr sz="19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 dirty="0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felipe.lima@stormx.com.br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322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BBB47E-EF85-03D6-6A88-7A7C621D9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Ad Server (Servidor de Anúncios) é uma plataforma responsável por armazenar, distribuir, rastrear e reportar anúncios digitais.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Ele é usado por: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Anunciantes → controlar campanhas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Agências → gerenciar veiculações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Veículos/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Publishers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 → exibir anúncios corretamente</a:t>
            </a:r>
          </a:p>
          <a:p>
            <a:pPr marL="0" indent="0">
              <a:lnSpc>
                <a:spcPct val="200000"/>
              </a:lnSpc>
              <a:buNone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Funções principais: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Armazenar criativos (banners, vídeos, 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rich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 media)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Distribuir anúncios conforme regras (segmentação, datas, frequência)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Medir resultados (impressões, cliques, conversões)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Unificar relatórios e controle de campanhas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na gestão das taxonomias</a:t>
            </a:r>
          </a:p>
          <a:p>
            <a:pPr marL="508000" lvl="1" indent="0">
              <a:buNone/>
            </a:pPr>
            <a:r>
              <a:rPr lang="pt-BR" sz="1600">
                <a:solidFill>
                  <a:srgbClr val="494C67"/>
                </a:solidFill>
                <a:latin typeface="DM Sans"/>
              </a:rPr>
              <a:t>Auditoria dos dados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D42E2B6D-0C7A-8533-A224-CE694468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AF95F7A-C374-BF16-71B7-8031811C631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0D9CA0BB-F92E-83A4-0969-CF5E550CE0E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C9BF8D57-0554-0B1B-B3EC-E17432F4A9F7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Contador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525263A0-15B1-4828-14F6-35208353AF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5BB8D52F-043E-1666-A8B4-6DE0B39871B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776262CB-75FE-8425-32E2-025F6D534F9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7769096-7C0B-24D1-699D-969827CEF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(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de Veiculação)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É o código que exibe o anúncio no site ou app.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Características: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Chama o ad server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Renderiza o criativo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Pode conter regras (tamanho, formato,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fallback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8C76B27-F6DA-64F9-5144-BBC59D62F4B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Contador (Tracking / Pixel)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É usado apenas para rastreamento, não exibe anúncios.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Características: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Mede eventos específicos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Normalmente invisível (pixel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1x1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Pode contar: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1501B3C-FF05-38A8-A156-81C388CE5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05" y="5276793"/>
            <a:ext cx="6678559" cy="415285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806D4B6-80D0-7503-E8BA-FBC56A649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76" y="6667383"/>
            <a:ext cx="7522820" cy="13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3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Ad server é o coração da campanha digital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exibem anúncios, contadores medem ações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CM360 e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fazem a mesma função base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 escolha depende de: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Complexidade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Integrações necessárias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Estratégia criativa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2025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896</Words>
  <Application>Microsoft Office PowerPoint</Application>
  <PresentationFormat>Personalizar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DM Sans Black</vt:lpstr>
      <vt:lpstr>DM Sans SemiBold</vt:lpstr>
      <vt:lpstr>Arial</vt:lpstr>
      <vt:lpstr>Helvetica Neue</vt:lpstr>
      <vt:lpstr>DM Sans Light</vt:lpstr>
      <vt:lpstr>Play</vt:lpstr>
      <vt:lpstr>DM Sans ExtraLight</vt:lpstr>
      <vt:lpstr>DM Sans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Felipe Lima</cp:lastModifiedBy>
  <cp:revision>7</cp:revision>
  <dcterms:modified xsi:type="dcterms:W3CDTF">2026-01-29T14:22:02Z</dcterms:modified>
</cp:coreProperties>
</file>