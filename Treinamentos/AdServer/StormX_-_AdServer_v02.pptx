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79" r:id="rId6"/>
    <p:sldId id="261" r:id="rId7"/>
    <p:sldId id="270" r:id="rId8"/>
    <p:sldId id="271" r:id="rId9"/>
    <p:sldId id="278" r:id="rId10"/>
    <p:sldId id="266" r:id="rId11"/>
    <p:sldId id="267" r:id="rId12"/>
    <p:sldId id="269" r:id="rId13"/>
    <p:sldId id="262" r:id="rId14"/>
    <p:sldId id="263" r:id="rId15"/>
    <p:sldId id="264" r:id="rId16"/>
  </p:sldIdLst>
  <p:sldSz cx="18288000" cy="10287000"/>
  <p:notesSz cx="6858000" cy="9144000"/>
  <p:embeddedFontLst>
    <p:embeddedFont>
      <p:font typeface="DM Sans" pitchFamily="2" charset="0"/>
      <p:regular r:id="rId18"/>
      <p:bold r:id="rId19"/>
      <p:italic r:id="rId20"/>
      <p:boldItalic r:id="rId21"/>
    </p:embeddedFont>
    <p:embeddedFont>
      <p:font typeface="DM Sans Black" panose="020B0604020202020204" charset="0"/>
      <p:bold r:id="rId22"/>
      <p:boldItalic r:id="rId23"/>
    </p:embeddedFont>
    <p:embeddedFont>
      <p:font typeface="DM Sans ExtraLight" panose="020B0604020202020204" charset="0"/>
      <p:regular r:id="rId24"/>
      <p:bold r:id="rId25"/>
      <p:italic r:id="rId26"/>
      <p:boldItalic r:id="rId27"/>
    </p:embeddedFont>
    <p:embeddedFont>
      <p:font typeface="DM Sans Light" panose="020B0604020202020204" charset="0"/>
      <p:regular r:id="rId28"/>
      <p:bold r:id="rId29"/>
      <p:italic r:id="rId30"/>
      <p:boldItalic r:id="rId31"/>
    </p:embeddedFont>
    <p:embeddedFont>
      <p:font typeface="DM Sans SemiBold" panose="020B0604020202020204" charset="0"/>
      <p:regular r:id="rId32"/>
      <p:bold r:id="rId33"/>
      <p:italic r:id="rId34"/>
      <p:boldItalic r:id="rId35"/>
    </p:embeddedFont>
    <p:embeddedFont>
      <p:font typeface="Helvetica Neue" panose="020B0604020202020204" charset="0"/>
      <p:regular r:id="rId36"/>
      <p:bold r:id="rId37"/>
      <p:italic r:id="rId38"/>
      <p:boldItalic r:id="rId39"/>
    </p:embeddedFont>
    <p:embeddedFont>
      <p:font typeface="Play" panose="020B0604020202020204" charset="0"/>
      <p:regular r:id="rId4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794">
          <p15:clr>
            <a:srgbClr val="747775"/>
          </p15:clr>
        </p15:guide>
        <p15:guide id="2" orient="horz" pos="1928">
          <p15:clr>
            <a:srgbClr val="747775"/>
          </p15:clr>
        </p15:guide>
        <p15:guide id="3" pos="10838">
          <p15:clr>
            <a:srgbClr val="747775"/>
          </p15:clr>
        </p15:guide>
        <p15:guide id="4" orient="horz" pos="2968">
          <p15:clr>
            <a:srgbClr val="747775"/>
          </p15:clr>
        </p15:guide>
        <p15:guide id="5" orient="horz" pos="6210">
          <p15:clr>
            <a:srgbClr val="747775"/>
          </p15:clr>
        </p15:guide>
        <p15:guide id="6" orient="horz" pos="560">
          <p15:clr>
            <a:srgbClr val="747775"/>
          </p15:clr>
        </p15:guide>
        <p15:guide id="7" orient="horz" pos="2302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5" roundtripDataSignature="AMtx7mgLfbwE6yWihDUx3ypxqGgwCPG6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B6338E-8287-413C-8668-10C85CD1D0B2}" v="4" dt="2026-01-29T14:05:34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édio 3 - Ênfase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B344D84-9AFB-497E-A393-DC336BA19D2E}" styleName="Estilo Médio 3 - Ênfase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06799F8-075E-4A3A-A7F6-7FBC6576F1A4}" styleName="Estilo com Tema 2 - Ênfas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pos="794"/>
        <p:guide orient="horz" pos="1928"/>
        <p:guide pos="10838"/>
        <p:guide orient="horz" pos="2968"/>
        <p:guide orient="horz" pos="6210"/>
        <p:guide orient="horz" pos="560"/>
        <p:guide orient="horz" pos="230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font" Target="fonts/font22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font" Target="fonts/font23.fntdata"/><Relationship Id="rId45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font" Target="fonts/font21.fntdata"/><Relationship Id="rId46" Type="http://schemas.openxmlformats.org/officeDocument/2006/relationships/presProps" Target="presProps.xml"/><Relationship Id="rId20" Type="http://schemas.openxmlformats.org/officeDocument/2006/relationships/font" Target="fonts/font3.fntdata"/><Relationship Id="rId41" Type="http://schemas.openxmlformats.org/officeDocument/2006/relationships/font" Target="fonts/font2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Lima" userId="c050a0a24b7bf936" providerId="LiveId" clId="{6372F581-0122-4FDE-A8B3-C5C4A6DCFBDE}"/>
    <pc:docChg chg="undo custSel modSld">
      <pc:chgData name="Felipe Lima" userId="c050a0a24b7bf936" providerId="LiveId" clId="{6372F581-0122-4FDE-A8B3-C5C4A6DCFBDE}" dt="2026-01-29T14:22:00.628" v="166" actId="6549"/>
      <pc:docMkLst>
        <pc:docMk/>
      </pc:docMkLst>
      <pc:sldChg chg="modSp mod">
        <pc:chgData name="Felipe Lima" userId="c050a0a24b7bf936" providerId="LiveId" clId="{6372F581-0122-4FDE-A8B3-C5C4A6DCFBDE}" dt="2026-01-29T14:21:16.173" v="158" actId="6549"/>
        <pc:sldMkLst>
          <pc:docMk/>
          <pc:sldMk cId="0" sldId="259"/>
        </pc:sldMkLst>
        <pc:spChg chg="mod">
          <ac:chgData name="Felipe Lima" userId="c050a0a24b7bf936" providerId="LiveId" clId="{6372F581-0122-4FDE-A8B3-C5C4A6DCFBDE}" dt="2026-01-29T14:21:16.173" v="158" actId="6549"/>
          <ac:spMkLst>
            <pc:docMk/>
            <pc:sldMk cId="0" sldId="259"/>
            <ac:spMk id="89" creationId="{00000000-0000-0000-0000-000000000000}"/>
          </ac:spMkLst>
        </pc:spChg>
      </pc:sldChg>
      <pc:sldChg chg="modSp mod">
        <pc:chgData name="Felipe Lima" userId="c050a0a24b7bf936" providerId="LiveId" clId="{6372F581-0122-4FDE-A8B3-C5C4A6DCFBDE}" dt="2026-01-29T14:21:31.600" v="160" actId="6549"/>
        <pc:sldMkLst>
          <pc:docMk/>
          <pc:sldMk cId="0" sldId="261"/>
        </pc:sldMkLst>
        <pc:spChg chg="mod">
          <ac:chgData name="Felipe Lima" userId="c050a0a24b7bf936" providerId="LiveId" clId="{6372F581-0122-4FDE-A8B3-C5C4A6DCFBDE}" dt="2026-01-28T18:14:41.864" v="46" actId="20577"/>
          <ac:spMkLst>
            <pc:docMk/>
            <pc:sldMk cId="0" sldId="261"/>
            <ac:spMk id="5" creationId="{0CBBB47E-EF85-03D6-6A88-7A7C621D977E}"/>
          </ac:spMkLst>
        </pc:spChg>
        <pc:spChg chg="mod">
          <ac:chgData name="Felipe Lima" userId="c050a0a24b7bf936" providerId="LiveId" clId="{6372F581-0122-4FDE-A8B3-C5C4A6DCFBDE}" dt="2026-01-29T14:21:31.600" v="160" actId="6549"/>
          <ac:spMkLst>
            <pc:docMk/>
            <pc:sldMk cId="0" sldId="261"/>
            <ac:spMk id="147" creationId="{00000000-0000-0000-0000-000000000000}"/>
          </ac:spMkLst>
        </pc:spChg>
      </pc:sldChg>
      <pc:sldChg chg="addSp delSp modSp mod">
        <pc:chgData name="Felipe Lima" userId="c050a0a24b7bf936" providerId="LiveId" clId="{6372F581-0122-4FDE-A8B3-C5C4A6DCFBDE}" dt="2026-01-29T14:21:50.460" v="164" actId="6549"/>
        <pc:sldMkLst>
          <pc:docMk/>
          <pc:sldMk cId="225290832" sldId="266"/>
        </pc:sldMkLst>
        <pc:spChg chg="mod">
          <ac:chgData name="Felipe Lima" userId="c050a0a24b7bf936" providerId="LiveId" clId="{6372F581-0122-4FDE-A8B3-C5C4A6DCFBDE}" dt="2026-01-29T14:21:50.460" v="164" actId="6549"/>
          <ac:spMkLst>
            <pc:docMk/>
            <pc:sldMk cId="225290832" sldId="266"/>
            <ac:spMk id="147" creationId="{285ED2EC-7AA9-0D8D-3425-7BE8D0C08A19}"/>
          </ac:spMkLst>
        </pc:spChg>
        <pc:picChg chg="add mod">
          <ac:chgData name="Felipe Lima" userId="c050a0a24b7bf936" providerId="LiveId" clId="{6372F581-0122-4FDE-A8B3-C5C4A6DCFBDE}" dt="2026-01-21T21:58:39.778" v="38" actId="1076"/>
          <ac:picMkLst>
            <pc:docMk/>
            <pc:sldMk cId="225290832" sldId="266"/>
            <ac:picMk id="8" creationId="{4975E46C-06FC-AF1C-2026-366CB906AC7A}"/>
          </ac:picMkLst>
        </pc:picChg>
      </pc:sldChg>
      <pc:sldChg chg="modSp mod">
        <pc:chgData name="Felipe Lima" userId="c050a0a24b7bf936" providerId="LiveId" clId="{6372F581-0122-4FDE-A8B3-C5C4A6DCFBDE}" dt="2026-01-29T14:21:54.915" v="165" actId="6549"/>
        <pc:sldMkLst>
          <pc:docMk/>
          <pc:sldMk cId="1391898486" sldId="267"/>
        </pc:sldMkLst>
        <pc:spChg chg="mod">
          <ac:chgData name="Felipe Lima" userId="c050a0a24b7bf936" providerId="LiveId" clId="{6372F581-0122-4FDE-A8B3-C5C4A6DCFBDE}" dt="2026-01-29T14:21:54.915" v="165" actId="6549"/>
          <ac:spMkLst>
            <pc:docMk/>
            <pc:sldMk cId="1391898486" sldId="267"/>
            <ac:spMk id="147" creationId="{30DE8D3F-3A8A-0CD8-9FD0-15A54362AA49}"/>
          </ac:spMkLst>
        </pc:spChg>
        <pc:graphicFrameChg chg="modGraphic">
          <ac:chgData name="Felipe Lima" userId="c050a0a24b7bf936" providerId="LiveId" clId="{6372F581-0122-4FDE-A8B3-C5C4A6DCFBDE}" dt="2026-01-29T14:08:20.061" v="157" actId="12385"/>
          <ac:graphicFrameMkLst>
            <pc:docMk/>
            <pc:sldMk cId="1391898486" sldId="267"/>
            <ac:graphicFrameMk id="8" creationId="{FA22577D-6D9B-EF32-9B86-3CB16E8F1C74}"/>
          </ac:graphicFrameMkLst>
        </pc:graphicFrameChg>
      </pc:sldChg>
      <pc:sldChg chg="addSp delSp modSp mod">
        <pc:chgData name="Felipe Lima" userId="c050a0a24b7bf936" providerId="LiveId" clId="{6372F581-0122-4FDE-A8B3-C5C4A6DCFBDE}" dt="2026-01-29T14:22:00.628" v="166" actId="6549"/>
        <pc:sldMkLst>
          <pc:docMk/>
          <pc:sldMk cId="3880482884" sldId="269"/>
        </pc:sldMkLst>
        <pc:spChg chg="mod">
          <ac:chgData name="Felipe Lima" userId="c050a0a24b7bf936" providerId="LiveId" clId="{6372F581-0122-4FDE-A8B3-C5C4A6DCFBDE}" dt="2026-01-29T14:22:00.628" v="166" actId="6549"/>
          <ac:spMkLst>
            <pc:docMk/>
            <pc:sldMk cId="3880482884" sldId="269"/>
            <ac:spMk id="147" creationId="{C77E314E-C1E0-9185-B568-A9703CF6A75F}"/>
          </ac:spMkLst>
        </pc:spChg>
        <pc:picChg chg="add mod">
          <ac:chgData name="Felipe Lima" userId="c050a0a24b7bf936" providerId="LiveId" clId="{6372F581-0122-4FDE-A8B3-C5C4A6DCFBDE}" dt="2026-01-21T21:52:22.294" v="15" actId="1076"/>
          <ac:picMkLst>
            <pc:docMk/>
            <pc:sldMk cId="3880482884" sldId="269"/>
            <ac:picMk id="9" creationId="{E2A06DA7-F591-FA97-E338-D35741D09A98}"/>
          </ac:picMkLst>
        </pc:picChg>
      </pc:sldChg>
      <pc:sldChg chg="modSp mod">
        <pc:chgData name="Felipe Lima" userId="c050a0a24b7bf936" providerId="LiveId" clId="{6372F581-0122-4FDE-A8B3-C5C4A6DCFBDE}" dt="2026-01-29T14:21:36.819" v="161" actId="6549"/>
        <pc:sldMkLst>
          <pc:docMk/>
          <pc:sldMk cId="578832553" sldId="270"/>
        </pc:sldMkLst>
        <pc:spChg chg="mod">
          <ac:chgData name="Felipe Lima" userId="c050a0a24b7bf936" providerId="LiveId" clId="{6372F581-0122-4FDE-A8B3-C5C4A6DCFBDE}" dt="2026-01-28T18:18:17.857" v="139" actId="20577"/>
          <ac:spMkLst>
            <pc:docMk/>
            <pc:sldMk cId="578832553" sldId="270"/>
            <ac:spMk id="4" creationId="{B25EA9C0-BE44-A682-3B2B-6F93F4445D9E}"/>
          </ac:spMkLst>
        </pc:spChg>
        <pc:spChg chg="mod">
          <ac:chgData name="Felipe Lima" userId="c050a0a24b7bf936" providerId="LiveId" clId="{6372F581-0122-4FDE-A8B3-C5C4A6DCFBDE}" dt="2026-01-29T14:21:36.819" v="161" actId="6549"/>
          <ac:spMkLst>
            <pc:docMk/>
            <pc:sldMk cId="578832553" sldId="270"/>
            <ac:spMk id="147" creationId="{F32503C6-210C-3485-CF09-8CFC78AC9003}"/>
          </ac:spMkLst>
        </pc:spChg>
      </pc:sldChg>
      <pc:sldChg chg="modSp mod">
        <pc:chgData name="Felipe Lima" userId="c050a0a24b7bf936" providerId="LiveId" clId="{6372F581-0122-4FDE-A8B3-C5C4A6DCFBDE}" dt="2026-01-29T14:21:41.551" v="162" actId="6549"/>
        <pc:sldMkLst>
          <pc:docMk/>
          <pc:sldMk cId="3712939806" sldId="271"/>
        </pc:sldMkLst>
        <pc:spChg chg="mod">
          <ac:chgData name="Felipe Lima" userId="c050a0a24b7bf936" providerId="LiveId" clId="{6372F581-0122-4FDE-A8B3-C5C4A6DCFBDE}" dt="2026-01-29T14:21:41.551" v="162" actId="6549"/>
          <ac:spMkLst>
            <pc:docMk/>
            <pc:sldMk cId="3712939806" sldId="271"/>
            <ac:spMk id="147" creationId="{3AF95F7A-C374-BF16-71B7-8031811C6310}"/>
          </ac:spMkLst>
        </pc:spChg>
      </pc:sldChg>
      <pc:sldChg chg="modSp mod">
        <pc:chgData name="Felipe Lima" userId="c050a0a24b7bf936" providerId="LiveId" clId="{6372F581-0122-4FDE-A8B3-C5C4A6DCFBDE}" dt="2026-01-29T14:21:45.865" v="163" actId="6549"/>
        <pc:sldMkLst>
          <pc:docMk/>
          <pc:sldMk cId="399458938" sldId="278"/>
        </pc:sldMkLst>
        <pc:spChg chg="mod">
          <ac:chgData name="Felipe Lima" userId="c050a0a24b7bf936" providerId="LiveId" clId="{6372F581-0122-4FDE-A8B3-C5C4A6DCFBDE}" dt="2026-01-29T14:21:45.865" v="163" actId="6549"/>
          <ac:spMkLst>
            <pc:docMk/>
            <pc:sldMk cId="399458938" sldId="278"/>
            <ac:spMk id="147" creationId="{A1648943-6BDD-85C1-C5E6-AA29BDCFC343}"/>
          </ac:spMkLst>
        </pc:spChg>
        <pc:graphicFrameChg chg="mod modGraphic">
          <ac:chgData name="Felipe Lima" userId="c050a0a24b7bf936" providerId="LiveId" clId="{6372F581-0122-4FDE-A8B3-C5C4A6DCFBDE}" dt="2026-01-29T14:07:44.897" v="155" actId="12385"/>
          <ac:graphicFrameMkLst>
            <pc:docMk/>
            <pc:sldMk cId="399458938" sldId="278"/>
            <ac:graphicFrameMk id="10" creationId="{22600252-0027-B51D-EDE8-027607ADE4F6}"/>
          </ac:graphicFrameMkLst>
        </pc:graphicFrameChg>
      </pc:sldChg>
      <pc:sldChg chg="modSp mod">
        <pc:chgData name="Felipe Lima" userId="c050a0a24b7bf936" providerId="LiveId" clId="{6372F581-0122-4FDE-A8B3-C5C4A6DCFBDE}" dt="2026-01-29T14:21:25.920" v="159" actId="6549"/>
        <pc:sldMkLst>
          <pc:docMk/>
          <pc:sldMk cId="1233229766" sldId="279"/>
        </pc:sldMkLst>
        <pc:spChg chg="mod">
          <ac:chgData name="Felipe Lima" userId="c050a0a24b7bf936" providerId="LiveId" clId="{6372F581-0122-4FDE-A8B3-C5C4A6DCFBDE}" dt="2026-01-29T14:21:25.920" v="159" actId="6549"/>
          <ac:spMkLst>
            <pc:docMk/>
            <pc:sldMk cId="1233229766" sldId="279"/>
            <ac:spMk id="89" creationId="{AFA40689-7145-E33E-49D6-20BA766B418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96914d2d1_0_10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g3a96914d2d1_0_1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e24b5c77d_0_3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g3ae24b5c77d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96914d2d1_0_4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g3a96914d2d1_0_4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ccfc1d022_0_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g3accfc1d02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>
          <a:extLst>
            <a:ext uri="{FF2B5EF4-FFF2-40B4-BE49-F238E27FC236}">
              <a16:creationId xmlns:a16="http://schemas.microsoft.com/office/drawing/2014/main" id="{50422A6C-2145-86B8-2690-F815F6F6E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ccfc1d022_0_10:notes">
            <a:extLst>
              <a:ext uri="{FF2B5EF4-FFF2-40B4-BE49-F238E27FC236}">
                <a16:creationId xmlns:a16="http://schemas.microsoft.com/office/drawing/2014/main" id="{90D0067B-2D3C-73E1-B278-51DF2061C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5" name="Google Shape;85;g3accfc1d022_0_10:notes">
            <a:extLst>
              <a:ext uri="{FF2B5EF4-FFF2-40B4-BE49-F238E27FC236}">
                <a16:creationId xmlns:a16="http://schemas.microsoft.com/office/drawing/2014/main" id="{CA619E51-AA52-4753-7083-EB3B74DE7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86425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“O ad server é a tecnologia que garante que o anúncio certo apareça, no lugar certo, para a pessoa certa, além de medir tudo o que acontece depois.”</a:t>
            </a:r>
          </a:p>
        </p:txBody>
      </p:sp>
      <p:sp>
        <p:nvSpPr>
          <p:cNvPr id="145" name="Google Shape;145;g3ae24b5c77d_0_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E14B57F0-A51F-9DCE-FF45-BB96D6BE4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6368BC76-CEC5-D993-0940-F30A0DBA2E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7BE95579-43D4-0AB3-5B67-E6E0D6C440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13044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0BB6C2C5-CB65-AE4C-8945-BA78C87D5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A3DF48B7-E61A-FA33-D3A2-DFD3F53E2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“A </a:t>
            </a:r>
            <a:r>
              <a:rPr lang="pt-BR" dirty="0" err="1"/>
              <a:t>tag</a:t>
            </a:r>
            <a:r>
              <a:rPr lang="pt-BR" dirty="0"/>
              <a:t> é responsável por mostrar o anúncio. Já o contador não mostra nada, ele apenas mede o que aconteceu, como uma conversão ou um clique.”</a:t>
            </a:r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67257347-0280-71B9-AFC2-1A9B229E45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385134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815F4CDA-6C26-25AF-E9F3-3EF5FCA81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9ED4B5F7-F62C-C8EE-4080-A4BCEC1F2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“A </a:t>
            </a:r>
            <a:r>
              <a:rPr lang="pt-BR" dirty="0" err="1"/>
              <a:t>tag</a:t>
            </a:r>
            <a:r>
              <a:rPr lang="pt-BR" dirty="0"/>
              <a:t> é responsável por mostrar o anúncio. Já o contador não mostra nada, ele apenas mede o que aconteceu, como uma conversão ou um clique.”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1AE7BB7B-CD77-FCCC-E085-9D79184386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0621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4AB17DAD-9AFF-276A-EDFF-128000150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EBEC1EA6-A65E-4378-4E8E-9CB66983BB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B9977CB7-BEEC-5FDD-826D-41860EAF1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61905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8A55892-8B78-C5DD-381A-223AB0696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CAC8BC75-B525-B5D9-43C4-2528E3ED65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pt-BR" dirty="0"/>
              <a:t>“Os dois fazem a mesma função principal, mas o CM360 é mais integrado ao ecossistema Google, enquanto o </a:t>
            </a:r>
            <a:r>
              <a:rPr lang="pt-BR" dirty="0" err="1"/>
              <a:t>Flashtalking</a:t>
            </a:r>
            <a:r>
              <a:rPr lang="pt-BR" dirty="0"/>
              <a:t> se destaca pela complexidade criativa.”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8EC35797-83C8-C1B9-8158-25DEF0140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655426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52ED8F28-BF0F-A778-5A81-724633171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e24b5c77d_0_266:notes">
            <a:extLst>
              <a:ext uri="{FF2B5EF4-FFF2-40B4-BE49-F238E27FC236}">
                <a16:creationId xmlns:a16="http://schemas.microsoft.com/office/drawing/2014/main" id="{7E987BDA-78E7-F4E0-E698-BD714A8C93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5" name="Google Shape;145;g3ae24b5c77d_0_266:notes">
            <a:extLst>
              <a:ext uri="{FF2B5EF4-FFF2-40B4-BE49-F238E27FC236}">
                <a16:creationId xmlns:a16="http://schemas.microsoft.com/office/drawing/2014/main" id="{B9D8B96D-3520-F2A7-13D4-D32395164A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159510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24b5c77d_0_3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6" name="Google Shape;156;g3ae24b5c77d_0_3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ccfc1d022_0_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g3accfc1d022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e24b5c77d_0_30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g3ae24b5c77d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a96914d2d1_0_148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g3a96914d2d1_0_148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g3a96914d2d1_0_14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8">
  <p:cSld name="TITLE_7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a96914d2d1_0_189"/>
          <p:cNvSpPr txBox="1">
            <a:spLocks noGrp="1"/>
          </p:cNvSpPr>
          <p:nvPr>
            <p:ph type="title"/>
          </p:nvPr>
        </p:nvSpPr>
        <p:spPr>
          <a:xfrm>
            <a:off x="2286000" y="1683543"/>
            <a:ext cx="13716000" cy="35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  <a:defRPr sz="9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None/>
              <a:defRPr sz="5600"/>
            </a:lvl9pPr>
          </a:lstStyle>
          <a:p>
            <a:endParaRPr/>
          </a:p>
        </p:txBody>
      </p:sp>
      <p:sp>
        <p:nvSpPr>
          <p:cNvPr id="15" name="Google Shape;15;g3a96914d2d1_0_189"/>
          <p:cNvSpPr txBox="1">
            <a:spLocks noGrp="1"/>
          </p:cNvSpPr>
          <p:nvPr>
            <p:ph type="body" idx="1"/>
          </p:nvPr>
        </p:nvSpPr>
        <p:spPr>
          <a:xfrm>
            <a:off x="2286000" y="5403055"/>
            <a:ext cx="13716000" cy="24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1pPr>
            <a:lvl2pPr marL="914400" lvl="1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2pPr>
            <a:lvl3pPr marL="1371600" lvl="2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3pPr>
            <a:lvl4pPr marL="1828800" lvl="3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4pPr>
            <a:lvl5pPr marL="2286000" lvl="4" indent="-22860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/>
            </a:lvl5pPr>
            <a:lvl6pPr marL="2743200" lvl="5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6pPr>
            <a:lvl7pPr marL="3200400" lvl="6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●"/>
              <a:defRPr sz="2800"/>
            </a:lvl7pPr>
            <a:lvl8pPr marL="3657600" lvl="7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○"/>
              <a:defRPr sz="2800"/>
            </a:lvl8pPr>
            <a:lvl9pPr marL="4114800" lvl="8" indent="-4953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4200"/>
              <a:buChar char="■"/>
              <a:defRPr sz="2800"/>
            </a:lvl9pPr>
          </a:lstStyle>
          <a:p>
            <a:endParaRPr/>
          </a:p>
        </p:txBody>
      </p:sp>
      <p:sp>
        <p:nvSpPr>
          <p:cNvPr id="16" name="Google Shape;16;g3a96914d2d1_0_189"/>
          <p:cNvSpPr txBox="1">
            <a:spLocks noGrp="1"/>
          </p:cNvSpPr>
          <p:nvPr>
            <p:ph type="sldNum" idx="12"/>
          </p:nvPr>
        </p:nvSpPr>
        <p:spPr>
          <a:xfrm>
            <a:off x="16620276" y="9610208"/>
            <a:ext cx="410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00" tIns="68500" rIns="68500" bIns="68500" anchor="ctr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TITLE_AND_BODY_15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accfc1d022_0_209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a96914d2d1_0_152"/>
          <p:cNvSpPr txBox="1">
            <a:spLocks noGrp="1"/>
          </p:cNvSpPr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1" name="Google Shape;21;g3a96914d2d1_0_15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a96914d2d1_0_15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4" name="Google Shape;24;g3a96914d2d1_0_15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25" name="Google Shape;25;g3a96914d2d1_0_15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a96914d2d1_0_159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28" name="Google Shape;28;g3a96914d2d1_0_159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9" name="Google Shape;29;g3a96914d2d1_0_159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g3a96914d2d1_0_15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96914d2d1_0_16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3" name="Google Shape;33;g3a96914d2d1_0_16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a96914d2d1_0_16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g3a96914d2d1_0_16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7" name="Google Shape;37;g3a96914d2d1_0_16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a96914d2d1_0_171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40" name="Google Shape;40;g3a96914d2d1_0_17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96914d2d1_0_174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a96914d2d1_0_174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44" name="Google Shape;44;g3a96914d2d1_0_174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g3a96914d2d1_0_174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46" name="Google Shape;46;g3a96914d2d1_0_17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a96914d2d1_0_18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>
            <a:endParaRPr/>
          </a:p>
        </p:txBody>
      </p:sp>
      <p:sp>
        <p:nvSpPr>
          <p:cNvPr id="49" name="Google Shape;49;g3a96914d2d1_0_18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96914d2d1_0_183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52" name="Google Shape;52;g3a96914d2d1_0_183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marL="914400" lvl="1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marL="1371600" lvl="2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marL="1828800" lvl="3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marL="2286000" lvl="4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marL="2743200" lvl="5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marL="3200400" lvl="6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marL="3657600" lvl="7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marL="4114800" lvl="8" indent="-406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/>
          </a:p>
        </p:txBody>
      </p:sp>
      <p:sp>
        <p:nvSpPr>
          <p:cNvPr id="53" name="Google Shape;53;g3a96914d2d1_0_183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96914d2d1_0_18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TITLE_AND_BODY_1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ccfc1d022_0_398"/>
          <p:cNvSpPr txBox="1">
            <a:spLocks noGrp="1"/>
          </p:cNvSpPr>
          <p:nvPr>
            <p:ph type="sldNum" idx="12"/>
          </p:nvPr>
        </p:nvSpPr>
        <p:spPr>
          <a:xfrm>
            <a:off x="8996361" y="9810750"/>
            <a:ext cx="285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b" anchorCtr="0">
            <a:sp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a96914d2d1_0_144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None/>
              <a:defRPr sz="5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a96914d2d1_0_144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●"/>
              <a:defRPr sz="3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●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○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6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■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3a96914d2d1_0_144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10.xml"/><Relationship Id="rId3" Type="http://schemas.openxmlformats.org/officeDocument/2006/relationships/image" Target="../media/image4.jpg"/><Relationship Id="rId7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7.xml"/><Relationship Id="rId11" Type="http://schemas.openxmlformats.org/officeDocument/2006/relationships/image" Target="../media/image5.png"/><Relationship Id="rId5" Type="http://schemas.openxmlformats.org/officeDocument/2006/relationships/slide" Target="slide6.xml"/><Relationship Id="rId10" Type="http://schemas.openxmlformats.org/officeDocument/2006/relationships/slide" Target="slide12.xml"/><Relationship Id="rId4" Type="http://schemas.openxmlformats.org/officeDocument/2006/relationships/slide" Target="slide4.xml"/><Relationship Id="rId9" Type="http://schemas.openxmlformats.org/officeDocument/2006/relationships/slide" Target="slide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a96914d2d1_0_10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57150" y="4260025"/>
            <a:ext cx="6973700" cy="17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g3ae24b5c77d_0_312"/>
          <p:cNvGrpSpPr/>
          <p:nvPr/>
        </p:nvGrpSpPr>
        <p:grpSpPr>
          <a:xfrm>
            <a:off x="1907347" y="319075"/>
            <a:ext cx="14473306" cy="9648850"/>
            <a:chOff x="1907347" y="319075"/>
            <a:chExt cx="14473306" cy="9648850"/>
          </a:xfrm>
        </p:grpSpPr>
        <p:pic>
          <p:nvPicPr>
            <p:cNvPr id="68" name="Google Shape;68;g3ae24b5c77d_0_3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907347" y="319075"/>
              <a:ext cx="14473306" cy="9648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" name="Google Shape;69;g3ae24b5c77d_0_312"/>
            <p:cNvSpPr txBox="1"/>
            <p:nvPr/>
          </p:nvSpPr>
          <p:spPr>
            <a:xfrm>
              <a:off x="5997590" y="7945252"/>
              <a:ext cx="6292800" cy="111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7100" tIns="137100" rIns="137100" bIns="137100" anchor="t" anchorCtr="0">
              <a:spAutoFit/>
            </a:bodyPr>
            <a:lstStyle/>
            <a:p>
              <a:pPr marL="0" marR="0" lvl="0" indent="0" algn="ctr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800"/>
                <a:buFont typeface="Arial"/>
                <a:buNone/>
              </a:pPr>
              <a:r>
                <a:rPr lang="pt-BR" sz="6800">
                  <a:solidFill>
                    <a:srgbClr val="15E6FC"/>
                  </a:solidFill>
                  <a:latin typeface="DM Sans"/>
                  <a:ea typeface="DM Sans"/>
                  <a:cs typeface="DM Sans"/>
                  <a:sym typeface="DM Sans"/>
                </a:rPr>
                <a:t>AdServer</a:t>
              </a:r>
              <a:endParaRPr sz="6800" b="0" i="0" u="none" strike="noStrike" cap="non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70" name="Google Shape;70;g3ae24b5c77d_0_312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</a:t>
            </a:r>
            <a:r>
              <a:rPr lang="pt-BR" sz="1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6</a:t>
            </a: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96914d2d1_0_4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pt-BR" sz="2400" u="sng" dirty="0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4" action="ppaction://hlinksldjump"/>
              </a:rPr>
              <a:t>Organograma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5" action="ppaction://hlinksldjump"/>
              </a:rPr>
              <a:t>O que é um Ad Server</a:t>
            </a:r>
            <a:endParaRPr lang="pt-BR"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6" action="ppaction://hlinksldjump"/>
              </a:rPr>
              <a:t>Principais Processos de um Ad Server</a:t>
            </a:r>
            <a:endParaRPr lang="pt-BR"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7" action="ppaction://hlinksldjump"/>
              </a:rPr>
              <a:t>Diferença entre </a:t>
            </a:r>
            <a:r>
              <a:rPr lang="pt-BR" sz="2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7" action="ppaction://hlinksldjump"/>
              </a:rPr>
              <a:t>Tag</a:t>
            </a: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7" action="ppaction://hlinksldjump"/>
              </a:rPr>
              <a:t> e Contador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8" action="ppaction://hlinksldjump"/>
              </a:rPr>
              <a:t>Ad Servers mais conhecidos do mercado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9" action="ppaction://hlinksldjump"/>
              </a:rPr>
              <a:t>CM360 x </a:t>
            </a:r>
            <a:r>
              <a:rPr lang="pt-BR" sz="24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9" action="ppaction://hlinksldjump"/>
              </a:rPr>
              <a:t>Flashtalking</a:t>
            </a: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9" action="ppaction://hlinksldjump"/>
              </a:rPr>
              <a:t> - Igualdades e Diferenças</a:t>
            </a:r>
            <a:endParaRPr lang="pt-BR"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pt-BR" sz="24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10" action="ppaction://hlinksldjump"/>
              </a:rPr>
              <a:t>Conclusão</a:t>
            </a:r>
            <a:endParaRPr sz="24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7" name="Google Shape;77;g3a96914d2d1_0_491"/>
          <p:cNvSpPr txBox="1"/>
          <p:nvPr/>
        </p:nvSpPr>
        <p:spPr>
          <a:xfrm>
            <a:off x="1071005" y="922875"/>
            <a:ext cx="53034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g3a96914d2d1_0_491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2026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79" name="Google Shape;79;g3a96914d2d1_0_491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0" name="Google Shape;80;g3a96914d2d1_0_491" descr="Tornado Whit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g3a96914d2d1_0_49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g3a96914d2d1_0_491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/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39E9A097-3357-8FF8-7B32-D4948EDC9F30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/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/>
            <p:cNvSpPr txBox="1"/>
            <p:nvPr/>
          </p:nvSpPr>
          <p:spPr>
            <a:xfrm>
              <a:off x="6281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de </a:t>
              </a: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e Projetos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/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/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/>
            <p:cNvSpPr txBox="1"/>
            <p:nvPr/>
          </p:nvSpPr>
          <p:spPr>
            <a:xfrm>
              <a:off x="6279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Tiago Domingos</a:t>
              </a:r>
              <a:endParaRPr sz="20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b="0" i="0" u="none" strike="noStrike" cap="none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tiago.santos@stormx.com.br</a:t>
              </a:r>
              <a:endParaRPr sz="2121" b="0" i="0" u="none" strike="noStrike" cap="none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755724AB-BD5B-5CA1-CB6D-30E254D9A64B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/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/>
            <p:cNvSpPr txBox="1"/>
            <p:nvPr/>
          </p:nvSpPr>
          <p:spPr>
            <a:xfrm>
              <a:off x="51152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 dirty="0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Diretora de Atendimento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/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/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/>
            <p:cNvSpPr txBox="1"/>
            <p:nvPr/>
          </p:nvSpPr>
          <p:spPr>
            <a:xfrm>
              <a:off x="5115066" y="5863547"/>
              <a:ext cx="3612000" cy="86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Livia </a:t>
              </a:r>
              <a:r>
                <a:rPr lang="pt-BR" sz="2037" b="1" i="0" u="none" strike="noStrike" cap="none" dirty="0" err="1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Bousquet</a:t>
              </a:r>
              <a:endParaRPr sz="20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637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livia.bousquet</a:t>
              </a:r>
              <a:r>
                <a:rPr lang="pt-BR" sz="1637" b="0" i="0" u="none" strike="noStrike" cap="none" dirty="0">
                  <a:solidFill>
                    <a:srgbClr val="211A19"/>
                  </a:solidFill>
                  <a:latin typeface="DM Sans Light"/>
                  <a:ea typeface="DM Sans Light"/>
                  <a:cs typeface="DM Sans Light"/>
                  <a:sym typeface="DM Sans Light"/>
                </a:rPr>
                <a:t>@stormx.com.br</a:t>
              </a:r>
              <a:endParaRPr sz="2121" b="0" i="0" u="none" strike="noStrike" cap="none" dirty="0">
                <a:solidFill>
                  <a:srgbClr val="000000"/>
                </a:solidFill>
                <a:latin typeface="DM Sans Light"/>
                <a:ea typeface="DM Sans Light"/>
                <a:cs typeface="DM Sans 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00B052D4-0C49-8D7F-2EB8-BA54E893C627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/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/>
            <p:cNvSpPr txBox="1"/>
            <p:nvPr/>
          </p:nvSpPr>
          <p:spPr>
            <a:xfrm>
              <a:off x="9602341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Líder 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/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/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/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Aline Calderan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aline.calderan@stormx.com.br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C9CCA089-2280-B9A6-46D8-17EB2F0769A0}"/>
              </a:ext>
            </a:extLst>
          </p:cNvPr>
          <p:cNvGrpSpPr/>
          <p:nvPr/>
        </p:nvGrpSpPr>
        <p:grpSpPr>
          <a:xfrm>
            <a:off x="13766100" y="2839263"/>
            <a:ext cx="4258500" cy="5273700"/>
            <a:chOff x="13766100" y="2839263"/>
            <a:chExt cx="4258500" cy="5273700"/>
          </a:xfrm>
        </p:grpSpPr>
        <p:sp>
          <p:nvSpPr>
            <p:cNvPr id="108" name="Google Shape;108;g3accfc1d022_0_10"/>
            <p:cNvSpPr/>
            <p:nvPr/>
          </p:nvSpPr>
          <p:spPr>
            <a:xfrm>
              <a:off x="137661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3accfc1d022_0_10"/>
            <p:cNvSpPr txBox="1"/>
            <p:nvPr/>
          </p:nvSpPr>
          <p:spPr>
            <a:xfrm>
              <a:off x="13927816" y="4193747"/>
              <a:ext cx="3612000" cy="166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Gerente</a:t>
              </a:r>
              <a:endParaRPr sz="3713" b="1" i="0" u="none" strike="noStrike" cap="none">
                <a:solidFill>
                  <a:srgbClr val="D3B7F7"/>
                </a:solidFill>
                <a:latin typeface="DM Sans SemiBold"/>
                <a:ea typeface="DM Sans SemiBold"/>
                <a:cs typeface="DM Sans SemiBold"/>
                <a:sym typeface="DM Sans SemiBold"/>
              </a:endParaRPr>
            </a:p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de Projetos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g3accfc1d022_0_10"/>
            <p:cNvSpPr/>
            <p:nvPr/>
          </p:nvSpPr>
          <p:spPr>
            <a:xfrm>
              <a:off x="139946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g3accfc1d022_0_10"/>
            <p:cNvSpPr/>
            <p:nvPr/>
          </p:nvSpPr>
          <p:spPr>
            <a:xfrm>
              <a:off x="148906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g3accfc1d022_0_10"/>
            <p:cNvSpPr txBox="1"/>
            <p:nvPr/>
          </p:nvSpPr>
          <p:spPr>
            <a:xfrm>
              <a:off x="13927650" y="5863550"/>
              <a:ext cx="39354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Carolina Dobner</a:t>
              </a:r>
              <a:endParaRPr sz="1937" b="1" i="0" u="none" strike="noStrike" cap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carolina.dobner@stormx.com.br</a:t>
              </a: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6">
          <a:extLst>
            <a:ext uri="{FF2B5EF4-FFF2-40B4-BE49-F238E27FC236}">
              <a16:creationId xmlns:a16="http://schemas.microsoft.com/office/drawing/2014/main" id="{CCB57463-9309-DB10-394B-0964A970F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g3accfc1d022_0_10" descr="Tornado White.png">
            <a:extLst>
              <a:ext uri="{FF2B5EF4-FFF2-40B4-BE49-F238E27FC236}">
                <a16:creationId xmlns:a16="http://schemas.microsoft.com/office/drawing/2014/main" id="{58D9E240-4B76-B658-D95C-01ABB50227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3" cy="107821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g3accfc1d022_0_10">
            <a:extLst>
              <a:ext uri="{FF2B5EF4-FFF2-40B4-BE49-F238E27FC236}">
                <a16:creationId xmlns:a16="http://schemas.microsoft.com/office/drawing/2014/main" id="{AFA40689-7145-E33E-49D6-20BA766B418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142" b="0" i="0" u="none" strike="noStrike" cap="none" dirty="0">
              <a:solidFill>
                <a:srgbClr val="F2F2F2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90" name="Google Shape;90;g3accfc1d022_0_10">
            <a:extLst>
              <a:ext uri="{FF2B5EF4-FFF2-40B4-BE49-F238E27FC236}">
                <a16:creationId xmlns:a16="http://schemas.microsoft.com/office/drawing/2014/main" id="{E8562FD1-DE5E-3A76-B48D-7D6CD57BA1EE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ccfc1d022_0_10">
            <a:extLst>
              <a:ext uri="{FF2B5EF4-FFF2-40B4-BE49-F238E27FC236}">
                <a16:creationId xmlns:a16="http://schemas.microsoft.com/office/drawing/2014/main" id="{14D1C67F-AE43-2D7A-027A-6D184F7E2A5A}"/>
              </a:ext>
            </a:extLst>
          </p:cNvPr>
          <p:cNvSpPr txBox="1"/>
          <p:nvPr/>
        </p:nvSpPr>
        <p:spPr>
          <a:xfrm>
            <a:off x="1071000" y="922875"/>
            <a:ext cx="7102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>
                <a:solidFill>
                  <a:srgbClr val="14DC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Organograma</a:t>
            </a:r>
            <a:endParaRPr sz="4800" b="1" i="0" u="none" strike="noStrike" cap="none">
              <a:solidFill>
                <a:srgbClr val="14DC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g3accfc1d022_0_10">
            <a:extLst>
              <a:ext uri="{FF2B5EF4-FFF2-40B4-BE49-F238E27FC236}">
                <a16:creationId xmlns:a16="http://schemas.microsoft.com/office/drawing/2014/main" id="{C1710F10-33B2-DB9F-08E2-0D9D99567CD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g3accfc1d022_0_10">
            <a:extLst>
              <a:ext uri="{FF2B5EF4-FFF2-40B4-BE49-F238E27FC236}">
                <a16:creationId xmlns:a16="http://schemas.microsoft.com/office/drawing/2014/main" id="{6E15357A-2A0C-C996-734F-4C11497EAE57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DA5FA2AA-98FD-6EE1-46BE-5316FF497596}"/>
              </a:ext>
            </a:extLst>
          </p:cNvPr>
          <p:cNvGrpSpPr/>
          <p:nvPr/>
        </p:nvGrpSpPr>
        <p:grpSpPr>
          <a:xfrm>
            <a:off x="304800" y="2839263"/>
            <a:ext cx="4258500" cy="5273700"/>
            <a:chOff x="304800" y="2839263"/>
            <a:chExt cx="4258500" cy="5273700"/>
          </a:xfrm>
        </p:grpSpPr>
        <p:sp>
          <p:nvSpPr>
            <p:cNvPr id="87" name="Google Shape;87;g3accfc1d022_0_10">
              <a:extLst>
                <a:ext uri="{FF2B5EF4-FFF2-40B4-BE49-F238E27FC236}">
                  <a16:creationId xmlns:a16="http://schemas.microsoft.com/office/drawing/2014/main" id="{F1724877-E2D2-79BF-E274-650B4B38EDB2}"/>
                </a:ext>
              </a:extLst>
            </p:cNvPr>
            <p:cNvSpPr/>
            <p:nvPr/>
          </p:nvSpPr>
          <p:spPr>
            <a:xfrm>
              <a:off x="3048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g3accfc1d022_0_10">
              <a:extLst>
                <a:ext uri="{FF2B5EF4-FFF2-40B4-BE49-F238E27FC236}">
                  <a16:creationId xmlns:a16="http://schemas.microsoft.com/office/drawing/2014/main" id="{D73A134A-E33B-F29B-AE5D-278F49F79D41}"/>
                </a:ext>
              </a:extLst>
            </p:cNvPr>
            <p:cNvSpPr txBox="1"/>
            <p:nvPr/>
          </p:nvSpPr>
          <p:spPr>
            <a:xfrm>
              <a:off x="6281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3713"/>
                <a:buFont typeface="DM Sans SemiBold"/>
                <a:buNone/>
              </a:pPr>
              <a:r>
                <a:rPr lang="pt-BR" sz="3713" b="1" i="0" u="none" strike="noStrike" cap="none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g3accfc1d022_0_10">
              <a:extLst>
                <a:ext uri="{FF2B5EF4-FFF2-40B4-BE49-F238E27FC236}">
                  <a16:creationId xmlns:a16="http://schemas.microsoft.com/office/drawing/2014/main" id="{7CF8FD49-6ECE-5563-E7B3-E654A0CF23CE}"/>
                </a:ext>
              </a:extLst>
            </p:cNvPr>
            <p:cNvSpPr/>
            <p:nvPr/>
          </p:nvSpPr>
          <p:spPr>
            <a:xfrm>
              <a:off x="5333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g3accfc1d022_0_10">
              <a:extLst>
                <a:ext uri="{FF2B5EF4-FFF2-40B4-BE49-F238E27FC236}">
                  <a16:creationId xmlns:a16="http://schemas.microsoft.com/office/drawing/2014/main" id="{D8E7694D-801A-716B-F852-C6CD32C3E70C}"/>
                </a:ext>
              </a:extLst>
            </p:cNvPr>
            <p:cNvSpPr/>
            <p:nvPr/>
          </p:nvSpPr>
          <p:spPr>
            <a:xfrm>
              <a:off x="14293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g3accfc1d022_0_10">
              <a:extLst>
                <a:ext uri="{FF2B5EF4-FFF2-40B4-BE49-F238E27FC236}">
                  <a16:creationId xmlns:a16="http://schemas.microsoft.com/office/drawing/2014/main" id="{FF3C4A67-3D19-0394-FC22-51913801644B}"/>
                </a:ext>
              </a:extLst>
            </p:cNvPr>
            <p:cNvSpPr txBox="1"/>
            <p:nvPr/>
          </p:nvSpPr>
          <p:spPr>
            <a:xfrm>
              <a:off x="627966" y="5863547"/>
              <a:ext cx="38406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Marcos Santos</a:t>
              </a:r>
            </a:p>
            <a:p>
              <a:pPr marL="0" lvl="0" indent="0"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marcos.santos@stormx.com.br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AFEBC3E-5913-704E-D8FF-A388CB6891F0}"/>
              </a:ext>
            </a:extLst>
          </p:cNvPr>
          <p:cNvGrpSpPr/>
          <p:nvPr/>
        </p:nvGrpSpPr>
        <p:grpSpPr>
          <a:xfrm>
            <a:off x="4791900" y="2839263"/>
            <a:ext cx="4258500" cy="5273700"/>
            <a:chOff x="4791900" y="2839263"/>
            <a:chExt cx="4258500" cy="5273700"/>
          </a:xfrm>
        </p:grpSpPr>
        <p:sp>
          <p:nvSpPr>
            <p:cNvPr id="98" name="Google Shape;98;g3accfc1d022_0_10">
              <a:extLst>
                <a:ext uri="{FF2B5EF4-FFF2-40B4-BE49-F238E27FC236}">
                  <a16:creationId xmlns:a16="http://schemas.microsoft.com/office/drawing/2014/main" id="{89C8A7A2-17BB-032A-2C79-9AF72004EFA0}"/>
                </a:ext>
              </a:extLst>
            </p:cNvPr>
            <p:cNvSpPr/>
            <p:nvPr/>
          </p:nvSpPr>
          <p:spPr>
            <a:xfrm>
              <a:off x="47919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g3accfc1d022_0_10">
              <a:extLst>
                <a:ext uri="{FF2B5EF4-FFF2-40B4-BE49-F238E27FC236}">
                  <a16:creationId xmlns:a16="http://schemas.microsoft.com/office/drawing/2014/main" id="{50261F97-945E-3503-C167-92EB1CB0BD1F}"/>
                </a:ext>
              </a:extLst>
            </p:cNvPr>
            <p:cNvSpPr txBox="1"/>
            <p:nvPr/>
          </p:nvSpPr>
          <p:spPr>
            <a:xfrm>
              <a:off x="51152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g3accfc1d022_0_10">
              <a:extLst>
                <a:ext uri="{FF2B5EF4-FFF2-40B4-BE49-F238E27FC236}">
                  <a16:creationId xmlns:a16="http://schemas.microsoft.com/office/drawing/2014/main" id="{DD4599B9-5ED8-2BAA-CBA1-23CD6116B50B}"/>
                </a:ext>
              </a:extLst>
            </p:cNvPr>
            <p:cNvSpPr/>
            <p:nvPr/>
          </p:nvSpPr>
          <p:spPr>
            <a:xfrm>
              <a:off x="50204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g3accfc1d022_0_10">
              <a:extLst>
                <a:ext uri="{FF2B5EF4-FFF2-40B4-BE49-F238E27FC236}">
                  <a16:creationId xmlns:a16="http://schemas.microsoft.com/office/drawing/2014/main" id="{17A25B30-F8A2-22DA-4302-519930E2DB1D}"/>
                </a:ext>
              </a:extLst>
            </p:cNvPr>
            <p:cNvSpPr/>
            <p:nvPr/>
          </p:nvSpPr>
          <p:spPr>
            <a:xfrm>
              <a:off x="59164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g3accfc1d022_0_10">
              <a:extLst>
                <a:ext uri="{FF2B5EF4-FFF2-40B4-BE49-F238E27FC236}">
                  <a16:creationId xmlns:a16="http://schemas.microsoft.com/office/drawing/2014/main" id="{C151D196-7CE7-D48C-83E1-10A391454E65}"/>
                </a:ext>
              </a:extLst>
            </p:cNvPr>
            <p:cNvSpPr txBox="1"/>
            <p:nvPr/>
          </p:nvSpPr>
          <p:spPr>
            <a:xfrm>
              <a:off x="5115066" y="5863547"/>
              <a:ext cx="3612000" cy="9096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20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João Braga</a:t>
              </a:r>
            </a:p>
            <a:p>
              <a:pPr>
                <a:buClr>
                  <a:srgbClr val="211A19"/>
                </a:buClr>
                <a:buSzPts val="1937"/>
              </a:pPr>
              <a:r>
                <a:rPr lang="pt-BR" sz="1937" dirty="0">
                  <a:solidFill>
                    <a:srgbClr val="211A19"/>
                  </a:solidFill>
                  <a:latin typeface="DM Sans ExtraLight"/>
                  <a:sym typeface="DM Sans Light"/>
                </a:rPr>
                <a:t>joao.braga@stormx.com.br</a:t>
              </a:r>
              <a:endParaRPr sz="1937" dirty="0">
                <a:solidFill>
                  <a:srgbClr val="211A19"/>
                </a:solidFill>
                <a:latin typeface="DM Sans ExtraLight"/>
                <a:sym typeface="DM Sans Light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4E33647-20E3-2D45-EEAC-7FCFB3E6EA7C}"/>
              </a:ext>
            </a:extLst>
          </p:cNvPr>
          <p:cNvGrpSpPr/>
          <p:nvPr/>
        </p:nvGrpSpPr>
        <p:grpSpPr>
          <a:xfrm>
            <a:off x="9279000" y="2839263"/>
            <a:ext cx="4258500" cy="5273700"/>
            <a:chOff x="9279000" y="2839263"/>
            <a:chExt cx="4258500" cy="5273700"/>
          </a:xfrm>
        </p:grpSpPr>
        <p:sp>
          <p:nvSpPr>
            <p:cNvPr id="103" name="Google Shape;103;g3accfc1d022_0_10">
              <a:extLst>
                <a:ext uri="{FF2B5EF4-FFF2-40B4-BE49-F238E27FC236}">
                  <a16:creationId xmlns:a16="http://schemas.microsoft.com/office/drawing/2014/main" id="{8DEFD449-4DFD-E00D-3D33-75EAF4DB536D}"/>
                </a:ext>
              </a:extLst>
            </p:cNvPr>
            <p:cNvSpPr/>
            <p:nvPr/>
          </p:nvSpPr>
          <p:spPr>
            <a:xfrm>
              <a:off x="9279000" y="2839263"/>
              <a:ext cx="4258500" cy="5273700"/>
            </a:xfrm>
            <a:prstGeom prst="roundRect">
              <a:avLst>
                <a:gd name="adj" fmla="val 8698"/>
              </a:avLst>
            </a:prstGeom>
            <a:noFill/>
            <a:ln w="19050" cap="flat" cmpd="sng">
              <a:solidFill>
                <a:srgbClr val="484D6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22"/>
                <a:buFont typeface="Arial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g3accfc1d022_0_10">
              <a:extLst>
                <a:ext uri="{FF2B5EF4-FFF2-40B4-BE49-F238E27FC236}">
                  <a16:creationId xmlns:a16="http://schemas.microsoft.com/office/drawing/2014/main" id="{136D8CC0-5A72-4BE5-42E3-109422003350}"/>
                </a:ext>
              </a:extLst>
            </p:cNvPr>
            <p:cNvSpPr txBox="1"/>
            <p:nvPr/>
          </p:nvSpPr>
          <p:spPr>
            <a:xfrm>
              <a:off x="9602341" y="4193747"/>
              <a:ext cx="3612000" cy="7551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lvl="0">
                <a:lnSpc>
                  <a:spcPct val="80000"/>
                </a:lnSpc>
                <a:buClr>
                  <a:srgbClr val="211A19"/>
                </a:buClr>
                <a:buSzPts val="3713"/>
              </a:pPr>
              <a:r>
                <a:rPr lang="pt-BR" sz="3713" b="1" dirty="0" err="1">
                  <a:solidFill>
                    <a:srgbClr val="D3B7F7"/>
                  </a:solidFill>
                  <a:latin typeface="DM Sans SemiBold"/>
                  <a:ea typeface="DM Sans SemiBold"/>
                  <a:cs typeface="DM Sans SemiBold"/>
                  <a:sym typeface="DM Sans SemiBold"/>
                </a:rPr>
                <a:t>AdOps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g3accfc1d022_0_10">
              <a:extLst>
                <a:ext uri="{FF2B5EF4-FFF2-40B4-BE49-F238E27FC236}">
                  <a16:creationId xmlns:a16="http://schemas.microsoft.com/office/drawing/2014/main" id="{4EA6BE3E-14ED-574A-1DAF-B5030E9AEA81}"/>
                </a:ext>
              </a:extLst>
            </p:cNvPr>
            <p:cNvSpPr/>
            <p:nvPr/>
          </p:nvSpPr>
          <p:spPr>
            <a:xfrm>
              <a:off x="9507592" y="3067887"/>
              <a:ext cx="228300" cy="228300"/>
            </a:xfrm>
            <a:prstGeom prst="ellipse">
              <a:avLst/>
            </a:prstGeom>
            <a:solidFill>
              <a:srgbClr val="15E6FC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77"/>
                <a:buFont typeface="Arial"/>
                <a:buNone/>
              </a:pPr>
              <a:endParaRPr sz="257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g3accfc1d022_0_10">
              <a:extLst>
                <a:ext uri="{FF2B5EF4-FFF2-40B4-BE49-F238E27FC236}">
                  <a16:creationId xmlns:a16="http://schemas.microsoft.com/office/drawing/2014/main" id="{3E85C8C3-86CD-1F6E-11B5-75FD17C93D35}"/>
                </a:ext>
              </a:extLst>
            </p:cNvPr>
            <p:cNvSpPr/>
            <p:nvPr/>
          </p:nvSpPr>
          <p:spPr>
            <a:xfrm>
              <a:off x="10403568" y="7756707"/>
              <a:ext cx="2009100" cy="75600"/>
            </a:xfrm>
            <a:prstGeom prst="roundRect">
              <a:avLst>
                <a:gd name="adj" fmla="val 50000"/>
              </a:avLst>
            </a:prstGeom>
            <a:solidFill>
              <a:srgbClr val="484D67"/>
            </a:solidFill>
            <a:ln>
              <a:noFill/>
            </a:ln>
          </p:spPr>
          <p:txBody>
            <a:bodyPr spcFirstLastPara="1" wrap="square" lIns="54700" tIns="54700" rIns="54700" bIns="54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422"/>
                <a:buFont typeface="Helvetica Neue"/>
                <a:buNone/>
              </a:pPr>
              <a:endParaRPr sz="242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g3accfc1d022_0_10">
              <a:extLst>
                <a:ext uri="{FF2B5EF4-FFF2-40B4-BE49-F238E27FC236}">
                  <a16:creationId xmlns:a16="http://schemas.microsoft.com/office/drawing/2014/main" id="{E0C2392C-9A6F-FF00-CFD4-892290D53CE5}"/>
                </a:ext>
              </a:extLst>
            </p:cNvPr>
            <p:cNvSpPr txBox="1"/>
            <p:nvPr/>
          </p:nvSpPr>
          <p:spPr>
            <a:xfrm>
              <a:off x="9602166" y="5863547"/>
              <a:ext cx="3612000" cy="89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7575" tIns="147575" rIns="147575" bIns="1475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Arial"/>
                <a:buNone/>
              </a:pPr>
              <a:r>
                <a:rPr lang="pt-BR" sz="1937" b="1" i="0" u="none" strike="noStrike" cap="none" dirty="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Felipe Lima</a:t>
              </a:r>
              <a:endParaRPr sz="1937" b="1" i="0" u="none" strike="noStrike" cap="none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11A19"/>
                </a:buClr>
                <a:buSzPts val="1937"/>
                <a:buFont typeface="DM Sans ExtraLight"/>
                <a:buNone/>
              </a:pPr>
              <a:r>
                <a:rPr lang="pt-BR" sz="1937" b="0" i="0" u="none" strike="noStrike" cap="none" dirty="0">
                  <a:solidFill>
                    <a:srgbClr val="211A19"/>
                  </a:solidFill>
                  <a:latin typeface="DM Sans ExtraLight"/>
                  <a:ea typeface="DM Sans ExtraLight"/>
                  <a:cs typeface="DM Sans ExtraLight"/>
                  <a:sym typeface="DM Sans ExtraLight"/>
                </a:rPr>
                <a:t>felipe.lima@stormx.com.br</a:t>
              </a:r>
              <a:endParaRPr sz="2421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322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/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 que é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/>
          <p:cNvSpPr txBox="1"/>
          <p:nvPr/>
        </p:nvSpPr>
        <p:spPr>
          <a:xfrm>
            <a:off x="110171" y="9673581"/>
            <a:ext cx="4381800" cy="523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lang="pt-BR" sz="1000" b="1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CBBB47E-EF85-03D6-6A88-7A7C621D9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Ad Server (Servidor de Anúncios) é uma plataforma responsável por armazenar, distribuir, rastrear e reportar anúncios digitais.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Ele é usado por: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Anunciantes → controlar campanhas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Agências → gerenciar veiculações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Veículos/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Publishers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 → exibir anúncios corretamente</a:t>
            </a:r>
          </a:p>
          <a:p>
            <a:pPr marL="0" indent="0">
              <a:lnSpc>
                <a:spcPct val="200000"/>
              </a:lnSpc>
              <a:buNone/>
            </a:pPr>
            <a:endParaRPr lang="pt-BR" dirty="0">
              <a:solidFill>
                <a:srgbClr val="494C67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pt-BR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Funções principais: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Armazenar criativos (banners, vídeos, </a:t>
            </a:r>
            <a:r>
              <a:rPr lang="pt-BR" sz="2900" dirty="0" err="1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rich</a:t>
            </a: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 media)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Distribuir anúncios conforme regras (segmentação, datas, frequência)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Medir resultados (impressões, cliques, conversões)</a:t>
            </a:r>
          </a:p>
          <a:p>
            <a:pPr marL="508000" lvl="1" indent="0">
              <a:lnSpc>
                <a:spcPct val="200000"/>
              </a:lnSpc>
              <a:buNone/>
            </a:pPr>
            <a:r>
              <a:rPr lang="pt-BR" sz="2900" dirty="0">
                <a:solidFill>
                  <a:srgbClr val="494C67"/>
                </a:solidFill>
                <a:latin typeface="DM Sans"/>
                <a:ea typeface="DM Sans"/>
                <a:cs typeface="DM Sans"/>
                <a:sym typeface="DM Sans"/>
              </a:rPr>
              <a:t>Unificar relatórios e controle de campanhas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0F1900D3-D336-0207-62B4-9E5D7F70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E1BB89C-4618-5B3D-145B-20CD4B963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20" y="2281006"/>
            <a:ext cx="10479233" cy="6986155"/>
          </a:xfrm>
          <a:prstGeom prst="rect">
            <a:avLst/>
          </a:prstGeom>
        </p:spPr>
      </p:pic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F32503C6-210C-3485-CF09-8CFC78AC900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DE01C-12FF-2AF3-A2BA-0A8441B2892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F7E7BB4D-C7CE-21E5-8CED-8DE89F3C4293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Principais Processos de um Ad Server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DC487A27-E104-3F09-632D-A2153BED8B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812D317C-6557-8269-952B-507A1D3B658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AE40A3EA-5803-B729-5327-884B68AD63E5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5EA9C0-BE44-A682-3B2B-6F93F4445D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Configuração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Inserção de criativos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Definição de datas, formatos e segmentações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Criação de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/contadores de veiculação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Agilidade e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indepência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na gestão das taxonomias</a:t>
            </a:r>
          </a:p>
          <a:p>
            <a:pPr marL="508000" lvl="1" indent="0">
              <a:buNone/>
            </a:pPr>
            <a:r>
              <a:rPr lang="pt-BR" sz="1600">
                <a:solidFill>
                  <a:srgbClr val="494C67"/>
                </a:solidFill>
                <a:latin typeface="DM Sans"/>
              </a:rPr>
              <a:t>Auditoria dos dados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Veiculação do anúncio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site/app chama o ad server via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ad server decide qual anúncio exibir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O criativo é carregado para o usuário</a:t>
            </a:r>
          </a:p>
          <a:p>
            <a:pPr lvl="1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Mensuração e rastreamento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Contagem de: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Aplicação de regras como: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Frequency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capping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(regra que limita quantas vezes um mesmo usuário vê 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um anúncio dentro de um período de tempo.)</a:t>
            </a:r>
          </a:p>
          <a:p>
            <a:pPr marL="965200" lvl="2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Rotação de criativos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Relatórios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Performance por campanha, criativo ou formato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Dados usados para otimização e faturamento</a:t>
            </a:r>
          </a:p>
        </p:txBody>
      </p:sp>
    </p:spTree>
    <p:extLst>
      <p:ext uri="{BB962C8B-B14F-4D97-AF65-F5344CB8AC3E}">
        <p14:creationId xmlns:p14="http://schemas.microsoft.com/office/powerpoint/2010/main" val="578832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D42E2B6D-0C7A-8533-A224-CE694468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AF95F7A-C374-BF16-71B7-8031811C6310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0D9CA0BB-F92E-83A4-0969-CF5E550CE0E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C9BF8D57-0554-0B1B-B3EC-E17432F4A9F7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Contador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525263A0-15B1-4828-14F6-35208353AF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5BB8D52F-043E-1666-A8B4-6DE0B39871B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776262CB-75FE-8425-32E2-025F6D534F9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17769096-7C0B-24D1-699D-969827CEF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(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de Veiculação)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o código que exibe o anúncio no site ou app.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Chama o ad server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Renderiza o criativo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Pode conter regras (tamanho, formato,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fallback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58C76B27-F6DA-64F9-5144-BBC59D62F4BA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Contador (Tracking / Pixel)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É usado apenas para rastreamento, não exibe anúncios.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Características: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Mede eventos específicos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Normalmente invisível (pixel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1x1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)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Pode contar: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Impressões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Cliques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Conversões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1501B3C-FF05-38A8-A156-81C388CE5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605" y="5276793"/>
            <a:ext cx="6678559" cy="415285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9806D4B6-80D0-7503-E8BA-FBC56A649C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76" y="6667383"/>
            <a:ext cx="7522820" cy="1314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3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8D8A4D08-D522-0501-A97D-B298C789C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A1648943-6BDD-85C1-C5E6-AA29BDCFC343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9EDFB061-D804-E5B8-2920-A50BA9E47D3C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16810287-C68C-7992-C100-EBDDC4F7525A}"/>
              </a:ext>
            </a:extLst>
          </p:cNvPr>
          <p:cNvSpPr txBox="1"/>
          <p:nvPr/>
        </p:nvSpPr>
        <p:spPr>
          <a:xfrm>
            <a:off x="1071000" y="922875"/>
            <a:ext cx="14563500" cy="8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Diferença entre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 Contador (Resumo)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C1D030CD-3A96-05C4-BEC1-22AA3A4628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EDA002D7-F5BC-1AAB-F542-62F48A809714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557FF53D-A8AE-7A3A-95C5-CE39F9B453A0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22600252-0027-B51D-EDE8-027607ADE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66444"/>
              </p:ext>
            </p:extLst>
          </p:nvPr>
        </p:nvGraphicFramePr>
        <p:xfrm>
          <a:off x="639232" y="2404764"/>
          <a:ext cx="17025366" cy="67329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5122">
                  <a:extLst>
                    <a:ext uri="{9D8B030D-6E8A-4147-A177-3AD203B41FA5}">
                      <a16:colId xmlns:a16="http://schemas.microsoft.com/office/drawing/2014/main" val="3635018633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1825949284"/>
                    </a:ext>
                  </a:extLst>
                </a:gridCol>
                <a:gridCol w="5675122">
                  <a:extLst>
                    <a:ext uri="{9D8B030D-6E8A-4147-A177-3AD203B41FA5}">
                      <a16:colId xmlns:a16="http://schemas.microsoft.com/office/drawing/2014/main" val="2181487887"/>
                    </a:ext>
                  </a:extLst>
                </a:gridCol>
              </a:tblGrid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Item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Tag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Contador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1970917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Exibe anúncio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81762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Mede eventos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352425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Código visual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Não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641146"/>
                  </a:ext>
                </a:extLst>
              </a:tr>
              <a:tr h="1346597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principal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Veiculação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Mensuração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 panose="020B0604020202020204" charset="0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50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458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1A11E28-6528-8101-DDAB-8249F01A1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285ED2EC-7AA9-0D8D-3425-7BE8D0C08A1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DF10E87A-0403-091D-A759-39F5AC89BE92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4595C7D-ECDD-19B0-579A-24783E2BF139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D3B7F7"/>
              </a:buClr>
              <a:buSzPts val="5675"/>
              <a:buFont typeface="Helvetica Neue"/>
              <a:buNone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 Servers mais conhecidos do mercado</a:t>
            </a:r>
            <a:endParaRPr sz="4800" b="1" i="0" u="none" strike="noStrike" cap="none" dirty="0">
              <a:solidFill>
                <a:srgbClr val="14E6F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8944434F-0A60-2EF5-FA9D-3F82D42528C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246B57DC-B1D7-07A1-A7D7-65BCB0E17BD8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6725EFDB-9EF8-90CB-FAE7-E7A7BC4CF02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6C09A9-4C9B-DEC9-E48F-248D3667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Campaign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Manager 360 (CM360) - Google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no mercado brasileiro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integração com Google Ads e DV360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Padrão em grandes anunciantes e agências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-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Innovid</a:t>
            </a: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Forte em criativos dinâmicos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Muito usado para campanhas globais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Alta personalização e controle criativo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Outros exemplos: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Adform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Sizmek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(descontinuado, mas histórico)</a:t>
            </a: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Smart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AdServer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  <a:p>
            <a:pPr marL="457200" lvl="1" indent="0">
              <a:buNone/>
            </a:pPr>
            <a:r>
              <a:rPr lang="pt-BR" sz="1600" dirty="0" err="1">
                <a:solidFill>
                  <a:srgbClr val="494C67"/>
                </a:solidFill>
                <a:latin typeface="DM Sans"/>
              </a:rPr>
              <a:t>Xandr</a:t>
            </a:r>
            <a:endParaRPr lang="pt-BR" sz="1600" dirty="0">
              <a:solidFill>
                <a:srgbClr val="494C67"/>
              </a:solidFill>
              <a:latin typeface="DM San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975E46C-06FC-AF1C-2026-366CB906A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640" y="1769119"/>
            <a:ext cx="10790960" cy="719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57B790AF-AEE4-532E-EDE2-F45ABAA1E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30DE8D3F-3A8A-0CD8-9FD0-15A54362AA49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B67A1A4-A096-6311-D397-AD7F2D323CCA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0FFF6D16-D8C5-F2FF-D68F-298151F20465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CM360 x </a:t>
            </a:r>
            <a:r>
              <a:rPr lang="pt-BR" sz="4800" b="1" i="0" u="none" strike="noStrike" cap="none" dirty="0" err="1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Flashtalking</a:t>
            </a: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4800" b="1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Igualdades e Diferenças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04F06156-694A-C2B0-B011-741CB4ACE1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3E9B50B-3712-A10C-35A1-D6E24918E162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C78BD0CC-44D0-13B3-257C-6C3D9D0F22B7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F35F072-C8BB-A96E-FDB3-AA99587D7F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Igualdades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Ambos: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São ad servers completos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Distribuem anúncios e medem performance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Geram relatórios detalhados</a:t>
            </a:r>
          </a:p>
          <a:p>
            <a:pPr marL="5080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Suportam: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Display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Vídeo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Rich Media</a:t>
            </a:r>
          </a:p>
          <a:p>
            <a:pPr marL="5080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Usam </a:t>
            </a:r>
            <a:r>
              <a:rPr lang="pt-BR" sz="16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1600" dirty="0">
                <a:solidFill>
                  <a:srgbClr val="494C67"/>
                </a:solidFill>
                <a:latin typeface="DM Sans"/>
              </a:rPr>
              <a:t> e contadores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F510ACD-2C3E-0F9E-A68B-FB8F18D27117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5080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Diferenças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FA22577D-6D9B-EF32-9B86-3CB16E8F1C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864628"/>
              </p:ext>
            </p:extLst>
          </p:nvPr>
        </p:nvGraphicFramePr>
        <p:xfrm>
          <a:off x="9664800" y="3165056"/>
          <a:ext cx="7999800" cy="33832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76582">
                  <a:extLst>
                    <a:ext uri="{9D8B030D-6E8A-4147-A177-3AD203B41FA5}">
                      <a16:colId xmlns:a16="http://schemas.microsoft.com/office/drawing/2014/main" val="1783663173"/>
                    </a:ext>
                  </a:extLst>
                </a:gridCol>
                <a:gridCol w="2556618">
                  <a:extLst>
                    <a:ext uri="{9D8B030D-6E8A-4147-A177-3AD203B41FA5}">
                      <a16:colId xmlns:a16="http://schemas.microsoft.com/office/drawing/2014/main" val="1202029886"/>
                    </a:ext>
                  </a:extLst>
                </a:gridCol>
                <a:gridCol w="2666600">
                  <a:extLst>
                    <a:ext uri="{9D8B030D-6E8A-4147-A177-3AD203B41FA5}">
                      <a16:colId xmlns:a16="http://schemas.microsoft.com/office/drawing/2014/main" val="17012390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Aspecto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CM360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Flashtalking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264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Empresa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Google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Innovid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108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Integração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Forte com Google (DV360, Ads)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Independente / </a:t>
                      </a:r>
                      <a:r>
                        <a:rPr lang="pt-BR" sz="2000" b="0" u="none" strike="noStrike" cap="none" dirty="0" err="1">
                          <a:solidFill>
                            <a:srgbClr val="494C67"/>
                          </a:solidFill>
                          <a:sym typeface="Arial"/>
                        </a:rPr>
                        <a:t>cross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-plataforma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679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Criativos dinâmicos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Básico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Muito avançado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8892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Personalização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Média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Alta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862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Interface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</a:t>
                      </a:r>
                      <a:r>
                        <a:rPr lang="pt-BR" dirty="0"/>
                        <a:t> </a:t>
                      </a: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simples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Mais técnica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317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Uso comum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Mercado Brasil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pt-BR" sz="2000" b="0" u="none" strike="noStrike" cap="none" dirty="0">
                          <a:solidFill>
                            <a:srgbClr val="494C67"/>
                          </a:solidFill>
                          <a:sym typeface="Arial"/>
                        </a:rPr>
                        <a:t>Grandes operações globais</a:t>
                      </a:r>
                      <a:endParaRPr lang="pt-BR" sz="2000" b="0" i="0" u="none" strike="noStrike" cap="none" dirty="0">
                        <a:solidFill>
                          <a:srgbClr val="494C67"/>
                        </a:solidFill>
                        <a:latin typeface="DM Sans"/>
                        <a:ea typeface="+mn-ea"/>
                        <a:cs typeface="Arial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9964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1898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>
          <a:extLst>
            <a:ext uri="{FF2B5EF4-FFF2-40B4-BE49-F238E27FC236}">
              <a16:creationId xmlns:a16="http://schemas.microsoft.com/office/drawing/2014/main" id="{FDCF14B9-5367-0939-52E5-A0347E442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e24b5c77d_0_266">
            <a:extLst>
              <a:ext uri="{FF2B5EF4-FFF2-40B4-BE49-F238E27FC236}">
                <a16:creationId xmlns:a16="http://schemas.microsoft.com/office/drawing/2014/main" id="{C77E314E-C1E0-9185-B568-A9703CF6A75F}"/>
              </a:ext>
            </a:extLst>
          </p:cNvPr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484D6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endParaRPr sz="1037" b="0" i="0" u="none" strike="noStrike" cap="none" dirty="0">
              <a:solidFill>
                <a:srgbClr val="000000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48" name="Google Shape;148;g3ae24b5c77d_0_266">
            <a:extLst>
              <a:ext uri="{FF2B5EF4-FFF2-40B4-BE49-F238E27FC236}">
                <a16:creationId xmlns:a16="http://schemas.microsoft.com/office/drawing/2014/main" id="{55EC7797-4F87-960B-AD01-E82E75AA5AC8}"/>
              </a:ext>
            </a:extLst>
          </p:cNvPr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14E6FC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ae24b5c77d_0_266">
            <a:extLst>
              <a:ext uri="{FF2B5EF4-FFF2-40B4-BE49-F238E27FC236}">
                <a16:creationId xmlns:a16="http://schemas.microsoft.com/office/drawing/2014/main" id="{5F16D416-8B48-43B5-DF99-A2302698688C}"/>
              </a:ext>
            </a:extLst>
          </p:cNvPr>
          <p:cNvSpPr txBox="1"/>
          <p:nvPr/>
        </p:nvSpPr>
        <p:spPr>
          <a:xfrm>
            <a:off x="1071000" y="922875"/>
            <a:ext cx="14563500" cy="822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425" tIns="114425" rIns="114425" bIns="114425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D3B7F7"/>
              </a:buClr>
              <a:buSzPts val="5675"/>
            </a:pPr>
            <a:r>
              <a:rPr lang="pt-BR" sz="4800" b="1" i="0" u="none" strike="noStrike" cap="none" dirty="0">
                <a:solidFill>
                  <a:srgbClr val="14E6F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Conclusão</a:t>
            </a:r>
            <a:endParaRPr lang="pt-BR" sz="4800" b="1" dirty="0">
              <a:solidFill>
                <a:srgbClr val="14E6FC"/>
              </a:solidFill>
              <a:latin typeface="Helvetica Neue"/>
              <a:sym typeface="Helvetica Neue"/>
            </a:endParaRPr>
          </a:p>
        </p:txBody>
      </p:sp>
      <p:pic>
        <p:nvPicPr>
          <p:cNvPr id="151" name="Google Shape;151;g3ae24b5c77d_0_266" descr="Tornado White.png">
            <a:extLst>
              <a:ext uri="{FF2B5EF4-FFF2-40B4-BE49-F238E27FC236}">
                <a16:creationId xmlns:a16="http://schemas.microsoft.com/office/drawing/2014/main" id="{BFD02462-6852-FD85-B5A8-601080DB55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399" y="766781"/>
            <a:ext cx="1090825" cy="107820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ae24b5c77d_0_266">
            <a:extLst>
              <a:ext uri="{FF2B5EF4-FFF2-40B4-BE49-F238E27FC236}">
                <a16:creationId xmlns:a16="http://schemas.microsoft.com/office/drawing/2014/main" id="{D2460289-7695-8852-97EB-01BBFBD2A10C}"/>
              </a:ext>
            </a:extLst>
          </p:cNvPr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ae24b5c77d_0_266">
            <a:extLst>
              <a:ext uri="{FF2B5EF4-FFF2-40B4-BE49-F238E27FC236}">
                <a16:creationId xmlns:a16="http://schemas.microsoft.com/office/drawing/2014/main" id="{42D682A5-E261-75E4-4989-F1A2B882BA3A}"/>
              </a:ext>
            </a:extLst>
          </p:cNvPr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rights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reserved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r>
              <a:rPr lang="pt-BR" sz="1000" b="1" i="0" u="none" strike="noStrike" cap="none" dirty="0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@2026 // Digital </a:t>
            </a:r>
            <a:r>
              <a:rPr lang="pt-BR" sz="1000" b="1" i="0" u="none" strike="noStrike" cap="none" dirty="0" err="1">
                <a:solidFill>
                  <a:srgbClr val="484D67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</a:t>
            </a:r>
            <a:endParaRPr sz="1000" b="1" i="0" u="none" strike="noStrike" cap="none" dirty="0">
              <a:solidFill>
                <a:srgbClr val="484D67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82EC03-5CC9-7E11-A0E2-059BFF5F91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Ad server é o coração da campanha digital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 err="1">
                <a:solidFill>
                  <a:srgbClr val="494C67"/>
                </a:solidFill>
                <a:latin typeface="DM Sans"/>
              </a:rPr>
              <a:t>Tags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exibem anúncios, contadores medem ações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CM360 e </a:t>
            </a:r>
            <a:r>
              <a:rPr lang="pt-BR" sz="2000" dirty="0" err="1">
                <a:solidFill>
                  <a:srgbClr val="494C67"/>
                </a:solidFill>
                <a:latin typeface="DM Sans"/>
              </a:rPr>
              <a:t>Flashtalking</a:t>
            </a:r>
            <a:r>
              <a:rPr lang="pt-BR" sz="2000" dirty="0">
                <a:solidFill>
                  <a:srgbClr val="494C67"/>
                </a:solidFill>
                <a:latin typeface="DM Sans"/>
              </a:rPr>
              <a:t> fazem a mesma função base</a:t>
            </a:r>
          </a:p>
          <a:p>
            <a:pPr marL="0" indent="0">
              <a:buNone/>
            </a:pPr>
            <a:endParaRPr lang="pt-BR" sz="2000" dirty="0">
              <a:solidFill>
                <a:srgbClr val="494C67"/>
              </a:solidFill>
              <a:latin typeface="DM Sans"/>
            </a:endParaRPr>
          </a:p>
          <a:p>
            <a:pPr marL="0" indent="0">
              <a:buNone/>
            </a:pPr>
            <a:r>
              <a:rPr lang="pt-BR" sz="2000" dirty="0">
                <a:solidFill>
                  <a:srgbClr val="494C67"/>
                </a:solidFill>
                <a:latin typeface="DM Sans"/>
              </a:rPr>
              <a:t>A escolha depende de: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Complexidade da campanha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Integrações necessárias</a:t>
            </a:r>
          </a:p>
          <a:p>
            <a:pPr marL="457200" lvl="1" indent="0">
              <a:buNone/>
            </a:pPr>
            <a:r>
              <a:rPr lang="pt-BR" sz="1600" dirty="0">
                <a:solidFill>
                  <a:srgbClr val="494C67"/>
                </a:solidFill>
                <a:latin typeface="DM Sans"/>
              </a:rPr>
              <a:t>Estratégia criativa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2A06DA7-F591-FA97-E338-D35741D09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004" y="1900985"/>
            <a:ext cx="10063596" cy="67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828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4D67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e24b5c77d_0_336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9" name="Google Shape;159;g3ae24b5c77d_0_3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7414" y="459110"/>
            <a:ext cx="14053171" cy="93687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g3accfc1d022_0_27" descr="Umbrella Bubbles bw.m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accfc1d022_0_27"/>
          <p:cNvSpPr txBox="1"/>
          <p:nvPr/>
        </p:nvSpPr>
        <p:spPr>
          <a:xfrm>
            <a:off x="793453" y="4417150"/>
            <a:ext cx="64779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3accfc1d022_0_27"/>
          <p:cNvSpPr txBox="1"/>
          <p:nvPr/>
        </p:nvSpPr>
        <p:spPr>
          <a:xfrm>
            <a:off x="793450" y="61459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accfc1d022_0_27"/>
          <p:cNvSpPr txBox="1"/>
          <p:nvPr/>
        </p:nvSpPr>
        <p:spPr>
          <a:xfrm>
            <a:off x="793454" y="2674050"/>
            <a:ext cx="6557100" cy="16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6700"/>
              <a:buFont typeface="Helvetica Neue"/>
              <a:buNone/>
            </a:pPr>
            <a:r>
              <a:rPr lang="pt-BR" sz="167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accfc1d022_0_27"/>
          <p:cNvSpPr txBox="1"/>
          <p:nvPr/>
        </p:nvSpPr>
        <p:spPr>
          <a:xfrm>
            <a:off x="4714530" y="7535675"/>
            <a:ext cx="3271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38100" rIns="38100" bIns="381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FE22"/>
              </a:buClr>
              <a:buSzPts val="1800"/>
              <a:buFont typeface="Helvetica Neue"/>
              <a:buNone/>
            </a:pPr>
            <a:r>
              <a:rPr lang="pt-BR" sz="1800" b="1" i="0" u="none" strike="noStrike" cap="none">
                <a:solidFill>
                  <a:srgbClr val="EAFE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then automate.</a:t>
            </a:r>
            <a:endParaRPr sz="2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9" name="Google Shape;169;g3accfc1d022_0_27" descr="Raio Light Beam.png"/>
          <p:cNvPicPr preferRelativeResize="0"/>
          <p:nvPr/>
        </p:nvPicPr>
        <p:blipFill rotWithShape="1">
          <a:blip r:embed="rId4">
            <a:alphaModFix/>
          </a:blip>
          <a:srcRect b="13366"/>
          <a:stretch/>
        </p:blipFill>
        <p:spPr>
          <a:xfrm>
            <a:off x="13285125" y="-1"/>
            <a:ext cx="3356399" cy="102870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accfc1d022_0_27"/>
          <p:cNvSpPr/>
          <p:nvPr/>
        </p:nvSpPr>
        <p:spPr>
          <a:xfrm>
            <a:off x="639233" y="304800"/>
            <a:ext cx="2335800" cy="257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2"/>
              <a:buFont typeface="Arial"/>
              <a:buNone/>
            </a:pPr>
            <a:r>
              <a:rPr lang="pt-BR" sz="1142" b="0" i="0" u="none" strike="noStrike" cap="none">
                <a:solidFill>
                  <a:srgbClr val="494C67"/>
                </a:solidFill>
                <a:latin typeface="DM Sans Black"/>
                <a:ea typeface="DM Sans Black"/>
                <a:cs typeface="DM Sans Black"/>
                <a:sym typeface="DM Sans Black"/>
              </a:rPr>
              <a:t>Unilever | Operação 2025</a:t>
            </a:r>
            <a:endParaRPr sz="1037" b="0" i="0" u="none" strike="noStrike" cap="none">
              <a:solidFill>
                <a:srgbClr val="494C67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71" name="Google Shape;171;g3accfc1d022_0_27"/>
          <p:cNvSpPr/>
          <p:nvPr/>
        </p:nvSpPr>
        <p:spPr>
          <a:xfrm>
            <a:off x="304800" y="304802"/>
            <a:ext cx="257700" cy="257400"/>
          </a:xfrm>
          <a:prstGeom prst="ellipse">
            <a:avLst/>
          </a:prstGeom>
          <a:solidFill>
            <a:srgbClr val="EAFE22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4"/>
              <a:buFont typeface="Arial"/>
              <a:buNone/>
            </a:pPr>
            <a:endParaRPr sz="266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accfc1d022_0_27"/>
          <p:cNvSpPr txBox="1"/>
          <p:nvPr/>
        </p:nvSpPr>
        <p:spPr>
          <a:xfrm>
            <a:off x="110171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 dirty="0" err="1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Stormx</a:t>
            </a:r>
            <a:endParaRPr sz="1000" b="1" i="0" u="none" strike="noStrike" cap="none" dirty="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3" name="Google Shape;173;g3accfc1d022_0_27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g3ae24b5c77d_0_301" descr="Umbrellas bw.m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3ae24b5c77d_0_301"/>
          <p:cNvSpPr txBox="1"/>
          <p:nvPr/>
        </p:nvSpPr>
        <p:spPr>
          <a:xfrm>
            <a:off x="13791889" y="9673581"/>
            <a:ext cx="438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00" tIns="182800" rIns="182800" bIns="1828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4D67"/>
              </a:buClr>
              <a:buSzPts val="1000"/>
              <a:buFont typeface="Helvetica Neue"/>
              <a:buNone/>
            </a:pPr>
            <a:r>
              <a:rPr lang="pt-BR" sz="1000" b="1" i="0" u="none" strike="noStrik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rights reserved to Stormx @2026 // Digital Forward</a:t>
            </a:r>
            <a:endParaRPr sz="1000" b="1" i="0" u="none" strike="noStrike" cap="non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80" name="Google Shape;180;g3ae24b5c77d_0_301" title="_Logo_RGB_1 copy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25175" y="4554050"/>
            <a:ext cx="4637649" cy="11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1899</TotalTime>
  <Words>896</Words>
  <Application>Microsoft Office PowerPoint</Application>
  <PresentationFormat>Personalizar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4" baseType="lpstr">
      <vt:lpstr>Helvetica Neue</vt:lpstr>
      <vt:lpstr>DM Sans Light</vt:lpstr>
      <vt:lpstr>Play</vt:lpstr>
      <vt:lpstr>DM Sans ExtraLight</vt:lpstr>
      <vt:lpstr>DM Sans</vt:lpstr>
      <vt:lpstr>Arial</vt:lpstr>
      <vt:lpstr>DM Sans Black</vt:lpstr>
      <vt:lpstr>DM Sans SemiBold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Aline Stormx</cp:lastModifiedBy>
  <cp:revision>8</cp:revision>
  <dcterms:modified xsi:type="dcterms:W3CDTF">2026-02-19T18:56:51Z</dcterms:modified>
</cp:coreProperties>
</file>