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9" r:id="rId6"/>
    <p:sldId id="290" r:id="rId57"/>
    <p:sldId id="261" r:id="rId7"/>
    <p:sldId id="270" r:id="rId8"/>
    <p:sldId id="278" r:id="rId10"/>
    <p:sldId id="266" r:id="rId11"/>
    <p:sldId id="267" r:id="rId12"/>
    <p:sldId id="291" r:id="rId58"/>
    <p:sldId id="281" r:id="rId52"/>
    <p:sldId id="300" r:id="rId60"/>
    <p:sldId id="292" r:id="rId59"/>
    <p:sldId id="283" r:id="rId54"/>
    <p:sldId id="284" r:id="rId55"/>
    <p:sldId id="285" r:id="rId56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2" Type="http://schemas.openxmlformats.org/officeDocument/2006/relationships/slide" Target="slides/slide16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Relationship Id="rId57" Type="http://schemas.openxmlformats.org/officeDocument/2006/relationships/slide" Target="slides/slide21.xml"/><Relationship Id="rId58" Type="http://schemas.openxmlformats.org/officeDocument/2006/relationships/slide" Target="slides/slide22.xml"/><Relationship Id="rId59" Type="http://schemas.openxmlformats.org/officeDocument/2006/relationships/slide" Target="slides/slide23.xml"/><Relationship Id="rId60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2:00–3:30 | ORGANOGRAMA — LIDERANÇA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cada pessoa pelo nome e cargo olhando para a turma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Lívia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3:30–4:30 | ORGANOGRAMA — EQUIPE ADOPS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Braga, Felipe Lima → são os nomes nos e-mails e chamadas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"Eles cuidam de trafficking, tags e relatórios no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→ Avance. Mudança de bloco — Ad Verification.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6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/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9A097-3357-8FF8-7B32-D4948EDC9F30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/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/>
            <p:cNvSpPr txBox="1"/>
            <p:nvPr/>
          </p:nvSpPr>
          <p:spPr>
            <a:xfrm>
              <a:off x="6281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 xml:space="preserve">de </a:t>
              </a: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 Projetos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/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/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/>
            <p:cNvSpPr txBox="1"/>
            <p:nvPr/>
          </p:nvSpPr>
          <p:spPr>
            <a:xfrm>
              <a:off x="6279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Tiago Domingos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tiago.santos@stormx.com.br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5724AB-BD5B-5CA1-CB6D-30E254D9A64B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/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/>
            <p:cNvSpPr txBox="1"/>
            <p:nvPr/>
          </p:nvSpPr>
          <p:spPr>
            <a:xfrm>
              <a:off x="51152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Diretora de Atendimento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/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/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/>
            <p:cNvSpPr txBox="1"/>
            <p:nvPr/>
          </p:nvSpPr>
          <p:spPr>
            <a:xfrm>
              <a:off x="51150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 xml:space="preserve">Livia </a:t>
              </a:r>
              <a:r>
                <a:rPr lang="pt-BR" sz="2037" b="1" i="0" u="none" strike="noStrike" cap="none" dirty="0" err="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Bousquet</a:t>
              </a:r>
              <a:endParaRPr sz="20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livia.bousquet</a:t>
              </a:r>
              <a:r>
                <a:rPr lang="pt-BR" sz="1637" b="0" i="0" u="none" strike="noStrike" cap="none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@stormx.com.br</a:t>
              </a:r>
              <a:endParaRPr sz="2121" b="0" i="0" u="none" strike="noStrike" cap="none" dirty="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B052D4-0C49-8D7F-2EB8-BA54E893C627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/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/>
            <p:cNvSpPr txBox="1"/>
            <p:nvPr/>
          </p:nvSpPr>
          <p:spPr>
            <a:xfrm>
              <a:off x="96023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Líder 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/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/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/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Aline Calderan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aline.calderan@stormx.com.br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9CCA089-2280-B9A6-46D8-17EB2F0769A0}"/>
              </a:ext>
            </a:extLst>
          </p:cNvPr>
          <p:cNvGrpSpPr/>
          <p:nvPr/>
        </p:nvGrpSpPr>
        <p:grpSpPr>
          <a:xfrm>
            <a:off x="13766100" y="2839263"/>
            <a:ext cx="4258500" cy="5273700"/>
            <a:chOff x="13766100" y="2839263"/>
            <a:chExt cx="4258500" cy="5273700"/>
          </a:xfrm>
        </p:grpSpPr>
        <p:sp>
          <p:nvSpPr>
            <p:cNvPr id="108" name="Google Shape;108;g3accfc1d022_0_10"/>
            <p:cNvSpPr/>
            <p:nvPr/>
          </p:nvSpPr>
          <p:spPr>
            <a:xfrm>
              <a:off x="137661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ccfc1d022_0_10"/>
            <p:cNvSpPr txBox="1"/>
            <p:nvPr/>
          </p:nvSpPr>
          <p:spPr>
            <a:xfrm>
              <a:off x="13927816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Gerente</a:t>
              </a: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ccfc1d022_0_10"/>
            <p:cNvSpPr/>
            <p:nvPr/>
          </p:nvSpPr>
          <p:spPr>
            <a:xfrm>
              <a:off x="139946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accfc1d022_0_10"/>
            <p:cNvSpPr/>
            <p:nvPr/>
          </p:nvSpPr>
          <p:spPr>
            <a:xfrm>
              <a:off x="148906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ccfc1d022_0_10"/>
            <p:cNvSpPr txBox="1"/>
            <p:nvPr/>
          </p:nvSpPr>
          <p:spPr>
            <a:xfrm>
              <a:off x="13927650" y="5863550"/>
              <a:ext cx="39354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Carolina Dobner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carolina.dobner@stormx.com.br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>
          <a:extLst>
            <a:ext uri="{FF2B5EF4-FFF2-40B4-BE49-F238E27FC236}">
              <a16:creationId xmlns:a16="http://schemas.microsoft.com/office/drawing/2014/main" id="{CCB57463-9309-DB10-394B-0964A97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>
            <a:extLst>
              <a:ext uri="{FF2B5EF4-FFF2-40B4-BE49-F238E27FC236}">
                <a16:creationId xmlns:a16="http://schemas.microsoft.com/office/drawing/2014/main" id="{58D9E240-4B76-B658-D95C-01ABB5022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>
            <a:extLst>
              <a:ext uri="{FF2B5EF4-FFF2-40B4-BE49-F238E27FC236}">
                <a16:creationId xmlns:a16="http://schemas.microsoft.com/office/drawing/2014/main" id="{AFA40689-7145-E33E-49D6-20BA766B418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>
            <a:extLst>
              <a:ext uri="{FF2B5EF4-FFF2-40B4-BE49-F238E27FC236}">
                <a16:creationId xmlns:a16="http://schemas.microsoft.com/office/drawing/2014/main" id="{E8562FD1-DE5E-3A76-B48D-7D6CD57BA1EE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>
            <a:extLst>
              <a:ext uri="{FF2B5EF4-FFF2-40B4-BE49-F238E27FC236}">
                <a16:creationId xmlns:a16="http://schemas.microsoft.com/office/drawing/2014/main" id="{14D1C67F-AE43-2D7A-027A-6D184F7E2A5A}"/>
              </a:ext>
            </a:extLst>
          </p:cNvPr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>
            <a:extLst>
              <a:ext uri="{FF2B5EF4-FFF2-40B4-BE49-F238E27FC236}">
                <a16:creationId xmlns:a16="http://schemas.microsoft.com/office/drawing/2014/main" id="{C1710F10-33B2-DB9F-08E2-0D9D99567CD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>
            <a:extLst>
              <a:ext uri="{FF2B5EF4-FFF2-40B4-BE49-F238E27FC236}">
                <a16:creationId xmlns:a16="http://schemas.microsoft.com/office/drawing/2014/main" id="{6E15357A-2A0C-C996-734F-4C11497EAE57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A5FA2AA-98FD-6EE1-46BE-5316FF497596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>
              <a:extLst>
                <a:ext uri="{FF2B5EF4-FFF2-40B4-BE49-F238E27FC236}">
                  <a16:creationId xmlns:a16="http://schemas.microsoft.com/office/drawing/2014/main" id="{F1724877-E2D2-79BF-E274-650B4B38EDB2}"/>
                </a:ext>
              </a:extLst>
            </p:cNvPr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>
              <a:extLst>
                <a:ext uri="{FF2B5EF4-FFF2-40B4-BE49-F238E27FC236}">
                  <a16:creationId xmlns:a16="http://schemas.microsoft.com/office/drawing/2014/main" id="{D73A134A-E33B-F29B-AE5D-278F49F79D41}"/>
                </a:ext>
              </a:extLst>
            </p:cNvPr>
            <p:cNvSpPr txBox="1"/>
            <p:nvPr/>
          </p:nvSpPr>
          <p:spPr>
            <a:xfrm>
              <a:off x="6281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>
              <a:extLst>
                <a:ext uri="{FF2B5EF4-FFF2-40B4-BE49-F238E27FC236}">
                  <a16:creationId xmlns:a16="http://schemas.microsoft.com/office/drawing/2014/main" id="{7CF8FD49-6ECE-5563-E7B3-E654A0CF23CE}"/>
                </a:ext>
              </a:extLst>
            </p:cNvPr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>
              <a:extLst>
                <a:ext uri="{FF2B5EF4-FFF2-40B4-BE49-F238E27FC236}">
                  <a16:creationId xmlns:a16="http://schemas.microsoft.com/office/drawing/2014/main" id="{D8E7694D-801A-716B-F852-C6CD32C3E70C}"/>
                </a:ext>
              </a:extLst>
            </p:cNvPr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>
              <a:extLst>
                <a:ext uri="{FF2B5EF4-FFF2-40B4-BE49-F238E27FC236}">
                  <a16:creationId xmlns:a16="http://schemas.microsoft.com/office/drawing/2014/main" id="{FF3C4A67-3D19-0394-FC22-51913801644B}"/>
                </a:ext>
              </a:extLst>
            </p:cNvPr>
            <p:cNvSpPr txBox="1"/>
            <p:nvPr/>
          </p:nvSpPr>
          <p:spPr>
            <a:xfrm>
              <a:off x="627966" y="5863547"/>
              <a:ext cx="38406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Marcos Santos</a:t>
              </a:r>
            </a:p>
            <a:p>
              <a:pPr marL="0" lvl="0" indent="0"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marcos.santos@stormx.com.br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AFEBC3E-5913-704E-D8FF-A388CB6891F0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>
              <a:extLst>
                <a:ext uri="{FF2B5EF4-FFF2-40B4-BE49-F238E27FC236}">
                  <a16:creationId xmlns:a16="http://schemas.microsoft.com/office/drawing/2014/main" id="{89C8A7A2-17BB-032A-2C79-9AF72004EFA0}"/>
                </a:ext>
              </a:extLst>
            </p:cNvPr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>
              <a:extLst>
                <a:ext uri="{FF2B5EF4-FFF2-40B4-BE49-F238E27FC236}">
                  <a16:creationId xmlns:a16="http://schemas.microsoft.com/office/drawing/2014/main" id="{50261F97-945E-3503-C167-92EB1CB0BD1F}"/>
                </a:ext>
              </a:extLst>
            </p:cNvPr>
            <p:cNvSpPr txBox="1"/>
            <p:nvPr/>
          </p:nvSpPr>
          <p:spPr>
            <a:xfrm>
              <a:off x="51152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>
              <a:extLst>
                <a:ext uri="{FF2B5EF4-FFF2-40B4-BE49-F238E27FC236}">
                  <a16:creationId xmlns:a16="http://schemas.microsoft.com/office/drawing/2014/main" id="{DD4599B9-5ED8-2BAA-CBA1-23CD6116B50B}"/>
                </a:ext>
              </a:extLst>
            </p:cNvPr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>
              <a:extLst>
                <a:ext uri="{FF2B5EF4-FFF2-40B4-BE49-F238E27FC236}">
                  <a16:creationId xmlns:a16="http://schemas.microsoft.com/office/drawing/2014/main" id="{17A25B30-F8A2-22DA-4302-519930E2DB1D}"/>
                </a:ext>
              </a:extLst>
            </p:cNvPr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>
              <a:extLst>
                <a:ext uri="{FF2B5EF4-FFF2-40B4-BE49-F238E27FC236}">
                  <a16:creationId xmlns:a16="http://schemas.microsoft.com/office/drawing/2014/main" id="{C151D196-7CE7-D48C-83E1-10A391454E65}"/>
                </a:ext>
              </a:extLst>
            </p:cNvPr>
            <p:cNvSpPr txBox="1"/>
            <p:nvPr/>
          </p:nvSpPr>
          <p:spPr>
            <a:xfrm>
              <a:off x="5115066" y="5863547"/>
              <a:ext cx="36120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João Braga</a:t>
              </a:r>
            </a:p>
            <a:p>
              <a:pPr>
                <a:buClr>
                  <a:srgbClr val="211A19"/>
                </a:buClr>
                <a:buSzPts val="1937"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joao.braga@stormx.com.br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4E33647-20E3-2D45-EEAC-7FCFB3E6EA7C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>
              <a:extLst>
                <a:ext uri="{FF2B5EF4-FFF2-40B4-BE49-F238E27FC236}">
                  <a16:creationId xmlns:a16="http://schemas.microsoft.com/office/drawing/2014/main" id="{8DEFD449-4DFD-E00D-3D33-75EAF4DB536D}"/>
                </a:ext>
              </a:extLst>
            </p:cNvPr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>
              <a:extLst>
                <a:ext uri="{FF2B5EF4-FFF2-40B4-BE49-F238E27FC236}">
                  <a16:creationId xmlns:a16="http://schemas.microsoft.com/office/drawing/2014/main" id="{136D8CC0-5A72-4BE5-42E3-109422003350}"/>
                </a:ext>
              </a:extLst>
            </p:cNvPr>
            <p:cNvSpPr txBox="1"/>
            <p:nvPr/>
          </p:nvSpPr>
          <p:spPr>
            <a:xfrm>
              <a:off x="96023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>
              <a:extLst>
                <a:ext uri="{FF2B5EF4-FFF2-40B4-BE49-F238E27FC236}">
                  <a16:creationId xmlns:a16="http://schemas.microsoft.com/office/drawing/2014/main" id="{4EA6BE3E-14ED-574A-1DAF-B5030E9AEA81}"/>
                </a:ext>
              </a:extLst>
            </p:cNvPr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>
              <a:extLst>
                <a:ext uri="{FF2B5EF4-FFF2-40B4-BE49-F238E27FC236}">
                  <a16:creationId xmlns:a16="http://schemas.microsoft.com/office/drawing/2014/main" id="{3E85C8C3-86CD-1F6E-11B5-75FD17C93D35}"/>
                </a:ext>
              </a:extLst>
            </p:cNvPr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>
              <a:extLst>
                <a:ext uri="{FF2B5EF4-FFF2-40B4-BE49-F238E27FC236}">
                  <a16:creationId xmlns:a16="http://schemas.microsoft.com/office/drawing/2014/main" id="{E0C2392C-9A6F-FF00-CFD4-892290D53CE5}"/>
                </a:ext>
              </a:extLst>
            </p:cNvPr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Felipe Lima</a:t>
              </a:r>
              <a:endParaRPr sz="19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 dirty="0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felipe.lima@stormx.com.br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22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/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 xml:space="preserve"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 xml:space="preserve"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