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301" r:id="rId5"/>
    <p:sldId id="290" r:id="rId6"/>
    <p:sldId id="261" r:id="rId7"/>
    <p:sldId id="270" r:id="rId8"/>
    <p:sldId id="278" r:id="rId9"/>
    <p:sldId id="266" r:id="rId10"/>
    <p:sldId id="267" r:id="rId11"/>
    <p:sldId id="291" r:id="rId12"/>
    <p:sldId id="281" r:id="rId13"/>
    <p:sldId id="300" r:id="rId14"/>
    <p:sldId id="292" r:id="rId15"/>
    <p:sldId id="283" r:id="rId16"/>
    <p:sldId id="284" r:id="rId17"/>
    <p:sldId id="285" r:id="rId18"/>
    <p:sldId id="269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 Mudança de bloco — Ad Verification.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6.png"/>
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  <Relationship Id="rId5" Type="http://schemas.openxmlformats.org/officeDocument/2006/relationships/image" Target="../media/image17.png"/>
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8.png"/>
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9.png"/>
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0.png"/>
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1.png"/>
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2.png"/>
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3.png"/>
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4.png"/>
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_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31570"/>
            <a:ext cx="329184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lang="pt-BR" sz="1800" dirty="0">
              <a:solidFill>
                <a:srgbClr val="494C67"/>
              </a:solidFill>
              <a:latin typeface="Arial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_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85875"/>
            <a:ext cx="384048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_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31570"/>
            <a:ext cx="329184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_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31570"/>
            <a:ext cx="329184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_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14575"/>
            <a:ext cx="438912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_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31570"/>
            <a:ext cx="329184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2" name="img_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71750"/>
            <a:ext cx="32918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2" name="img_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71750"/>
            <a:ext cx="32918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2" name="img_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71750"/>
            <a:ext cx="32918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3686</Words>
  <Application>Microsoft Office PowerPoint</Application>
  <PresentationFormat>Personalizar</PresentationFormat>
  <Paragraphs>466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DM Sans</vt:lpstr>
      <vt:lpstr>Helvetica Neue</vt:lpstr>
      <vt:lpstr>Play</vt:lpstr>
      <vt:lpstr>Arial</vt:lpstr>
      <vt:lpstr>DM Sans Black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9</cp:revision>
  <dcterms:modified xsi:type="dcterms:W3CDTF">2026-07-12T06:36:33Z</dcterms:modified>
</cp:coreProperties>
</file>