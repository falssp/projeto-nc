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301" r:id="rId61"/>
    <p:sldId id="290" r:id="rId57"/>
    <p:sldId id="261" r:id="rId7"/>
    <p:sldId id="270" r:id="rId8"/>
    <p:sldId id="278" r:id="rId10"/>
    <p:sldId id="266" r:id="rId11"/>
    <p:sldId id="267" r:id="rId12"/>
    <p:sldId id="291" r:id="rId58"/>
    <p:sldId id="281" r:id="rId52"/>
    <p:sldId id="300" r:id="rId60"/>
    <p:sldId id="292" r:id="rId59"/>
    <p:sldId id="283" r:id="rId54"/>
    <p:sldId id="284" r:id="rId55"/>
    <p:sldId id="285" r:id="rId56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2" Type="http://schemas.openxmlformats.org/officeDocument/2006/relationships/slide" Target="slides/slide16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Relationship Id="rId57" Type="http://schemas.openxmlformats.org/officeDocument/2006/relationships/slide" Target="slides/slide21.xml"/><Relationship Id="rId58" Type="http://schemas.openxmlformats.org/officeDocument/2006/relationships/slide" Target="slides/slide22.xml"/><Relationship Id="rId59" Type="http://schemas.openxmlformats.org/officeDocument/2006/relationships/slide" Target="slides/slide23.xml"/><Relationship Id="rId60" Type="http://schemas.openxmlformats.org/officeDocument/2006/relationships/slide" Target="slides/slide24.xml"/><Relationship Id="rId61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→ Avance. Mudança de bloco — Ad Verification.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→ Avance.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25.xml"/><Relationship Id="rId9" Type="http://schemas.openxmlformats.org/officeDocument/2006/relationships/slide" Target="slide1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6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Pensa assim: você tem um banner pronto. Alguém precisa </a:t>
            </a:r>
            <a:r>
              <a:rPr lang="pt-BR" sz="1900" b="1" dirty="0">
                <a:solidFill>
                  <a:srgbClr val="14E6FC"/>
                </a:solidFill>
                <a:latin typeface="Arial"/>
              </a:rPr>
              <a:t>guardar</a:t>
            </a: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 esse criativo, </a:t>
            </a:r>
            <a:r>
              <a:rPr lang="pt-BR" sz="1900" b="1" dirty="0">
                <a:solidFill>
                  <a:srgbClr val="14E6FC"/>
                </a:solidFill>
                <a:latin typeface="Arial"/>
              </a:rPr>
              <a:t>decidir</a:t>
            </a: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 pra quem vai aparecer e quando, e </a:t>
            </a:r>
            <a:r>
              <a:rPr lang="pt-BR" sz="1900" b="1" dirty="0">
                <a:solidFill>
                  <a:srgbClr val="14E6FC"/>
                </a:solidFill>
                <a:latin typeface="Arial"/>
              </a:rPr>
              <a:t>medir</a:t>
            </a: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 tudo que aconteceu. Esse alguém é o Ad Server.</a:t>
            </a:r>
          </a:p>
          <a:p>
            <a:pPr>
              <a:buNone/>
            </a:pPr>
            <a:endParaRPr lang="pt-BR" sz="19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900" b="1" dirty="0">
                <a:solidFill>
                  <a:srgbClr val="484D67"/>
                </a:solidFill>
                <a:latin typeface="Arial"/>
              </a:rPr>
              <a:t>Quem usa: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Anunciante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controlar a campanha e ter os dados na mão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Agência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gerenciar as veiculações e entregar relatórios unificados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Veículos/Publishers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exibir o criativo corretamente no site ou app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900" b="1" dirty="0">
                <a:solidFill>
                  <a:srgbClr val="484D67"/>
                </a:solidFill>
                <a:latin typeface="Arial"/>
              </a:rPr>
              <a:t>Quatro funções principais: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Armazenar criativos (banners, vídeos, rich media)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Distribuir conforme regras (segmentação, datas, frequência)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Medir resultados (impressões, cliques, conversões)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Unificar relatórios de todos os veículos num só lugar</a:t>
            </a: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/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/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/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/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 xml:space="preserve"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 xml:space="preserve"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