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Lst>
  <p:sldSz cy="5143500" cx="9144000"/>
  <p:notesSz cx="6858000" cy="9144000"/>
  <p:embeddedFontLst>
    <p:embeddedFont>
      <p:font typeface="DM Sans Black"/>
      <p:bold r:id="rId51"/>
      <p:boldItalic r:id="rId52"/>
    </p:embeddedFont>
    <p:embeddedFont>
      <p:font typeface="Helvetica Neue"/>
      <p:regular r:id="rId53"/>
      <p:bold r:id="rId54"/>
      <p:italic r:id="rId55"/>
      <p:boldItalic r:id="rId56"/>
    </p:embeddedFont>
    <p:embeddedFont>
      <p:font typeface="DM Sans"/>
      <p:regular r:id="rId57"/>
      <p:bold r:id="rId58"/>
      <p:italic r:id="rId59"/>
      <p:boldItalic r:id="rId6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60" Type="http://schemas.openxmlformats.org/officeDocument/2006/relationships/font" Target="fonts/DMSans-boldItalic.fntdata"/><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font" Target="fonts/DMSansBlack-bold.fntdata"/><Relationship Id="rId50" Type="http://schemas.openxmlformats.org/officeDocument/2006/relationships/slide" Target="slides/slide46.xml"/><Relationship Id="rId53" Type="http://schemas.openxmlformats.org/officeDocument/2006/relationships/font" Target="fonts/HelveticaNeue-regular.fntdata"/><Relationship Id="rId52" Type="http://schemas.openxmlformats.org/officeDocument/2006/relationships/font" Target="fonts/DMSansBlack-boldItalic.fntdata"/><Relationship Id="rId11" Type="http://schemas.openxmlformats.org/officeDocument/2006/relationships/slide" Target="slides/slide7.xml"/><Relationship Id="rId55" Type="http://schemas.openxmlformats.org/officeDocument/2006/relationships/font" Target="fonts/HelveticaNeue-italic.fntdata"/><Relationship Id="rId10" Type="http://schemas.openxmlformats.org/officeDocument/2006/relationships/slide" Target="slides/slide6.xml"/><Relationship Id="rId54" Type="http://schemas.openxmlformats.org/officeDocument/2006/relationships/font" Target="fonts/HelveticaNeue-bold.fntdata"/><Relationship Id="rId13" Type="http://schemas.openxmlformats.org/officeDocument/2006/relationships/slide" Target="slides/slide9.xml"/><Relationship Id="rId57" Type="http://schemas.openxmlformats.org/officeDocument/2006/relationships/font" Target="fonts/DMSans-regular.fntdata"/><Relationship Id="rId12" Type="http://schemas.openxmlformats.org/officeDocument/2006/relationships/slide" Target="slides/slide8.xml"/><Relationship Id="rId56" Type="http://schemas.openxmlformats.org/officeDocument/2006/relationships/font" Target="fonts/HelveticaNeue-boldItalic.fntdata"/><Relationship Id="rId15" Type="http://schemas.openxmlformats.org/officeDocument/2006/relationships/slide" Target="slides/slide11.xml"/><Relationship Id="rId59" Type="http://schemas.openxmlformats.org/officeDocument/2006/relationships/font" Target="fonts/DMSans-italic.fntdata"/><Relationship Id="rId14" Type="http://schemas.openxmlformats.org/officeDocument/2006/relationships/slide" Target="slides/slide10.xml"/><Relationship Id="rId58" Type="http://schemas.openxmlformats.org/officeDocument/2006/relationships/font" Target="fonts/DMSans-bold.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h4b5e8a3c59073b9b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56" name="Google Shape;56;h4b5e8a3c59073b9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h4b5e8a3c59073b9b_0_57: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61" name="Google Shape;61;h4b5e8a3c59073b9b_0_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h4b5e8a3c59073b9b_0_155: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03" name="Google Shape;103;h4b5e8a3c59073b9b_0_1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h4b5e8a3c59073b9b_0_750: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16" name="Google Shape;116;h4b5e8a3c59073b9b_0_7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h4b5e8a3c59073b9b_0_761: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29" name="Google Shape;129;h4b5e8a3c59073b9b_0_7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h4b5e8a3c59073b9b_0_218: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42" name="Google Shape;142;h4b5e8a3c59073b9b_0_2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h4b5e8a3c59073b9b_0_496: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54" name="Google Shape;154;h4b5e8a3c59073b9b_0_4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h4b5e8a3c59073b9b_0_293: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67" name="Google Shape;167;h4b5e8a3c59073b9b_0_2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h4b5e8a3c59073b9b_0_356: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79" name="Google Shape;179;h4b5e8a3c59073b9b_0_3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h4b5e8a3c59073b9b_0_582: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92" name="Google Shape;192;h4b5e8a3c59073b9b_0_5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h4b5e8a3c59073b9b_0_366: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204" name="Google Shape;204;h4b5e8a3c59073b9b_0_3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h4b5e8a3c59073b9b_0_377: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216" name="Google Shape;216;h4b5e8a3c59073b9b_0_3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h4b5e8a3c59073b9b_0_388: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228" name="Google Shape;228;h4b5e8a3c59073b9b_0_3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h4b5e8a3c59073b9b_0_399: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240" name="Google Shape;240;h4b5e8a3c59073b9b_0_39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h4b5e8a3c59073b9b_0_410: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252" name="Google Shape;252;h4b5e8a3c59073b9b_0_4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h4b5e8a3c59073b9b_0_421: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264" name="Google Shape;264;h4b5e8a3c59073b9b_0_4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h4b5e8a3c59073b9b_0_432: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276" name="Google Shape;276;h4b5e8a3c59073b9b_0_4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h4b5e8a3c59073b9b_0_593: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288" name="Google Shape;288;h4b5e8a3c59073b9b_0_5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h4b5e8a3c59073b9b_0_656: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299" name="Google Shape;299;h4b5e8a3c59073b9b_0_6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h4b5e8a3c59073b9b_0_878: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310" name="Google Shape;310;h4b5e8a3c59073b9b_0_8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h4b5e8a3c59073b9b_0_729: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346" name="Google Shape;346;h4b5e8a3c59073b9b_0_7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h4b5e8a3c59073b9b_0_810: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358" name="Google Shape;358;h4b5e8a3c59073b9b_0_8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h4b5e8a3c59073b9b_0_823: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370" name="Google Shape;370;h4b5e8a3c59073b9b_0_8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h4b5e8a3c59073b9b_0_966: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382" name="Google Shape;382;h4b5e8a3c59073b9b_0_9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h4b5e8a3c59073b9b_0_976: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393" name="Google Shape;393;h4b5e8a3c59073b9b_0_9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h4b5e8a3c59073b9b_0_987: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405" name="Google Shape;405;h4b5e8a3c59073b9b_0_9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h4b5e8a3c59073b9b_0_1023: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442" name="Google Shape;442;h4b5e8a3c59073b9b_0_10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h4b5e8a3c59073b9b_0_1039: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459" name="Google Shape;459;h4b5e8a3c59073b9b_0_10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h4b5e8a3c59073b9b_0_1049: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470" name="Google Shape;470;h4b5e8a3c59073b9b_0_10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h4b5e8a3c59073b9b_0_1059: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481" name="Google Shape;481;h4b5e8a3c59073b9b_0_10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h4b5e8a3c59073b9b_0_1069: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492" name="Google Shape;492;h4b5e8a3c59073b9b_0_10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h4b5e8a3c59073b9b_0_1079: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503" name="Google Shape;503;h4b5e8a3c59073b9b_0_10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h4b5e8a3c59073b9b_0_1089: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514" name="Google Shape;514;h4b5e8a3c59073b9b_0_10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h4b5e8a3c59073b9b_0_1099: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525" name="Google Shape;525;h4b5e8a3c59073b9b_0_109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h4b5e8a3c59073b9b_0_1109: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536" name="Google Shape;536;h4b5e8a3c59073b9b_0_110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h4b5e8a3c59073b9b_0_1119: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547" name="Google Shape;547;h4b5e8a3c59073b9b_0_11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h4b5e8a3c59073b9b_0_1129: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558" name="Google Shape;558;h4b5e8a3c59073b9b_0_11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h4b5e8a3c59073b9b_0_1139: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569" name="Google Shape;569;h4b5e8a3c59073b9b_0_11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h4b5e8a3c59073b9b_0_1149: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580" name="Google Shape;580;h4b5e8a3c59073b9b_0_11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h4b5e8a3c59073b9b_0_569: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591" name="Google Shape;591;h4b5e8a3c59073b9b_0_5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h4b5e8a3c59073b9b_0_559: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603" name="Google Shape;603;h4b5e8a3c59073b9b_0_5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h4b5e8a3c59073b9b_0_783: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615" name="Google Shape;615;h4b5e8a3c59073b9b_0_7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h4b5e8a3c59073b9b_0_834: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627" name="Google Shape;627;h4b5e8a3c59073b9b_0_8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h4b5e8a3c59073b9b_0_845: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639" name="Google Shape;639;h4b5e8a3c59073b9b_0_8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h4b5e8a3c59073b9b_0_856: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651" name="Google Shape;651;h4b5e8a3c59073b9b_0_8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h4b5e8a3c59073b9b_0_867: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663" name="Google Shape;663;h4b5e8a3c59073b9b_0_8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8">
  <p:cSld name="TITLE_7">
    <p:spTree>
      <p:nvGrpSpPr>
        <p:cNvPr id="50" name="Shape 50"/>
        <p:cNvGrpSpPr/>
        <p:nvPr/>
      </p:nvGrpSpPr>
      <p:grpSpPr>
        <a:xfrm>
          <a:off x="0" y="0"/>
          <a:ext cx="0" cy="0"/>
          <a:chOff x="0" y="0"/>
          <a:chExt cx="0" cy="0"/>
        </a:xfrm>
      </p:grpSpPr>
      <p:sp>
        <p:nvSpPr>
          <p:cNvPr id="51" name="Google Shape;51;p13"/>
          <p:cNvSpPr txBox="1"/>
          <p:nvPr>
            <p:ph type="title"/>
          </p:nvPr>
        </p:nvSpPr>
        <p:spPr>
          <a:xfrm>
            <a:off x="1143000" y="841772"/>
            <a:ext cx="6858000" cy="1790700"/>
          </a:xfrm>
          <a:prstGeom prst="rect">
            <a:avLst/>
          </a:prstGeom>
          <a:noFill/>
          <a:ln>
            <a:noFill/>
          </a:ln>
        </p:spPr>
        <p:txBody>
          <a:bodyPr anchorCtr="0" anchor="b" bIns="34250" lIns="34250" spcFirstLastPara="1" rIns="34250" wrap="square" tIns="34250">
            <a:normAutofit/>
          </a:bodyPr>
          <a:lstStyle>
            <a:lvl1pPr lvl="0" algn="ctr">
              <a:lnSpc>
                <a:spcPct val="90000"/>
              </a:lnSpc>
              <a:spcBef>
                <a:spcPts val="0"/>
              </a:spcBef>
              <a:spcAft>
                <a:spcPts val="0"/>
              </a:spcAft>
              <a:buClr>
                <a:srgbClr val="000000"/>
              </a:buClr>
              <a:buSzPts val="4500"/>
              <a:buFont typeface="Arial"/>
              <a:buNone/>
              <a:defRPr sz="4500"/>
            </a:lvl1pPr>
            <a:lvl2pPr lvl="1" algn="l">
              <a:lnSpc>
                <a:spcPct val="90000"/>
              </a:lnSpc>
              <a:spcBef>
                <a:spcPts val="0"/>
              </a:spcBef>
              <a:spcAft>
                <a:spcPts val="0"/>
              </a:spcAft>
              <a:buClr>
                <a:srgbClr val="000000"/>
              </a:buClr>
              <a:buSzPts val="1400"/>
              <a:buNone/>
              <a:defRPr sz="2800"/>
            </a:lvl2pPr>
            <a:lvl3pPr lvl="2" algn="l">
              <a:lnSpc>
                <a:spcPct val="90000"/>
              </a:lnSpc>
              <a:spcBef>
                <a:spcPts val="0"/>
              </a:spcBef>
              <a:spcAft>
                <a:spcPts val="0"/>
              </a:spcAft>
              <a:buClr>
                <a:srgbClr val="000000"/>
              </a:buClr>
              <a:buSzPts val="1400"/>
              <a:buNone/>
              <a:defRPr sz="2800"/>
            </a:lvl3pPr>
            <a:lvl4pPr lvl="3" algn="l">
              <a:lnSpc>
                <a:spcPct val="90000"/>
              </a:lnSpc>
              <a:spcBef>
                <a:spcPts val="0"/>
              </a:spcBef>
              <a:spcAft>
                <a:spcPts val="0"/>
              </a:spcAft>
              <a:buClr>
                <a:srgbClr val="000000"/>
              </a:buClr>
              <a:buSzPts val="1400"/>
              <a:buNone/>
              <a:defRPr sz="2800"/>
            </a:lvl4pPr>
            <a:lvl5pPr lvl="4" algn="l">
              <a:lnSpc>
                <a:spcPct val="90000"/>
              </a:lnSpc>
              <a:spcBef>
                <a:spcPts val="0"/>
              </a:spcBef>
              <a:spcAft>
                <a:spcPts val="0"/>
              </a:spcAft>
              <a:buClr>
                <a:srgbClr val="000000"/>
              </a:buClr>
              <a:buSzPts val="1400"/>
              <a:buNone/>
              <a:defRPr sz="2800"/>
            </a:lvl5pPr>
            <a:lvl6pPr lvl="5" algn="l">
              <a:lnSpc>
                <a:spcPct val="90000"/>
              </a:lnSpc>
              <a:spcBef>
                <a:spcPts val="0"/>
              </a:spcBef>
              <a:spcAft>
                <a:spcPts val="0"/>
              </a:spcAft>
              <a:buClr>
                <a:srgbClr val="000000"/>
              </a:buClr>
              <a:buSzPts val="1400"/>
              <a:buNone/>
              <a:defRPr sz="2800"/>
            </a:lvl6pPr>
            <a:lvl7pPr lvl="6" algn="l">
              <a:lnSpc>
                <a:spcPct val="90000"/>
              </a:lnSpc>
              <a:spcBef>
                <a:spcPts val="0"/>
              </a:spcBef>
              <a:spcAft>
                <a:spcPts val="0"/>
              </a:spcAft>
              <a:buClr>
                <a:srgbClr val="000000"/>
              </a:buClr>
              <a:buSzPts val="1400"/>
              <a:buNone/>
              <a:defRPr sz="2800"/>
            </a:lvl7pPr>
            <a:lvl8pPr lvl="7" algn="l">
              <a:lnSpc>
                <a:spcPct val="90000"/>
              </a:lnSpc>
              <a:spcBef>
                <a:spcPts val="0"/>
              </a:spcBef>
              <a:spcAft>
                <a:spcPts val="0"/>
              </a:spcAft>
              <a:buClr>
                <a:srgbClr val="000000"/>
              </a:buClr>
              <a:buSzPts val="1400"/>
              <a:buNone/>
              <a:defRPr sz="2800"/>
            </a:lvl8pPr>
            <a:lvl9pPr lvl="8" algn="l">
              <a:lnSpc>
                <a:spcPct val="90000"/>
              </a:lnSpc>
              <a:spcBef>
                <a:spcPts val="0"/>
              </a:spcBef>
              <a:spcAft>
                <a:spcPts val="0"/>
              </a:spcAft>
              <a:buClr>
                <a:srgbClr val="000000"/>
              </a:buClr>
              <a:buSzPts val="1400"/>
              <a:buNone/>
              <a:defRPr sz="2800"/>
            </a:lvl9pPr>
          </a:lstStyle>
          <a:p/>
        </p:txBody>
      </p:sp>
      <p:sp>
        <p:nvSpPr>
          <p:cNvPr id="52" name="Google Shape;52;p13"/>
          <p:cNvSpPr txBox="1"/>
          <p:nvPr>
            <p:ph idx="1" type="body"/>
          </p:nvPr>
        </p:nvSpPr>
        <p:spPr>
          <a:xfrm>
            <a:off x="1143000" y="2701528"/>
            <a:ext cx="6858000" cy="1241700"/>
          </a:xfrm>
          <a:prstGeom prst="rect">
            <a:avLst/>
          </a:prstGeom>
          <a:noFill/>
          <a:ln>
            <a:noFill/>
          </a:ln>
        </p:spPr>
        <p:txBody>
          <a:bodyPr anchorCtr="0" anchor="t" bIns="34250" lIns="34250" spcFirstLastPara="1" rIns="34250" wrap="square" tIns="34250">
            <a:normAutofit/>
          </a:bodyPr>
          <a:lstStyle>
            <a:lvl1pPr indent="-228600" lvl="0" marL="457200" algn="ctr">
              <a:lnSpc>
                <a:spcPct val="90000"/>
              </a:lnSpc>
              <a:spcBef>
                <a:spcPts val="800"/>
              </a:spcBef>
              <a:spcAft>
                <a:spcPts val="0"/>
              </a:spcAft>
              <a:buClr>
                <a:srgbClr val="000000"/>
              </a:buClr>
              <a:buSzPts val="1800"/>
              <a:buFont typeface="Arial"/>
              <a:buNone/>
              <a:defRPr sz="1800"/>
            </a:lvl1pPr>
            <a:lvl2pPr indent="-228600" lvl="1" marL="914400" algn="ctr">
              <a:lnSpc>
                <a:spcPct val="90000"/>
              </a:lnSpc>
              <a:spcBef>
                <a:spcPts val="800"/>
              </a:spcBef>
              <a:spcAft>
                <a:spcPts val="0"/>
              </a:spcAft>
              <a:buClr>
                <a:srgbClr val="000000"/>
              </a:buClr>
              <a:buSzPts val="1800"/>
              <a:buFont typeface="Arial"/>
              <a:buNone/>
              <a:defRPr sz="1800"/>
            </a:lvl2pPr>
            <a:lvl3pPr indent="-228600" lvl="2" marL="1371600" algn="ctr">
              <a:lnSpc>
                <a:spcPct val="90000"/>
              </a:lnSpc>
              <a:spcBef>
                <a:spcPts val="800"/>
              </a:spcBef>
              <a:spcAft>
                <a:spcPts val="0"/>
              </a:spcAft>
              <a:buClr>
                <a:srgbClr val="000000"/>
              </a:buClr>
              <a:buSzPts val="1800"/>
              <a:buFont typeface="Arial"/>
              <a:buNone/>
              <a:defRPr sz="1800"/>
            </a:lvl3pPr>
            <a:lvl4pPr indent="-228600" lvl="3" marL="1828800" algn="ctr">
              <a:lnSpc>
                <a:spcPct val="90000"/>
              </a:lnSpc>
              <a:spcBef>
                <a:spcPts val="800"/>
              </a:spcBef>
              <a:spcAft>
                <a:spcPts val="0"/>
              </a:spcAft>
              <a:buClr>
                <a:srgbClr val="000000"/>
              </a:buClr>
              <a:buSzPts val="1800"/>
              <a:buFont typeface="Arial"/>
              <a:buNone/>
              <a:defRPr sz="1800"/>
            </a:lvl4pPr>
            <a:lvl5pPr indent="-228600" lvl="4" marL="2286000" algn="ctr">
              <a:lnSpc>
                <a:spcPct val="90000"/>
              </a:lnSpc>
              <a:spcBef>
                <a:spcPts val="800"/>
              </a:spcBef>
              <a:spcAft>
                <a:spcPts val="0"/>
              </a:spcAft>
              <a:buClr>
                <a:srgbClr val="000000"/>
              </a:buClr>
              <a:buSzPts val="1800"/>
              <a:buFont typeface="Arial"/>
              <a:buNone/>
              <a:defRPr sz="1800"/>
            </a:lvl5pPr>
            <a:lvl6pPr indent="-361950" lvl="5" marL="2743200" algn="l">
              <a:lnSpc>
                <a:spcPct val="90000"/>
              </a:lnSpc>
              <a:spcBef>
                <a:spcPts val="800"/>
              </a:spcBef>
              <a:spcAft>
                <a:spcPts val="0"/>
              </a:spcAft>
              <a:buSzPts val="2100"/>
              <a:buChar char="■"/>
              <a:defRPr sz="1400"/>
            </a:lvl6pPr>
            <a:lvl7pPr indent="-361950" lvl="6" marL="3200400" algn="l">
              <a:lnSpc>
                <a:spcPct val="90000"/>
              </a:lnSpc>
              <a:spcBef>
                <a:spcPts val="800"/>
              </a:spcBef>
              <a:spcAft>
                <a:spcPts val="0"/>
              </a:spcAft>
              <a:buSzPts val="2100"/>
              <a:buChar char="●"/>
              <a:defRPr sz="1400"/>
            </a:lvl7pPr>
            <a:lvl8pPr indent="-361950" lvl="7" marL="3657600" algn="l">
              <a:lnSpc>
                <a:spcPct val="90000"/>
              </a:lnSpc>
              <a:spcBef>
                <a:spcPts val="800"/>
              </a:spcBef>
              <a:spcAft>
                <a:spcPts val="0"/>
              </a:spcAft>
              <a:buSzPts val="2100"/>
              <a:buChar char="○"/>
              <a:defRPr sz="1400"/>
            </a:lvl8pPr>
            <a:lvl9pPr indent="-361950" lvl="8" marL="4114800" algn="l">
              <a:lnSpc>
                <a:spcPct val="90000"/>
              </a:lnSpc>
              <a:spcBef>
                <a:spcPts val="800"/>
              </a:spcBef>
              <a:spcAft>
                <a:spcPts val="0"/>
              </a:spcAft>
              <a:buSzPts val="2100"/>
              <a:buChar char="■"/>
              <a:defRPr sz="1400"/>
            </a:lvl9pPr>
          </a:lstStyle>
          <a:p/>
        </p:txBody>
      </p:sp>
      <p:sp>
        <p:nvSpPr>
          <p:cNvPr id="53" name="Google Shape;53;p13"/>
          <p:cNvSpPr txBox="1"/>
          <p:nvPr>
            <p:ph idx="12" type="sldNum"/>
          </p:nvPr>
        </p:nvSpPr>
        <p:spPr>
          <a:xfrm>
            <a:off x="8310138" y="4805104"/>
            <a:ext cx="205200" cy="207600"/>
          </a:xfrm>
          <a:prstGeom prst="rect">
            <a:avLst/>
          </a:prstGeom>
          <a:noFill/>
          <a:ln>
            <a:noFill/>
          </a:ln>
        </p:spPr>
        <p:txBody>
          <a:bodyPr anchorCtr="0" anchor="ctr" bIns="34250" lIns="34250" spcFirstLastPara="1" rIns="34250" wrap="square" tIns="34250">
            <a:sp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sz="1000">
              <a:solidFill>
                <a:schemeClr val="dk2"/>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2.png"/><Relationship Id="rId5" Type="http://schemas.openxmlformats.org/officeDocument/2006/relationships/image" Target="../media/image8.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hyperlink" Target="https://interpublic.sharepoint.com/:x:/r/sites/ul-implementaocampanhas/Shared%20Documents/General/RM_Planilha%20Online%20Taxonomias/Teste%20-%20N%C3%A3o%20usar/RM_STORMX_2026_v6.0.xlsx?d=w17e39d5d42734da5b1b197df161568db&amp;csf=1&amp;web=1&amp;e=Zt5ZcN" TargetMode="External"/><Relationship Id="rId4" Type="http://schemas.openxmlformats.org/officeDocument/2006/relationships/image" Target="../media/image9.png"/><Relationship Id="rId5"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9.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9.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hyperlink" Target="https://docs.google.com/spreadsheets/d/1mOrTQrI1CkQL-OE8th6O43Z3kfGIIT55peUoWuUyujc/edit?usp=sharing" TargetMode="Externa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9.png"/><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9.png"/><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9.png"/><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image" Target="../media/image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 Id="rId3" Type="http://schemas.openxmlformats.org/officeDocument/2006/relationships/image" Target="../media/image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 Id="rId3" Type="http://schemas.openxmlformats.org/officeDocument/2006/relationships/image" Target="../media/image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 Id="rId3" Type="http://schemas.openxmlformats.org/officeDocument/2006/relationships/image" Target="../media/image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image" Target="../media/image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image" Target="../media/image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 Id="rId3" Type="http://schemas.openxmlformats.org/officeDocument/2006/relationships/image" Target="../media/image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 Id="rId3" Type="http://schemas.openxmlformats.org/officeDocument/2006/relationships/image" Target="../media/image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 Id="rId3" Type="http://schemas.openxmlformats.org/officeDocument/2006/relationships/image" Target="../media/image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 Id="rId3" Type="http://schemas.openxmlformats.org/officeDocument/2006/relationships/image" Target="../media/image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 Id="rId3" Type="http://schemas.openxmlformats.org/officeDocument/2006/relationships/image" Target="../media/image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 Id="rId3" Type="http://schemas.openxmlformats.org/officeDocument/2006/relationships/image" Target="../media/image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7" name="Shape 57"/>
        <p:cNvGrpSpPr/>
        <p:nvPr/>
      </p:nvGrpSpPr>
      <p:grpSpPr>
        <a:xfrm>
          <a:off x="0" y="0"/>
          <a:ext cx="0" cy="0"/>
          <a:chOff x="0" y="0"/>
          <a:chExt cx="0" cy="0"/>
        </a:xfrm>
      </p:grpSpPr>
      <p:pic>
        <p:nvPicPr>
          <p:cNvPr id="58" name="Google Shape;58;p14"/>
          <p:cNvPicPr preferRelativeResize="0"/>
          <p:nvPr/>
        </p:nvPicPr>
        <p:blipFill rotWithShape="1">
          <a:blip r:embed="rId4">
            <a:alphaModFix/>
          </a:blip>
          <a:srcRect b="0" l="0" r="0" t="0"/>
          <a:stretch/>
        </p:blipFill>
        <p:spPr>
          <a:xfrm>
            <a:off x="2828575" y="2130013"/>
            <a:ext cx="3486851" cy="8834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 name="Shape 62"/>
        <p:cNvGrpSpPr/>
        <p:nvPr/>
      </p:nvGrpSpPr>
      <p:grpSpPr>
        <a:xfrm>
          <a:off x="0" y="0"/>
          <a:ext cx="0" cy="0"/>
          <a:chOff x="0" y="0"/>
          <a:chExt cx="0" cy="0"/>
        </a:xfrm>
      </p:grpSpPr>
      <p:cxnSp>
        <p:nvCxnSpPr>
          <p:cNvPr id="63" name="Google Shape;63;p15"/>
          <p:cNvCxnSpPr>
            <a:endCxn id="64" idx="3"/>
          </p:cNvCxnSpPr>
          <p:nvPr/>
        </p:nvCxnSpPr>
        <p:spPr>
          <a:xfrm>
            <a:off x="1494790" y="2663002"/>
            <a:ext cx="3155700" cy="0"/>
          </a:xfrm>
          <a:prstGeom prst="straightConnector1">
            <a:avLst/>
          </a:prstGeom>
          <a:noFill/>
          <a:ln cap="flat" cmpd="sng" w="16875">
            <a:solidFill>
              <a:srgbClr val="494C67"/>
            </a:solidFill>
            <a:prstDash val="solid"/>
            <a:round/>
            <a:headEnd len="sm" w="sm" type="none"/>
            <a:tailEnd len="sm" w="sm" type="none"/>
          </a:ln>
        </p:spPr>
      </p:cxnSp>
      <p:sp>
        <p:nvSpPr>
          <p:cNvPr id="65" name="Google Shape;65;p15"/>
          <p:cNvSpPr/>
          <p:nvPr/>
        </p:nvSpPr>
        <p:spPr>
          <a:xfrm>
            <a:off x="319617" y="152400"/>
            <a:ext cx="1167900" cy="128700"/>
          </a:xfrm>
          <a:prstGeom prst="roundRect">
            <a:avLst>
              <a:gd fmla="val 50000" name="adj"/>
            </a:avLst>
          </a:prstGeom>
          <a:solidFill>
            <a:srgbClr val="484D6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pt-BR" sz="600" u="none" cap="none" strike="noStrike">
                <a:solidFill>
                  <a:srgbClr val="F2F2F2"/>
                </a:solidFill>
                <a:latin typeface="DM Sans Black"/>
                <a:ea typeface="DM Sans Black"/>
                <a:cs typeface="DM Sans Black"/>
                <a:sym typeface="DM Sans Black"/>
              </a:rPr>
              <a:t>Unilever | Operação </a:t>
            </a:r>
            <a:r>
              <a:rPr lang="pt-BR" sz="600">
                <a:solidFill>
                  <a:srgbClr val="F2F2F2"/>
                </a:solidFill>
                <a:latin typeface="DM Sans Black"/>
                <a:ea typeface="DM Sans Black"/>
                <a:cs typeface="DM Sans Black"/>
                <a:sym typeface="DM Sans Black"/>
              </a:rPr>
              <a:t>2026</a:t>
            </a:r>
            <a:endParaRPr b="0" i="0" sz="500" u="none" cap="none" strike="noStrike">
              <a:solidFill>
                <a:srgbClr val="000000"/>
              </a:solidFill>
              <a:latin typeface="DM Sans Black"/>
              <a:ea typeface="DM Sans Black"/>
              <a:cs typeface="DM Sans Black"/>
              <a:sym typeface="DM Sans Black"/>
            </a:endParaRPr>
          </a:p>
        </p:txBody>
      </p:sp>
      <p:sp>
        <p:nvSpPr>
          <p:cNvPr id="66" name="Google Shape;66;p15"/>
          <p:cNvSpPr/>
          <p:nvPr/>
        </p:nvSpPr>
        <p:spPr>
          <a:xfrm>
            <a:off x="152400" y="152401"/>
            <a:ext cx="129000" cy="128700"/>
          </a:xfrm>
          <a:prstGeom prst="ellipse">
            <a:avLst/>
          </a:prstGeom>
          <a:solidFill>
            <a:srgbClr val="14E6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67" name="Google Shape;67;p15"/>
          <p:cNvSpPr txBox="1"/>
          <p:nvPr/>
        </p:nvSpPr>
        <p:spPr>
          <a:xfrm>
            <a:off x="535499" y="461438"/>
            <a:ext cx="3307500" cy="411000"/>
          </a:xfrm>
          <a:prstGeom prst="rect">
            <a:avLst/>
          </a:prstGeom>
          <a:noFill/>
          <a:ln>
            <a:noFill/>
          </a:ln>
        </p:spPr>
        <p:txBody>
          <a:bodyPr anchorCtr="0" anchor="t" bIns="57225" lIns="57225" spcFirstLastPara="1" rIns="57225" wrap="square" tIns="57225">
            <a:spAutoFit/>
          </a:bodyPr>
          <a:lstStyle/>
          <a:p>
            <a:pPr indent="0" lvl="0" marL="0" marR="0" rtl="0" algn="l">
              <a:lnSpc>
                <a:spcPct val="80000"/>
              </a:lnSpc>
              <a:spcBef>
                <a:spcPts val="0"/>
              </a:spcBef>
              <a:spcAft>
                <a:spcPts val="0"/>
              </a:spcAft>
              <a:buClr>
                <a:srgbClr val="D3B7F7"/>
              </a:buClr>
              <a:buSzPts val="2800"/>
              <a:buFont typeface="Helvetica Neue"/>
              <a:buNone/>
            </a:pPr>
            <a:r>
              <a:rPr b="1" i="0" lang="pt-BR" sz="2400" u="none" cap="none" strike="noStrike">
                <a:solidFill>
                  <a:srgbClr val="14E6FC"/>
                </a:solidFill>
                <a:latin typeface="Helvetica Neue"/>
                <a:ea typeface="Helvetica Neue"/>
                <a:cs typeface="Helvetica Neue"/>
                <a:sym typeface="Helvetica Neue"/>
              </a:rPr>
              <a:t>Processo e Escopo</a:t>
            </a:r>
            <a:endParaRPr b="1" i="0" sz="2400" u="none" cap="none" strike="noStrike">
              <a:solidFill>
                <a:srgbClr val="14E6FC"/>
              </a:solidFill>
              <a:latin typeface="Helvetica Neue"/>
              <a:ea typeface="Helvetica Neue"/>
              <a:cs typeface="Helvetica Neue"/>
              <a:sym typeface="Helvetica Neue"/>
            </a:endParaRPr>
          </a:p>
        </p:txBody>
      </p:sp>
      <p:sp>
        <p:nvSpPr>
          <p:cNvPr id="68" name="Google Shape;68;p15"/>
          <p:cNvSpPr/>
          <p:nvPr/>
        </p:nvSpPr>
        <p:spPr>
          <a:xfrm>
            <a:off x="1289434" y="2346063"/>
            <a:ext cx="774300" cy="633900"/>
          </a:xfrm>
          <a:prstGeom prst="roundRect">
            <a:avLst>
              <a:gd fmla="val 16667" name="adj"/>
            </a:avLst>
          </a:prstGeom>
          <a:solidFill>
            <a:srgbClr val="494C67"/>
          </a:solidFill>
          <a:ln cap="flat" cmpd="sng" w="16875">
            <a:solidFill>
              <a:srgbClr val="14E6FC"/>
            </a:solidFill>
            <a:prstDash val="solid"/>
            <a:round/>
            <a:headEnd len="sm" w="sm" type="none"/>
            <a:tailEnd len="sm" w="sm" type="none"/>
          </a:ln>
        </p:spPr>
        <p:txBody>
          <a:bodyPr anchorCtr="0" anchor="ctr" bIns="45550" lIns="45550" spcFirstLastPara="1" rIns="45550" wrap="square" tIns="45550">
            <a:noAutofit/>
          </a:bodyPr>
          <a:lstStyle/>
          <a:p>
            <a:pPr indent="0" lvl="0" marL="0" marR="0" rtl="0" algn="ctr">
              <a:lnSpc>
                <a:spcPct val="100000"/>
              </a:lnSpc>
              <a:spcBef>
                <a:spcPts val="0"/>
              </a:spcBef>
              <a:spcAft>
                <a:spcPts val="0"/>
              </a:spcAft>
              <a:buClr>
                <a:srgbClr val="FFFFFF"/>
              </a:buClr>
              <a:buSzPts val="400"/>
              <a:buFont typeface="DM Sans"/>
              <a:buNone/>
            </a:pPr>
            <a:r>
              <a:rPr b="1" i="0" lang="pt-BR" sz="500" u="none" cap="none" strike="noStrike">
                <a:solidFill>
                  <a:srgbClr val="FFFFFF"/>
                </a:solidFill>
                <a:latin typeface="DM Sans"/>
                <a:ea typeface="DM Sans"/>
                <a:cs typeface="DM Sans"/>
                <a:sym typeface="DM Sans"/>
              </a:rPr>
              <a:t>VALIDAÇÃO</a:t>
            </a:r>
            <a:endParaRPr b="1" i="0" sz="500" u="none" cap="none" strike="noStrike">
              <a:solidFill>
                <a:srgbClr val="FFFFFF"/>
              </a:solidFill>
              <a:latin typeface="DM Sans"/>
              <a:ea typeface="DM Sans"/>
              <a:cs typeface="DM Sans"/>
              <a:sym typeface="DM Sans"/>
            </a:endParaRPr>
          </a:p>
          <a:p>
            <a:pPr indent="0" lvl="0" marL="0" marR="0" rtl="0" algn="ctr">
              <a:lnSpc>
                <a:spcPct val="100000"/>
              </a:lnSpc>
              <a:spcBef>
                <a:spcPts val="0"/>
              </a:spcBef>
              <a:spcAft>
                <a:spcPts val="0"/>
              </a:spcAft>
              <a:buClr>
                <a:srgbClr val="FFFFFF"/>
              </a:buClr>
              <a:buSzPts val="400"/>
              <a:buFont typeface="DM Sans"/>
              <a:buNone/>
            </a:pPr>
            <a:r>
              <a:rPr b="1" i="0" lang="pt-BR" sz="500" u="none" cap="none" strike="noStrike">
                <a:solidFill>
                  <a:srgbClr val="FFFFFF"/>
                </a:solidFill>
                <a:latin typeface="DM Sans"/>
                <a:ea typeface="DM Sans"/>
                <a:cs typeface="DM Sans"/>
                <a:sym typeface="DM Sans"/>
              </a:rPr>
              <a:t>E DISTRIBUIÇÃO</a:t>
            </a:r>
            <a:endParaRPr b="1" i="0" sz="500" u="none" cap="none" strike="noStrike">
              <a:solidFill>
                <a:srgbClr val="FFFFFF"/>
              </a:solidFill>
              <a:latin typeface="DM Sans"/>
              <a:ea typeface="DM Sans"/>
              <a:cs typeface="DM Sans"/>
              <a:sym typeface="DM Sans"/>
            </a:endParaRPr>
          </a:p>
          <a:p>
            <a:pPr indent="0" lvl="0" marL="0" marR="0" rtl="0" algn="ctr">
              <a:lnSpc>
                <a:spcPct val="100000"/>
              </a:lnSpc>
              <a:spcBef>
                <a:spcPts val="0"/>
              </a:spcBef>
              <a:spcAft>
                <a:spcPts val="0"/>
              </a:spcAft>
              <a:buClr>
                <a:srgbClr val="FFFFFF"/>
              </a:buClr>
              <a:buSzPts val="400"/>
              <a:buFont typeface="DM Sans"/>
              <a:buNone/>
            </a:pPr>
            <a:r>
              <a:rPr b="1" i="0" lang="pt-BR" sz="500" u="none" cap="none" strike="noStrike">
                <a:solidFill>
                  <a:srgbClr val="FFFFFF"/>
                </a:solidFill>
                <a:latin typeface="DM Sans"/>
                <a:ea typeface="DM Sans"/>
                <a:cs typeface="DM Sans"/>
                <a:sym typeface="DM Sans"/>
              </a:rPr>
              <a:t>DE TASKS</a:t>
            </a:r>
            <a:endParaRPr b="1" i="0" sz="100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400"/>
              <a:buFont typeface="DM Sans"/>
              <a:buNone/>
            </a:pPr>
            <a:r>
              <a:rPr b="1" i="0" lang="pt-BR" sz="500" u="none" cap="none" strike="noStrike">
                <a:solidFill>
                  <a:srgbClr val="FFFFFF"/>
                </a:solidFill>
                <a:latin typeface="DM Sans"/>
                <a:ea typeface="DM Sans"/>
                <a:cs typeface="DM Sans"/>
                <a:sym typeface="DM Sans"/>
              </a:rPr>
              <a:t>JIRA</a:t>
            </a:r>
            <a:endParaRPr b="1" i="0" sz="1000" u="none" cap="none" strike="noStrike">
              <a:solidFill>
                <a:srgbClr val="FFFFFF"/>
              </a:solidFill>
              <a:latin typeface="Arial"/>
              <a:ea typeface="Arial"/>
              <a:cs typeface="Arial"/>
              <a:sym typeface="Arial"/>
            </a:endParaRPr>
          </a:p>
        </p:txBody>
      </p:sp>
      <p:sp>
        <p:nvSpPr>
          <p:cNvPr id="69" name="Google Shape;69;p15"/>
          <p:cNvSpPr/>
          <p:nvPr/>
        </p:nvSpPr>
        <p:spPr>
          <a:xfrm>
            <a:off x="4944663" y="2346063"/>
            <a:ext cx="774300" cy="633900"/>
          </a:xfrm>
          <a:prstGeom prst="roundRect">
            <a:avLst>
              <a:gd fmla="val 16667" name="adj"/>
            </a:avLst>
          </a:prstGeom>
          <a:solidFill>
            <a:srgbClr val="494C67"/>
          </a:solidFill>
          <a:ln cap="flat" cmpd="sng" w="16875">
            <a:solidFill>
              <a:srgbClr val="14E6FC"/>
            </a:solidFill>
            <a:prstDash val="solid"/>
            <a:round/>
            <a:headEnd len="sm" w="sm" type="none"/>
            <a:tailEnd len="sm" w="sm" type="none"/>
          </a:ln>
        </p:spPr>
        <p:txBody>
          <a:bodyPr anchorCtr="0" anchor="ctr" bIns="45550" lIns="45550" spcFirstLastPara="1" rIns="45550" wrap="square" tIns="45550">
            <a:noAutofit/>
          </a:bodyPr>
          <a:lstStyle/>
          <a:p>
            <a:pPr indent="0" lvl="0" marL="0" marR="0" rtl="0" algn="ctr">
              <a:lnSpc>
                <a:spcPct val="100000"/>
              </a:lnSpc>
              <a:spcBef>
                <a:spcPts val="0"/>
              </a:spcBef>
              <a:spcAft>
                <a:spcPts val="0"/>
              </a:spcAft>
              <a:buClr>
                <a:srgbClr val="000000"/>
              </a:buClr>
              <a:buSzPts val="500"/>
              <a:buFont typeface="Arial"/>
              <a:buNone/>
            </a:pPr>
            <a:r>
              <a:rPr b="1" i="0" lang="pt-BR" sz="500" u="none" cap="none" strike="noStrike">
                <a:solidFill>
                  <a:srgbClr val="FFFFFF"/>
                </a:solidFill>
                <a:latin typeface="DM Sans"/>
                <a:ea typeface="DM Sans"/>
                <a:cs typeface="DM Sans"/>
                <a:sym typeface="DM Sans"/>
              </a:rPr>
              <a:t>CRIAÇÃO DE CONTADORES</a:t>
            </a:r>
            <a:br>
              <a:rPr b="1" i="0" lang="pt-BR" sz="500" u="none" cap="none" strike="noStrike">
                <a:solidFill>
                  <a:srgbClr val="FFFFFF"/>
                </a:solidFill>
                <a:latin typeface="DM Sans"/>
                <a:ea typeface="DM Sans"/>
                <a:cs typeface="DM Sans"/>
                <a:sym typeface="DM Sans"/>
              </a:rPr>
            </a:br>
            <a:r>
              <a:rPr b="1" i="0" lang="pt-BR" sz="500" u="none" cap="none" strike="noStrike">
                <a:solidFill>
                  <a:srgbClr val="FFFFFF"/>
                </a:solidFill>
                <a:latin typeface="DM Sans"/>
                <a:ea typeface="DM Sans"/>
                <a:cs typeface="DM Sans"/>
                <a:sym typeface="DM Sans"/>
              </a:rPr>
              <a:t>E TAGS</a:t>
            </a:r>
            <a:endParaRPr b="1" i="0" sz="600" u="none" cap="none" strike="noStrike">
              <a:solidFill>
                <a:srgbClr val="FFFFFF"/>
              </a:solidFill>
              <a:latin typeface="DM Sans"/>
              <a:ea typeface="DM Sans"/>
              <a:cs typeface="DM Sans"/>
              <a:sym typeface="DM Sans"/>
            </a:endParaRPr>
          </a:p>
        </p:txBody>
      </p:sp>
      <p:sp>
        <p:nvSpPr>
          <p:cNvPr id="70" name="Google Shape;70;p15"/>
          <p:cNvSpPr/>
          <p:nvPr/>
        </p:nvSpPr>
        <p:spPr>
          <a:xfrm>
            <a:off x="5989348" y="2346063"/>
            <a:ext cx="774300" cy="633900"/>
          </a:xfrm>
          <a:prstGeom prst="roundRect">
            <a:avLst>
              <a:gd fmla="val 16667" name="adj"/>
            </a:avLst>
          </a:prstGeom>
          <a:solidFill>
            <a:srgbClr val="494C67"/>
          </a:solidFill>
          <a:ln cap="flat" cmpd="sng" w="16875">
            <a:solidFill>
              <a:srgbClr val="14E6FC"/>
            </a:solidFill>
            <a:prstDash val="solid"/>
            <a:round/>
            <a:headEnd len="sm" w="sm" type="none"/>
            <a:tailEnd len="sm" w="sm" type="none"/>
          </a:ln>
        </p:spPr>
        <p:txBody>
          <a:bodyPr anchorCtr="0" anchor="ctr" bIns="45550" lIns="45550" spcFirstLastPara="1" rIns="45550" wrap="square" tIns="45550">
            <a:noAutofit/>
          </a:bodyPr>
          <a:lstStyle/>
          <a:p>
            <a:pPr indent="0" lvl="0" marL="0" marR="0" rtl="0" algn="ctr">
              <a:lnSpc>
                <a:spcPct val="100000"/>
              </a:lnSpc>
              <a:spcBef>
                <a:spcPts val="0"/>
              </a:spcBef>
              <a:spcAft>
                <a:spcPts val="0"/>
              </a:spcAft>
              <a:buClr>
                <a:srgbClr val="FFFFFF"/>
              </a:buClr>
              <a:buSzPts val="400"/>
              <a:buFont typeface="DM Sans"/>
              <a:buNone/>
            </a:pPr>
            <a:r>
              <a:rPr b="1" i="0" lang="pt-BR" sz="600" u="none" cap="none" strike="noStrike">
                <a:solidFill>
                  <a:srgbClr val="FFFFFF"/>
                </a:solidFill>
                <a:latin typeface="DM Sans"/>
                <a:ea typeface="DM Sans"/>
                <a:cs typeface="DM Sans"/>
                <a:sym typeface="DM Sans"/>
              </a:rPr>
              <a:t>QA</a:t>
            </a:r>
            <a:endParaRPr b="1" i="0" sz="1000" u="none" cap="none" strike="noStrike">
              <a:solidFill>
                <a:srgbClr val="FFFFFF"/>
              </a:solidFill>
              <a:latin typeface="Arial"/>
              <a:ea typeface="Arial"/>
              <a:cs typeface="Arial"/>
              <a:sym typeface="Arial"/>
            </a:endParaRPr>
          </a:p>
        </p:txBody>
      </p:sp>
      <p:sp>
        <p:nvSpPr>
          <p:cNvPr id="71" name="Google Shape;71;p15"/>
          <p:cNvSpPr/>
          <p:nvPr/>
        </p:nvSpPr>
        <p:spPr>
          <a:xfrm>
            <a:off x="243869" y="2346063"/>
            <a:ext cx="774300" cy="633900"/>
          </a:xfrm>
          <a:prstGeom prst="roundRect">
            <a:avLst>
              <a:gd fmla="val 16667" name="adj"/>
            </a:avLst>
          </a:prstGeom>
          <a:solidFill>
            <a:srgbClr val="494C67"/>
          </a:solidFill>
          <a:ln cap="flat" cmpd="sng" w="16875">
            <a:solidFill>
              <a:srgbClr val="14E6FC"/>
            </a:solidFill>
            <a:prstDash val="solid"/>
            <a:round/>
            <a:headEnd len="sm" w="sm" type="none"/>
            <a:tailEnd len="sm" w="sm" type="none"/>
          </a:ln>
        </p:spPr>
        <p:txBody>
          <a:bodyPr anchorCtr="0" anchor="ctr" bIns="45550" lIns="45550" spcFirstLastPara="1" rIns="45550" wrap="square" tIns="45550">
            <a:noAutofit/>
          </a:bodyPr>
          <a:lstStyle/>
          <a:p>
            <a:pPr indent="0" lvl="0" marL="0" marR="0" rtl="0" algn="ctr">
              <a:lnSpc>
                <a:spcPct val="100000"/>
              </a:lnSpc>
              <a:spcBef>
                <a:spcPts val="0"/>
              </a:spcBef>
              <a:spcAft>
                <a:spcPts val="0"/>
              </a:spcAft>
              <a:buClr>
                <a:srgbClr val="000000"/>
              </a:buClr>
              <a:buSzPts val="500"/>
              <a:buFont typeface="Arial"/>
              <a:buNone/>
            </a:pPr>
            <a:r>
              <a:rPr b="1" i="0" lang="pt-BR" sz="500" u="none" cap="none" strike="noStrike">
                <a:solidFill>
                  <a:srgbClr val="FFFFFF"/>
                </a:solidFill>
                <a:latin typeface="DM Sans"/>
                <a:ea typeface="DM Sans"/>
                <a:cs typeface="DM Sans"/>
                <a:sym typeface="DM Sans"/>
              </a:rPr>
              <a:t>SOLICITAÇÃO DE TASKS PELO JIRA</a:t>
            </a:r>
            <a:endParaRPr b="1" i="0" sz="1000" u="none" cap="none" strike="noStrike">
              <a:solidFill>
                <a:srgbClr val="FFFFFF"/>
              </a:solidFill>
              <a:latin typeface="Arial"/>
              <a:ea typeface="Arial"/>
              <a:cs typeface="Arial"/>
              <a:sym typeface="Arial"/>
            </a:endParaRPr>
          </a:p>
        </p:txBody>
      </p:sp>
      <p:pic>
        <p:nvPicPr>
          <p:cNvPr id="72" name="Google Shape;72;p15"/>
          <p:cNvPicPr preferRelativeResize="0"/>
          <p:nvPr/>
        </p:nvPicPr>
        <p:blipFill rotWithShape="1">
          <a:blip r:embed="rId3">
            <a:alphaModFix/>
          </a:blip>
          <a:srcRect b="0" l="0" r="0" t="0"/>
          <a:stretch/>
        </p:blipFill>
        <p:spPr>
          <a:xfrm>
            <a:off x="312843" y="3055117"/>
            <a:ext cx="625908" cy="244074"/>
          </a:xfrm>
          <a:prstGeom prst="rect">
            <a:avLst/>
          </a:prstGeom>
          <a:noFill/>
          <a:ln>
            <a:noFill/>
          </a:ln>
        </p:spPr>
      </p:pic>
      <p:sp>
        <p:nvSpPr>
          <p:cNvPr id="73" name="Google Shape;73;p15"/>
          <p:cNvSpPr/>
          <p:nvPr/>
        </p:nvSpPr>
        <p:spPr>
          <a:xfrm>
            <a:off x="2131199" y="2346063"/>
            <a:ext cx="774300" cy="633900"/>
          </a:xfrm>
          <a:prstGeom prst="roundRect">
            <a:avLst>
              <a:gd fmla="val 16667" name="adj"/>
            </a:avLst>
          </a:prstGeom>
          <a:solidFill>
            <a:srgbClr val="494C67"/>
          </a:solidFill>
          <a:ln cap="flat" cmpd="sng" w="16875">
            <a:solidFill>
              <a:srgbClr val="14E6FC"/>
            </a:solidFill>
            <a:prstDash val="solid"/>
            <a:round/>
            <a:headEnd len="sm" w="sm" type="none"/>
            <a:tailEnd len="sm" w="sm" type="none"/>
          </a:ln>
        </p:spPr>
        <p:txBody>
          <a:bodyPr anchorCtr="0" anchor="ctr" bIns="45550" lIns="45550" spcFirstLastPara="1" rIns="45550" wrap="square" tIns="45550">
            <a:noAutofit/>
          </a:bodyPr>
          <a:lstStyle/>
          <a:p>
            <a:pPr indent="0" lvl="0" marL="0" marR="0" rtl="0" algn="ctr">
              <a:lnSpc>
                <a:spcPct val="100000"/>
              </a:lnSpc>
              <a:spcBef>
                <a:spcPts val="0"/>
              </a:spcBef>
              <a:spcAft>
                <a:spcPts val="0"/>
              </a:spcAft>
              <a:buClr>
                <a:srgbClr val="FFFFFF"/>
              </a:buClr>
              <a:buSzPts val="400"/>
              <a:buFont typeface="DM Sans"/>
              <a:buNone/>
            </a:pPr>
            <a:r>
              <a:rPr b="1" i="0" lang="pt-BR" sz="500" u="none" cap="none" strike="noStrike">
                <a:solidFill>
                  <a:srgbClr val="FFFFFF"/>
                </a:solidFill>
                <a:latin typeface="DM Sans"/>
                <a:ea typeface="DM Sans"/>
                <a:cs typeface="DM Sans"/>
                <a:sym typeface="DM Sans"/>
              </a:rPr>
              <a:t>PREENCHIMENTO DO GALILEO</a:t>
            </a:r>
            <a:endParaRPr b="1" i="0" sz="500" u="none" cap="none" strike="noStrike">
              <a:solidFill>
                <a:srgbClr val="FFFFFF"/>
              </a:solidFill>
              <a:latin typeface="DM Sans"/>
              <a:ea typeface="DM Sans"/>
              <a:cs typeface="DM Sans"/>
              <a:sym typeface="DM Sans"/>
            </a:endParaRPr>
          </a:p>
          <a:p>
            <a:pPr indent="0" lvl="0" marL="0" marR="0" rtl="0" algn="ctr">
              <a:lnSpc>
                <a:spcPct val="100000"/>
              </a:lnSpc>
              <a:spcBef>
                <a:spcPts val="0"/>
              </a:spcBef>
              <a:spcAft>
                <a:spcPts val="0"/>
              </a:spcAft>
              <a:buClr>
                <a:srgbClr val="FFFFFF"/>
              </a:buClr>
              <a:buSzPts val="400"/>
              <a:buFont typeface="DM Sans"/>
              <a:buNone/>
            </a:pPr>
            <a:r>
              <a:rPr b="1" i="0" lang="pt-BR" sz="500" u="none" cap="none" strike="noStrike">
                <a:solidFill>
                  <a:srgbClr val="FFFFFF"/>
                </a:solidFill>
                <a:latin typeface="DM Sans"/>
                <a:ea typeface="DM Sans"/>
                <a:cs typeface="DM Sans"/>
                <a:sym typeface="DM Sans"/>
              </a:rPr>
              <a:t>E FREETEXT </a:t>
            </a:r>
            <a:br>
              <a:rPr b="1" i="0" lang="pt-BR" sz="500" u="none" cap="none" strike="noStrike">
                <a:solidFill>
                  <a:srgbClr val="FFFFFF"/>
                </a:solidFill>
                <a:latin typeface="DM Sans"/>
                <a:ea typeface="DM Sans"/>
                <a:cs typeface="DM Sans"/>
                <a:sym typeface="DM Sans"/>
              </a:rPr>
            </a:br>
            <a:r>
              <a:rPr b="1" i="1" lang="pt-BR" sz="500" u="none" cap="none" strike="noStrike">
                <a:solidFill>
                  <a:srgbClr val="FFFFFF"/>
                </a:solidFill>
                <a:latin typeface="DM Sans"/>
                <a:ea typeface="DM Sans"/>
                <a:cs typeface="DM Sans"/>
                <a:sym typeface="DM Sans"/>
              </a:rPr>
              <a:t>(conforme o ADP)</a:t>
            </a:r>
            <a:endParaRPr b="1" i="1" sz="1000" u="none" cap="none" strike="noStrike">
              <a:solidFill>
                <a:srgbClr val="FFFFFF"/>
              </a:solidFill>
              <a:latin typeface="Arial"/>
              <a:ea typeface="Arial"/>
              <a:cs typeface="Arial"/>
              <a:sym typeface="Arial"/>
            </a:endParaRPr>
          </a:p>
        </p:txBody>
      </p:sp>
      <p:sp>
        <p:nvSpPr>
          <p:cNvPr id="74" name="Google Shape;74;p15"/>
          <p:cNvSpPr/>
          <p:nvPr/>
        </p:nvSpPr>
        <p:spPr>
          <a:xfrm>
            <a:off x="2972955" y="2346063"/>
            <a:ext cx="774300" cy="633900"/>
          </a:xfrm>
          <a:prstGeom prst="roundRect">
            <a:avLst>
              <a:gd fmla="val 16667" name="adj"/>
            </a:avLst>
          </a:prstGeom>
          <a:solidFill>
            <a:srgbClr val="494C67"/>
          </a:solidFill>
          <a:ln cap="flat" cmpd="sng" w="16875">
            <a:solidFill>
              <a:srgbClr val="14E6FC"/>
            </a:solidFill>
            <a:prstDash val="solid"/>
            <a:round/>
            <a:headEnd len="sm" w="sm" type="none"/>
            <a:tailEnd len="sm" w="sm" type="none"/>
          </a:ln>
        </p:spPr>
        <p:txBody>
          <a:bodyPr anchorCtr="0" anchor="ctr" bIns="45550" lIns="45550" spcFirstLastPara="1" rIns="45550" wrap="square" tIns="45550">
            <a:noAutofit/>
          </a:bodyPr>
          <a:lstStyle/>
          <a:p>
            <a:pPr indent="0" lvl="0" marL="0" marR="0" rtl="0" algn="ctr">
              <a:lnSpc>
                <a:spcPct val="100000"/>
              </a:lnSpc>
              <a:spcBef>
                <a:spcPts val="0"/>
              </a:spcBef>
              <a:spcAft>
                <a:spcPts val="0"/>
              </a:spcAft>
              <a:buClr>
                <a:srgbClr val="FFFFFF"/>
              </a:buClr>
              <a:buSzPts val="400"/>
              <a:buFont typeface="DM Sans"/>
              <a:buNone/>
            </a:pPr>
            <a:r>
              <a:rPr b="1" i="0" lang="pt-BR" sz="500" u="none" cap="none" strike="noStrike">
                <a:solidFill>
                  <a:srgbClr val="FFFFFF"/>
                </a:solidFill>
                <a:latin typeface="DM Sans"/>
                <a:ea typeface="DM Sans"/>
                <a:cs typeface="DM Sans"/>
                <a:sym typeface="DM Sans"/>
              </a:rPr>
              <a:t>CRIAÇÃO DA TAXONOMIA </a:t>
            </a:r>
            <a:r>
              <a:rPr b="1" lang="pt-BR" sz="500">
                <a:solidFill>
                  <a:srgbClr val="FFFFFF"/>
                </a:solidFill>
                <a:latin typeface="DM Sans"/>
                <a:ea typeface="DM Sans"/>
                <a:cs typeface="DM Sans"/>
                <a:sym typeface="DM Sans"/>
              </a:rPr>
              <a:t>E URL PARAMETRIZADA</a:t>
            </a:r>
            <a:endParaRPr b="1" i="0" sz="1000" u="none" cap="none" strike="noStrike">
              <a:solidFill>
                <a:srgbClr val="FFFFFF"/>
              </a:solidFill>
              <a:latin typeface="Arial"/>
              <a:ea typeface="Arial"/>
              <a:cs typeface="Arial"/>
              <a:sym typeface="Arial"/>
            </a:endParaRPr>
          </a:p>
        </p:txBody>
      </p:sp>
      <p:sp>
        <p:nvSpPr>
          <p:cNvPr id="75" name="Google Shape;75;p15"/>
          <p:cNvSpPr/>
          <p:nvPr/>
        </p:nvSpPr>
        <p:spPr>
          <a:xfrm>
            <a:off x="7033551" y="2334653"/>
            <a:ext cx="822600" cy="633900"/>
          </a:xfrm>
          <a:prstGeom prst="roundRect">
            <a:avLst>
              <a:gd fmla="val 16667" name="adj"/>
            </a:avLst>
          </a:prstGeom>
          <a:solidFill>
            <a:srgbClr val="494C67"/>
          </a:solidFill>
          <a:ln cap="flat" cmpd="sng" w="16875">
            <a:solidFill>
              <a:srgbClr val="14E6FC"/>
            </a:solidFill>
            <a:prstDash val="solid"/>
            <a:round/>
            <a:headEnd len="sm" w="sm" type="none"/>
            <a:tailEnd len="sm" w="sm" type="none"/>
          </a:ln>
        </p:spPr>
        <p:txBody>
          <a:bodyPr anchorCtr="0" anchor="ctr" bIns="45550" lIns="45550" spcFirstLastPara="1" rIns="45550" wrap="square" tIns="45550">
            <a:noAutofit/>
          </a:bodyPr>
          <a:lstStyle/>
          <a:p>
            <a:pPr indent="0" lvl="0" marL="0" marR="0" rtl="0" algn="ctr">
              <a:lnSpc>
                <a:spcPct val="100000"/>
              </a:lnSpc>
              <a:spcBef>
                <a:spcPts val="0"/>
              </a:spcBef>
              <a:spcAft>
                <a:spcPts val="0"/>
              </a:spcAft>
              <a:buClr>
                <a:srgbClr val="FFFFFF"/>
              </a:buClr>
              <a:buSzPts val="400"/>
              <a:buFont typeface="DM Sans"/>
              <a:buNone/>
            </a:pPr>
            <a:r>
              <a:rPr b="1" i="0" lang="pt-BR" sz="500" u="none" cap="none" strike="noStrike">
                <a:solidFill>
                  <a:srgbClr val="FFFFFF"/>
                </a:solidFill>
                <a:latin typeface="DM Sans"/>
                <a:ea typeface="DM Sans"/>
                <a:cs typeface="DM Sans"/>
                <a:sym typeface="DM Sans"/>
              </a:rPr>
              <a:t>IMPLEMENTAÇÃO</a:t>
            </a:r>
            <a:endParaRPr b="1" i="0" sz="900" u="none" cap="none" strike="noStrike">
              <a:solidFill>
                <a:srgbClr val="FFFFFF"/>
              </a:solidFill>
              <a:latin typeface="Arial"/>
              <a:ea typeface="Arial"/>
              <a:cs typeface="Arial"/>
              <a:sym typeface="Arial"/>
            </a:endParaRPr>
          </a:p>
        </p:txBody>
      </p:sp>
      <p:sp>
        <p:nvSpPr>
          <p:cNvPr id="76" name="Google Shape;76;p15"/>
          <p:cNvSpPr/>
          <p:nvPr/>
        </p:nvSpPr>
        <p:spPr>
          <a:xfrm>
            <a:off x="8125830" y="2346056"/>
            <a:ext cx="774300" cy="633900"/>
          </a:xfrm>
          <a:prstGeom prst="roundRect">
            <a:avLst>
              <a:gd fmla="val 16667" name="adj"/>
            </a:avLst>
          </a:prstGeom>
          <a:solidFill>
            <a:srgbClr val="494C67"/>
          </a:solidFill>
          <a:ln cap="flat" cmpd="sng" w="16875">
            <a:solidFill>
              <a:srgbClr val="14E6FC"/>
            </a:solidFill>
            <a:prstDash val="solid"/>
            <a:round/>
            <a:headEnd len="sm" w="sm" type="none"/>
            <a:tailEnd len="sm" w="sm" type="none"/>
          </a:ln>
        </p:spPr>
        <p:txBody>
          <a:bodyPr anchorCtr="0" anchor="ctr" bIns="45550" lIns="45550" spcFirstLastPara="1" rIns="45550" wrap="square" tIns="45550">
            <a:noAutofit/>
          </a:bodyPr>
          <a:lstStyle/>
          <a:p>
            <a:pPr indent="0" lvl="0" marL="0" marR="0" rtl="0" algn="ctr">
              <a:lnSpc>
                <a:spcPct val="100000"/>
              </a:lnSpc>
              <a:spcBef>
                <a:spcPts val="0"/>
              </a:spcBef>
              <a:spcAft>
                <a:spcPts val="0"/>
              </a:spcAft>
              <a:buClr>
                <a:srgbClr val="FFFFFF"/>
              </a:buClr>
              <a:buSzPts val="400"/>
              <a:buFont typeface="DM Sans"/>
              <a:buNone/>
            </a:pPr>
            <a:r>
              <a:rPr b="1" lang="pt-BR" sz="600">
                <a:solidFill>
                  <a:srgbClr val="FFFFFF"/>
                </a:solidFill>
                <a:latin typeface="DM Sans"/>
                <a:ea typeface="DM Sans"/>
                <a:cs typeface="DM Sans"/>
                <a:sym typeface="DM Sans"/>
              </a:rPr>
              <a:t>REPORT </a:t>
            </a:r>
            <a:endParaRPr b="1" sz="600">
              <a:solidFill>
                <a:srgbClr val="FFFFFF"/>
              </a:solidFill>
              <a:latin typeface="DM Sans"/>
              <a:ea typeface="DM Sans"/>
              <a:cs typeface="DM Sans"/>
              <a:sym typeface="DM Sans"/>
            </a:endParaRPr>
          </a:p>
          <a:p>
            <a:pPr indent="0" lvl="0" marL="0" marR="0" rtl="0" algn="ctr">
              <a:lnSpc>
                <a:spcPct val="100000"/>
              </a:lnSpc>
              <a:spcBef>
                <a:spcPts val="0"/>
              </a:spcBef>
              <a:spcAft>
                <a:spcPts val="0"/>
              </a:spcAft>
              <a:buClr>
                <a:srgbClr val="FFFFFF"/>
              </a:buClr>
              <a:buSzPts val="400"/>
              <a:buFont typeface="DM Sans"/>
              <a:buNone/>
            </a:pPr>
            <a:r>
              <a:rPr b="1" lang="pt-BR" sz="600">
                <a:solidFill>
                  <a:srgbClr val="FFFFFF"/>
                </a:solidFill>
                <a:latin typeface="DM Sans"/>
                <a:ea typeface="DM Sans"/>
                <a:cs typeface="DM Sans"/>
                <a:sym typeface="DM Sans"/>
              </a:rPr>
              <a:t>DIÁRIO + </a:t>
            </a:r>
            <a:r>
              <a:rPr b="1" i="0" lang="pt-BR" sz="600" u="none" cap="none" strike="noStrike">
                <a:solidFill>
                  <a:srgbClr val="FFFFFF"/>
                </a:solidFill>
                <a:latin typeface="DM Sans"/>
                <a:ea typeface="DM Sans"/>
                <a:cs typeface="DM Sans"/>
                <a:sym typeface="DM Sans"/>
              </a:rPr>
              <a:t>QA</a:t>
            </a:r>
            <a:r>
              <a:rPr b="1" lang="pt-BR" sz="600">
                <a:solidFill>
                  <a:srgbClr val="FFFFFF"/>
                </a:solidFill>
                <a:latin typeface="DM Sans"/>
                <a:ea typeface="DM Sans"/>
                <a:cs typeface="DM Sans"/>
                <a:sym typeface="DM Sans"/>
              </a:rPr>
              <a:t> AUTOMATIZADO</a:t>
            </a:r>
            <a:endParaRPr b="1" i="0" sz="1000" u="none" cap="none" strike="noStrike">
              <a:solidFill>
                <a:srgbClr val="FFFFFF"/>
              </a:solidFill>
              <a:latin typeface="Arial"/>
              <a:ea typeface="Arial"/>
              <a:cs typeface="Arial"/>
              <a:sym typeface="Arial"/>
            </a:endParaRPr>
          </a:p>
        </p:txBody>
      </p:sp>
      <p:pic>
        <p:nvPicPr>
          <p:cNvPr id="77" name="Google Shape;77;p15"/>
          <p:cNvPicPr preferRelativeResize="0"/>
          <p:nvPr/>
        </p:nvPicPr>
        <p:blipFill rotWithShape="1">
          <a:blip r:embed="rId4">
            <a:alphaModFix/>
          </a:blip>
          <a:srcRect b="18830" l="0" r="0" t="24145"/>
          <a:stretch/>
        </p:blipFill>
        <p:spPr>
          <a:xfrm>
            <a:off x="4971997" y="3050253"/>
            <a:ext cx="719621" cy="205180"/>
          </a:xfrm>
          <a:prstGeom prst="rect">
            <a:avLst/>
          </a:prstGeom>
          <a:noFill/>
          <a:ln>
            <a:noFill/>
          </a:ln>
        </p:spPr>
      </p:pic>
      <p:pic>
        <p:nvPicPr>
          <p:cNvPr id="78" name="Google Shape;78;p15"/>
          <p:cNvPicPr preferRelativeResize="0"/>
          <p:nvPr/>
        </p:nvPicPr>
        <p:blipFill rotWithShape="1">
          <a:blip r:embed="rId5">
            <a:alphaModFix/>
          </a:blip>
          <a:srcRect b="0" l="0" r="0" t="0"/>
          <a:stretch/>
        </p:blipFill>
        <p:spPr>
          <a:xfrm>
            <a:off x="312833" y="3255441"/>
            <a:ext cx="636357" cy="286897"/>
          </a:xfrm>
          <a:prstGeom prst="rect">
            <a:avLst/>
          </a:prstGeom>
          <a:noFill/>
          <a:ln>
            <a:noFill/>
          </a:ln>
        </p:spPr>
      </p:pic>
      <p:sp>
        <p:nvSpPr>
          <p:cNvPr id="79" name="Google Shape;79;p15"/>
          <p:cNvSpPr txBox="1"/>
          <p:nvPr/>
        </p:nvSpPr>
        <p:spPr>
          <a:xfrm>
            <a:off x="262301" y="1851134"/>
            <a:ext cx="726900" cy="495000"/>
          </a:xfrm>
          <a:prstGeom prst="rect">
            <a:avLst/>
          </a:prstGeom>
          <a:noFill/>
          <a:ln>
            <a:noFill/>
          </a:ln>
        </p:spPr>
        <p:txBody>
          <a:bodyPr anchorCtr="0" anchor="ctr" bIns="50675" lIns="50675" spcFirstLastPara="1" rIns="50675" wrap="square" tIns="50675">
            <a:noAutofit/>
          </a:bodyPr>
          <a:lstStyle/>
          <a:p>
            <a:pPr indent="0" lvl="0" marL="0" marR="0" rtl="0" algn="ctr">
              <a:lnSpc>
                <a:spcPct val="80000"/>
              </a:lnSpc>
              <a:spcBef>
                <a:spcPts val="0"/>
              </a:spcBef>
              <a:spcAft>
                <a:spcPts val="0"/>
              </a:spcAft>
              <a:buClr>
                <a:srgbClr val="D3B7F7"/>
              </a:buClr>
              <a:buSzPts val="2500"/>
              <a:buFont typeface="Helvetica Neue"/>
              <a:buNone/>
            </a:pPr>
            <a:r>
              <a:rPr b="1" i="0" lang="pt-BR" sz="3200" u="none" cap="none" strike="noStrike">
                <a:solidFill>
                  <a:srgbClr val="D3B7F7"/>
                </a:solidFill>
                <a:latin typeface="Helvetica Neue"/>
                <a:ea typeface="Helvetica Neue"/>
                <a:cs typeface="Helvetica Neue"/>
                <a:sym typeface="Helvetica Neue"/>
              </a:rPr>
              <a:t>01</a:t>
            </a:r>
            <a:endParaRPr b="1" i="0" sz="3200" u="none" cap="none" strike="noStrike">
              <a:solidFill>
                <a:srgbClr val="D3B7F7"/>
              </a:solidFill>
              <a:latin typeface="Helvetica Neue"/>
              <a:ea typeface="Helvetica Neue"/>
              <a:cs typeface="Helvetica Neue"/>
              <a:sym typeface="Helvetica Neue"/>
            </a:endParaRPr>
          </a:p>
        </p:txBody>
      </p:sp>
      <p:sp>
        <p:nvSpPr>
          <p:cNvPr id="80" name="Google Shape;80;p15"/>
          <p:cNvSpPr txBox="1"/>
          <p:nvPr/>
        </p:nvSpPr>
        <p:spPr>
          <a:xfrm>
            <a:off x="2154834" y="1851134"/>
            <a:ext cx="726900" cy="495000"/>
          </a:xfrm>
          <a:prstGeom prst="rect">
            <a:avLst/>
          </a:prstGeom>
          <a:noFill/>
          <a:ln>
            <a:noFill/>
          </a:ln>
        </p:spPr>
        <p:txBody>
          <a:bodyPr anchorCtr="0" anchor="ctr" bIns="50675" lIns="50675" spcFirstLastPara="1" rIns="50675" wrap="square" tIns="50675">
            <a:noAutofit/>
          </a:bodyPr>
          <a:lstStyle/>
          <a:p>
            <a:pPr indent="0" lvl="0" marL="0" marR="0" rtl="0" algn="ctr">
              <a:lnSpc>
                <a:spcPct val="80000"/>
              </a:lnSpc>
              <a:spcBef>
                <a:spcPts val="0"/>
              </a:spcBef>
              <a:spcAft>
                <a:spcPts val="0"/>
              </a:spcAft>
              <a:buClr>
                <a:srgbClr val="D3B7F7"/>
              </a:buClr>
              <a:buSzPts val="2500"/>
              <a:buFont typeface="Helvetica Neue"/>
              <a:buNone/>
            </a:pPr>
            <a:r>
              <a:rPr b="1" i="0" lang="pt-BR" sz="3200" u="none" cap="none" strike="noStrike">
                <a:solidFill>
                  <a:srgbClr val="D3B7F7"/>
                </a:solidFill>
                <a:latin typeface="Helvetica Neue"/>
                <a:ea typeface="Helvetica Neue"/>
                <a:cs typeface="Helvetica Neue"/>
                <a:sym typeface="Helvetica Neue"/>
              </a:rPr>
              <a:t>02</a:t>
            </a:r>
            <a:endParaRPr b="1" i="0" sz="3200" u="none" cap="none" strike="noStrike">
              <a:solidFill>
                <a:srgbClr val="D3B7F7"/>
              </a:solidFill>
              <a:latin typeface="Helvetica Neue"/>
              <a:ea typeface="Helvetica Neue"/>
              <a:cs typeface="Helvetica Neue"/>
              <a:sym typeface="Helvetica Neue"/>
            </a:endParaRPr>
          </a:p>
        </p:txBody>
      </p:sp>
      <p:sp>
        <p:nvSpPr>
          <p:cNvPr id="81" name="Google Shape;81;p15"/>
          <p:cNvSpPr txBox="1"/>
          <p:nvPr/>
        </p:nvSpPr>
        <p:spPr>
          <a:xfrm>
            <a:off x="4968545" y="1851134"/>
            <a:ext cx="726900" cy="495000"/>
          </a:xfrm>
          <a:prstGeom prst="rect">
            <a:avLst/>
          </a:prstGeom>
          <a:noFill/>
          <a:ln>
            <a:noFill/>
          </a:ln>
        </p:spPr>
        <p:txBody>
          <a:bodyPr anchorCtr="0" anchor="ctr" bIns="50675" lIns="50675" spcFirstLastPara="1" rIns="50675" wrap="square" tIns="50675">
            <a:noAutofit/>
          </a:bodyPr>
          <a:lstStyle/>
          <a:p>
            <a:pPr indent="0" lvl="0" marL="0" marR="0" rtl="0" algn="ctr">
              <a:lnSpc>
                <a:spcPct val="80000"/>
              </a:lnSpc>
              <a:spcBef>
                <a:spcPts val="0"/>
              </a:spcBef>
              <a:spcAft>
                <a:spcPts val="0"/>
              </a:spcAft>
              <a:buClr>
                <a:srgbClr val="D3B7F7"/>
              </a:buClr>
              <a:buSzPts val="2500"/>
              <a:buFont typeface="Helvetica Neue"/>
              <a:buNone/>
            </a:pPr>
            <a:r>
              <a:rPr b="1" i="0" lang="pt-BR" sz="3200" u="none" cap="none" strike="noStrike">
                <a:solidFill>
                  <a:srgbClr val="D3B7F7"/>
                </a:solidFill>
                <a:latin typeface="Helvetica Neue"/>
                <a:ea typeface="Helvetica Neue"/>
                <a:cs typeface="Helvetica Neue"/>
                <a:sym typeface="Helvetica Neue"/>
              </a:rPr>
              <a:t>03</a:t>
            </a:r>
            <a:endParaRPr b="1" i="0" sz="3200" u="none" cap="none" strike="noStrike">
              <a:solidFill>
                <a:srgbClr val="D3B7F7"/>
              </a:solidFill>
              <a:latin typeface="Helvetica Neue"/>
              <a:ea typeface="Helvetica Neue"/>
              <a:cs typeface="Helvetica Neue"/>
              <a:sym typeface="Helvetica Neue"/>
            </a:endParaRPr>
          </a:p>
        </p:txBody>
      </p:sp>
      <p:sp>
        <p:nvSpPr>
          <p:cNvPr id="82" name="Google Shape;82;p15"/>
          <p:cNvSpPr txBox="1"/>
          <p:nvPr/>
        </p:nvSpPr>
        <p:spPr>
          <a:xfrm>
            <a:off x="6012753" y="1851134"/>
            <a:ext cx="726900" cy="495000"/>
          </a:xfrm>
          <a:prstGeom prst="rect">
            <a:avLst/>
          </a:prstGeom>
          <a:noFill/>
          <a:ln>
            <a:noFill/>
          </a:ln>
        </p:spPr>
        <p:txBody>
          <a:bodyPr anchorCtr="0" anchor="ctr" bIns="50675" lIns="50675" spcFirstLastPara="1" rIns="50675" wrap="square" tIns="50675">
            <a:noAutofit/>
          </a:bodyPr>
          <a:lstStyle/>
          <a:p>
            <a:pPr indent="0" lvl="0" marL="0" marR="0" rtl="0" algn="ctr">
              <a:lnSpc>
                <a:spcPct val="80000"/>
              </a:lnSpc>
              <a:spcBef>
                <a:spcPts val="0"/>
              </a:spcBef>
              <a:spcAft>
                <a:spcPts val="0"/>
              </a:spcAft>
              <a:buClr>
                <a:srgbClr val="D3B7F7"/>
              </a:buClr>
              <a:buSzPts val="2500"/>
              <a:buFont typeface="Helvetica Neue"/>
              <a:buNone/>
            </a:pPr>
            <a:r>
              <a:rPr b="1" i="0" lang="pt-BR" sz="3200" u="none" cap="none" strike="noStrike">
                <a:solidFill>
                  <a:srgbClr val="D3B7F7"/>
                </a:solidFill>
                <a:latin typeface="Helvetica Neue"/>
                <a:ea typeface="Helvetica Neue"/>
                <a:cs typeface="Helvetica Neue"/>
                <a:sym typeface="Helvetica Neue"/>
              </a:rPr>
              <a:t>04</a:t>
            </a:r>
            <a:endParaRPr b="1" i="0" sz="3200" u="none" cap="none" strike="noStrike">
              <a:solidFill>
                <a:srgbClr val="D3B7F7"/>
              </a:solidFill>
              <a:latin typeface="Helvetica Neue"/>
              <a:ea typeface="Helvetica Neue"/>
              <a:cs typeface="Helvetica Neue"/>
              <a:sym typeface="Helvetica Neue"/>
            </a:endParaRPr>
          </a:p>
        </p:txBody>
      </p:sp>
      <p:sp>
        <p:nvSpPr>
          <p:cNvPr id="83" name="Google Shape;83;p15"/>
          <p:cNvSpPr txBox="1"/>
          <p:nvPr/>
        </p:nvSpPr>
        <p:spPr>
          <a:xfrm>
            <a:off x="7081231" y="1851134"/>
            <a:ext cx="726900" cy="495000"/>
          </a:xfrm>
          <a:prstGeom prst="rect">
            <a:avLst/>
          </a:prstGeom>
          <a:noFill/>
          <a:ln>
            <a:noFill/>
          </a:ln>
        </p:spPr>
        <p:txBody>
          <a:bodyPr anchorCtr="0" anchor="ctr" bIns="50675" lIns="50675" spcFirstLastPara="1" rIns="50675" wrap="square" tIns="50675">
            <a:noAutofit/>
          </a:bodyPr>
          <a:lstStyle/>
          <a:p>
            <a:pPr indent="0" lvl="0" marL="0" marR="0" rtl="0" algn="ctr">
              <a:lnSpc>
                <a:spcPct val="80000"/>
              </a:lnSpc>
              <a:spcBef>
                <a:spcPts val="0"/>
              </a:spcBef>
              <a:spcAft>
                <a:spcPts val="0"/>
              </a:spcAft>
              <a:buClr>
                <a:srgbClr val="D3B7F7"/>
              </a:buClr>
              <a:buSzPts val="2500"/>
              <a:buFont typeface="Helvetica Neue"/>
              <a:buNone/>
            </a:pPr>
            <a:r>
              <a:rPr b="1" i="0" lang="pt-BR" sz="3200" u="none" cap="none" strike="noStrike">
                <a:solidFill>
                  <a:srgbClr val="D3B7F7"/>
                </a:solidFill>
                <a:latin typeface="Helvetica Neue"/>
                <a:ea typeface="Helvetica Neue"/>
                <a:cs typeface="Helvetica Neue"/>
                <a:sym typeface="Helvetica Neue"/>
              </a:rPr>
              <a:t>05</a:t>
            </a:r>
            <a:endParaRPr b="1" i="0" sz="3200" u="none" cap="none" strike="noStrike">
              <a:solidFill>
                <a:srgbClr val="D3B7F7"/>
              </a:solidFill>
              <a:latin typeface="Helvetica Neue"/>
              <a:ea typeface="Helvetica Neue"/>
              <a:cs typeface="Helvetica Neue"/>
              <a:sym typeface="Helvetica Neue"/>
            </a:endParaRPr>
          </a:p>
        </p:txBody>
      </p:sp>
      <p:sp>
        <p:nvSpPr>
          <p:cNvPr id="84" name="Google Shape;84;p15"/>
          <p:cNvSpPr txBox="1"/>
          <p:nvPr/>
        </p:nvSpPr>
        <p:spPr>
          <a:xfrm>
            <a:off x="8132080" y="1851134"/>
            <a:ext cx="726900" cy="495000"/>
          </a:xfrm>
          <a:prstGeom prst="rect">
            <a:avLst/>
          </a:prstGeom>
          <a:noFill/>
          <a:ln>
            <a:noFill/>
          </a:ln>
        </p:spPr>
        <p:txBody>
          <a:bodyPr anchorCtr="0" anchor="ctr" bIns="50675" lIns="50675" spcFirstLastPara="1" rIns="50675" wrap="square" tIns="50675">
            <a:noAutofit/>
          </a:bodyPr>
          <a:lstStyle/>
          <a:p>
            <a:pPr indent="0" lvl="0" marL="0" marR="0" rtl="0" algn="ctr">
              <a:lnSpc>
                <a:spcPct val="80000"/>
              </a:lnSpc>
              <a:spcBef>
                <a:spcPts val="0"/>
              </a:spcBef>
              <a:spcAft>
                <a:spcPts val="0"/>
              </a:spcAft>
              <a:buClr>
                <a:srgbClr val="D3B7F7"/>
              </a:buClr>
              <a:buSzPts val="2500"/>
              <a:buFont typeface="Helvetica Neue"/>
              <a:buNone/>
            </a:pPr>
            <a:r>
              <a:rPr b="1" i="0" lang="pt-BR" sz="3200" u="none" cap="none" strike="noStrike">
                <a:solidFill>
                  <a:srgbClr val="D3B7F7"/>
                </a:solidFill>
                <a:latin typeface="Helvetica Neue"/>
                <a:ea typeface="Helvetica Neue"/>
                <a:cs typeface="Helvetica Neue"/>
                <a:sym typeface="Helvetica Neue"/>
              </a:rPr>
              <a:t>06</a:t>
            </a:r>
            <a:endParaRPr b="1" i="0" sz="3200" u="none" cap="none" strike="noStrike">
              <a:solidFill>
                <a:srgbClr val="D3B7F7"/>
              </a:solidFill>
              <a:latin typeface="Helvetica Neue"/>
              <a:ea typeface="Helvetica Neue"/>
              <a:cs typeface="Helvetica Neue"/>
              <a:sym typeface="Helvetica Neue"/>
            </a:endParaRPr>
          </a:p>
        </p:txBody>
      </p:sp>
      <p:pic>
        <p:nvPicPr>
          <p:cNvPr id="85" name="Google Shape;85;p15"/>
          <p:cNvPicPr preferRelativeResize="0"/>
          <p:nvPr/>
        </p:nvPicPr>
        <p:blipFill rotWithShape="1">
          <a:blip r:embed="rId6">
            <a:alphaModFix/>
          </a:blip>
          <a:srcRect b="0" l="0" r="0" t="0"/>
          <a:stretch/>
        </p:blipFill>
        <p:spPr>
          <a:xfrm>
            <a:off x="1087642" y="2560408"/>
            <a:ext cx="132295" cy="205171"/>
          </a:xfrm>
          <a:prstGeom prst="rect">
            <a:avLst/>
          </a:prstGeom>
          <a:noFill/>
          <a:ln>
            <a:noFill/>
          </a:ln>
        </p:spPr>
      </p:pic>
      <p:pic>
        <p:nvPicPr>
          <p:cNvPr id="86" name="Google Shape;86;p15"/>
          <p:cNvPicPr preferRelativeResize="0"/>
          <p:nvPr/>
        </p:nvPicPr>
        <p:blipFill rotWithShape="1">
          <a:blip r:embed="rId7">
            <a:alphaModFix/>
          </a:blip>
          <a:srcRect b="0" l="0" r="0" t="0"/>
          <a:stretch/>
        </p:blipFill>
        <p:spPr>
          <a:xfrm>
            <a:off x="2602326" y="3096600"/>
            <a:ext cx="636358" cy="112492"/>
          </a:xfrm>
          <a:prstGeom prst="rect">
            <a:avLst/>
          </a:prstGeom>
          <a:noFill/>
          <a:ln>
            <a:noFill/>
          </a:ln>
        </p:spPr>
      </p:pic>
      <p:pic>
        <p:nvPicPr>
          <p:cNvPr id="87" name="Google Shape;87;p15"/>
          <p:cNvPicPr preferRelativeResize="0"/>
          <p:nvPr/>
        </p:nvPicPr>
        <p:blipFill rotWithShape="1">
          <a:blip r:embed="rId6">
            <a:alphaModFix/>
          </a:blip>
          <a:srcRect b="0" l="0" r="0" t="0"/>
          <a:stretch/>
        </p:blipFill>
        <p:spPr>
          <a:xfrm>
            <a:off x="4731418" y="2504270"/>
            <a:ext cx="132295" cy="205171"/>
          </a:xfrm>
          <a:prstGeom prst="rect">
            <a:avLst/>
          </a:prstGeom>
          <a:noFill/>
          <a:ln>
            <a:noFill/>
          </a:ln>
        </p:spPr>
      </p:pic>
      <p:pic>
        <p:nvPicPr>
          <p:cNvPr id="88" name="Google Shape;88;p15"/>
          <p:cNvPicPr preferRelativeResize="0"/>
          <p:nvPr/>
        </p:nvPicPr>
        <p:blipFill rotWithShape="1">
          <a:blip r:embed="rId6">
            <a:alphaModFix/>
          </a:blip>
          <a:srcRect b="0" l="0" r="0" t="0"/>
          <a:stretch/>
        </p:blipFill>
        <p:spPr>
          <a:xfrm>
            <a:off x="5787996" y="2560408"/>
            <a:ext cx="132295" cy="205171"/>
          </a:xfrm>
          <a:prstGeom prst="rect">
            <a:avLst/>
          </a:prstGeom>
          <a:noFill/>
          <a:ln>
            <a:noFill/>
          </a:ln>
        </p:spPr>
      </p:pic>
      <p:pic>
        <p:nvPicPr>
          <p:cNvPr id="89" name="Google Shape;89;p15"/>
          <p:cNvPicPr preferRelativeResize="0"/>
          <p:nvPr/>
        </p:nvPicPr>
        <p:blipFill rotWithShape="1">
          <a:blip r:embed="rId6">
            <a:alphaModFix/>
          </a:blip>
          <a:srcRect b="0" l="0" r="0" t="0"/>
          <a:stretch/>
        </p:blipFill>
        <p:spPr>
          <a:xfrm>
            <a:off x="6832442" y="2560408"/>
            <a:ext cx="132295" cy="205171"/>
          </a:xfrm>
          <a:prstGeom prst="rect">
            <a:avLst/>
          </a:prstGeom>
          <a:noFill/>
          <a:ln>
            <a:noFill/>
          </a:ln>
        </p:spPr>
      </p:pic>
      <p:pic>
        <p:nvPicPr>
          <p:cNvPr id="90" name="Google Shape;90;p15"/>
          <p:cNvPicPr preferRelativeResize="0"/>
          <p:nvPr/>
        </p:nvPicPr>
        <p:blipFill rotWithShape="1">
          <a:blip r:embed="rId6">
            <a:alphaModFix/>
          </a:blip>
          <a:srcRect b="0" l="0" r="0" t="0"/>
          <a:stretch/>
        </p:blipFill>
        <p:spPr>
          <a:xfrm>
            <a:off x="7924725" y="2560408"/>
            <a:ext cx="132295" cy="205171"/>
          </a:xfrm>
          <a:prstGeom prst="rect">
            <a:avLst/>
          </a:prstGeom>
          <a:noFill/>
          <a:ln>
            <a:noFill/>
          </a:ln>
        </p:spPr>
      </p:pic>
      <p:pic>
        <p:nvPicPr>
          <p:cNvPr id="91" name="Google Shape;91;p15"/>
          <p:cNvPicPr preferRelativeResize="0"/>
          <p:nvPr/>
        </p:nvPicPr>
        <p:blipFill rotWithShape="1">
          <a:blip r:embed="rId7">
            <a:alphaModFix/>
          </a:blip>
          <a:srcRect b="0" l="0" r="0" t="0"/>
          <a:stretch/>
        </p:blipFill>
        <p:spPr>
          <a:xfrm>
            <a:off x="6058309" y="3096600"/>
            <a:ext cx="636358" cy="112492"/>
          </a:xfrm>
          <a:prstGeom prst="rect">
            <a:avLst/>
          </a:prstGeom>
          <a:noFill/>
          <a:ln>
            <a:noFill/>
          </a:ln>
        </p:spPr>
      </p:pic>
      <p:pic>
        <p:nvPicPr>
          <p:cNvPr id="92" name="Google Shape;92;p15"/>
          <p:cNvPicPr preferRelativeResize="0"/>
          <p:nvPr/>
        </p:nvPicPr>
        <p:blipFill rotWithShape="1">
          <a:blip r:embed="rId7">
            <a:alphaModFix/>
          </a:blip>
          <a:srcRect b="0" l="0" r="0" t="0"/>
          <a:stretch/>
        </p:blipFill>
        <p:spPr>
          <a:xfrm>
            <a:off x="8194789" y="3096600"/>
            <a:ext cx="636358" cy="112492"/>
          </a:xfrm>
          <a:prstGeom prst="rect">
            <a:avLst/>
          </a:prstGeom>
          <a:noFill/>
          <a:ln>
            <a:noFill/>
          </a:ln>
        </p:spPr>
      </p:pic>
      <p:pic>
        <p:nvPicPr>
          <p:cNvPr id="93" name="Google Shape;93;p15"/>
          <p:cNvPicPr preferRelativeResize="0"/>
          <p:nvPr/>
        </p:nvPicPr>
        <p:blipFill rotWithShape="1">
          <a:blip r:embed="rId3">
            <a:alphaModFix/>
          </a:blip>
          <a:srcRect b="0" l="0" r="0" t="0"/>
          <a:stretch/>
        </p:blipFill>
        <p:spPr>
          <a:xfrm>
            <a:off x="7126559" y="3055117"/>
            <a:ext cx="625908" cy="244074"/>
          </a:xfrm>
          <a:prstGeom prst="rect">
            <a:avLst/>
          </a:prstGeom>
          <a:noFill/>
          <a:ln>
            <a:noFill/>
          </a:ln>
        </p:spPr>
      </p:pic>
      <p:pic>
        <p:nvPicPr>
          <p:cNvPr id="94" name="Google Shape;94;p15"/>
          <p:cNvPicPr preferRelativeResize="0"/>
          <p:nvPr/>
        </p:nvPicPr>
        <p:blipFill rotWithShape="1">
          <a:blip r:embed="rId5">
            <a:alphaModFix/>
          </a:blip>
          <a:srcRect b="0" l="0" r="0" t="0"/>
          <a:stretch/>
        </p:blipFill>
        <p:spPr>
          <a:xfrm>
            <a:off x="7126549" y="3255441"/>
            <a:ext cx="636357" cy="286897"/>
          </a:xfrm>
          <a:prstGeom prst="rect">
            <a:avLst/>
          </a:prstGeom>
          <a:noFill/>
          <a:ln>
            <a:noFill/>
          </a:ln>
        </p:spPr>
      </p:pic>
      <p:cxnSp>
        <p:nvCxnSpPr>
          <p:cNvPr id="95" name="Google Shape;95;p15"/>
          <p:cNvCxnSpPr/>
          <p:nvPr/>
        </p:nvCxnSpPr>
        <p:spPr>
          <a:xfrm>
            <a:off x="1362775" y="3152850"/>
            <a:ext cx="1182300" cy="0"/>
          </a:xfrm>
          <a:prstGeom prst="straightConnector1">
            <a:avLst/>
          </a:prstGeom>
          <a:noFill/>
          <a:ln cap="flat" cmpd="sng" w="8450">
            <a:solidFill>
              <a:srgbClr val="14E6FC"/>
            </a:solidFill>
            <a:prstDash val="solid"/>
            <a:round/>
            <a:headEnd len="sm" w="sm" type="none"/>
            <a:tailEnd len="sm" w="sm" type="none"/>
          </a:ln>
        </p:spPr>
      </p:cxnSp>
      <p:cxnSp>
        <p:nvCxnSpPr>
          <p:cNvPr id="96" name="Google Shape;96;p15"/>
          <p:cNvCxnSpPr/>
          <p:nvPr/>
        </p:nvCxnSpPr>
        <p:spPr>
          <a:xfrm>
            <a:off x="3295336" y="3152850"/>
            <a:ext cx="1290000" cy="0"/>
          </a:xfrm>
          <a:prstGeom prst="straightConnector1">
            <a:avLst/>
          </a:prstGeom>
          <a:noFill/>
          <a:ln cap="flat" cmpd="sng" w="8450">
            <a:solidFill>
              <a:srgbClr val="14E6FC"/>
            </a:solidFill>
            <a:prstDash val="solid"/>
            <a:round/>
            <a:headEnd len="sm" w="sm" type="none"/>
            <a:tailEnd len="sm" w="sm" type="none"/>
          </a:ln>
        </p:spPr>
      </p:cxnSp>
      <p:sp>
        <p:nvSpPr>
          <p:cNvPr id="97" name="Google Shape;97;p15"/>
          <p:cNvSpPr txBox="1"/>
          <p:nvPr>
            <p:ph idx="1" type="body"/>
          </p:nvPr>
        </p:nvSpPr>
        <p:spPr>
          <a:xfrm>
            <a:off x="1715325" y="3907791"/>
            <a:ext cx="5713500" cy="4779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1300"/>
              <a:buNone/>
            </a:pPr>
            <a:r>
              <a:rPr b="1" lang="pt-BR" sz="900">
                <a:solidFill>
                  <a:srgbClr val="45454F"/>
                </a:solidFill>
                <a:latin typeface="DM Sans"/>
                <a:ea typeface="DM Sans"/>
                <a:cs typeface="DM Sans"/>
                <a:sym typeface="DM Sans"/>
              </a:rPr>
              <a:t>Stormx:</a:t>
            </a:r>
            <a:r>
              <a:rPr lang="pt-BR" sz="900">
                <a:solidFill>
                  <a:srgbClr val="45454F"/>
                </a:solidFill>
                <a:latin typeface="DM Sans"/>
                <a:ea typeface="DM Sans"/>
                <a:cs typeface="DM Sans"/>
                <a:sym typeface="DM Sans"/>
              </a:rPr>
              <a:t> o time de AdOps responsável pela criação e distribuição das taxonomias.</a:t>
            </a:r>
            <a:endParaRPr sz="900">
              <a:solidFill>
                <a:srgbClr val="45454F"/>
              </a:solidFill>
              <a:latin typeface="DM Sans"/>
              <a:ea typeface="DM Sans"/>
              <a:cs typeface="DM Sans"/>
              <a:sym typeface="DM Sans"/>
            </a:endParaRPr>
          </a:p>
          <a:p>
            <a:pPr indent="0" lvl="0" marL="0" rtl="0" algn="ctr">
              <a:lnSpc>
                <a:spcPct val="115000"/>
              </a:lnSpc>
              <a:spcBef>
                <a:spcPts val="0"/>
              </a:spcBef>
              <a:spcAft>
                <a:spcPts val="0"/>
              </a:spcAft>
              <a:buSzPts val="1300"/>
              <a:buNone/>
            </a:pPr>
            <a:r>
              <a:rPr b="1" lang="pt-BR" sz="900">
                <a:solidFill>
                  <a:srgbClr val="45454F"/>
                </a:solidFill>
                <a:latin typeface="DM Sans"/>
                <a:ea typeface="DM Sans"/>
                <a:cs typeface="DM Sans"/>
                <a:sym typeface="DM Sans"/>
              </a:rPr>
              <a:t>Flashtalking: </a:t>
            </a:r>
            <a:r>
              <a:rPr lang="pt-BR" sz="900">
                <a:solidFill>
                  <a:srgbClr val="45454F"/>
                </a:solidFill>
                <a:latin typeface="DM Sans"/>
                <a:ea typeface="DM Sans"/>
                <a:cs typeface="DM Sans"/>
                <a:sym typeface="DM Sans"/>
              </a:rPr>
              <a:t>o AdServer responsável pela criação de rastreadores.</a:t>
            </a:r>
            <a:endParaRPr sz="900">
              <a:solidFill>
                <a:srgbClr val="45454F"/>
              </a:solidFill>
              <a:latin typeface="DM Sans"/>
              <a:ea typeface="DM Sans"/>
              <a:cs typeface="DM Sans"/>
              <a:sym typeface="DM Sans"/>
            </a:endParaRPr>
          </a:p>
        </p:txBody>
      </p:sp>
      <p:pic>
        <p:nvPicPr>
          <p:cNvPr descr="Tornado White.png" id="98" name="Google Shape;98;p15"/>
          <p:cNvPicPr preferRelativeResize="0"/>
          <p:nvPr/>
        </p:nvPicPr>
        <p:blipFill rotWithShape="1">
          <a:blip r:embed="rId8">
            <a:alphaModFix/>
          </a:blip>
          <a:srcRect b="0" l="0" r="0" t="0"/>
          <a:stretch/>
        </p:blipFill>
        <p:spPr>
          <a:xfrm>
            <a:off x="76199" y="383391"/>
            <a:ext cx="545413" cy="539109"/>
          </a:xfrm>
          <a:prstGeom prst="rect">
            <a:avLst/>
          </a:prstGeom>
          <a:noFill/>
          <a:ln>
            <a:noFill/>
          </a:ln>
        </p:spPr>
      </p:pic>
      <p:sp>
        <p:nvSpPr>
          <p:cNvPr id="99" name="Google Shape;99;p15"/>
          <p:cNvSpPr txBox="1"/>
          <p:nvPr/>
        </p:nvSpPr>
        <p:spPr>
          <a:xfrm>
            <a:off x="689594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r">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All rights reserved to Stormx @</a:t>
            </a:r>
            <a:r>
              <a:rPr b="1" lang="pt-BR" sz="500">
                <a:solidFill>
                  <a:srgbClr val="484D67"/>
                </a:solidFill>
                <a:latin typeface="Helvetica Neue"/>
                <a:ea typeface="Helvetica Neue"/>
                <a:cs typeface="Helvetica Neue"/>
                <a:sym typeface="Helvetica Neue"/>
              </a:rPr>
              <a:t>2026</a:t>
            </a:r>
            <a:r>
              <a:rPr b="1" i="0" lang="pt-BR" sz="500" u="none" cap="none" strike="noStrike">
                <a:solidFill>
                  <a:srgbClr val="484D67"/>
                </a:solidFill>
                <a:latin typeface="Helvetica Neue"/>
                <a:ea typeface="Helvetica Neue"/>
                <a:cs typeface="Helvetica Neue"/>
                <a:sym typeface="Helvetica Neue"/>
              </a:rPr>
              <a:t> // Digital Forward</a:t>
            </a:r>
            <a:endParaRPr b="1" i="0" sz="500" u="none" cap="none" strike="noStrike">
              <a:solidFill>
                <a:srgbClr val="484D67"/>
              </a:solidFill>
              <a:latin typeface="Helvetica Neue"/>
              <a:ea typeface="Helvetica Neue"/>
              <a:cs typeface="Helvetica Neue"/>
              <a:sym typeface="Helvetica Neue"/>
            </a:endParaRPr>
          </a:p>
        </p:txBody>
      </p:sp>
      <p:sp>
        <p:nvSpPr>
          <p:cNvPr id="100" name="Google Shape;100;p15"/>
          <p:cNvSpPr txBox="1"/>
          <p:nvPr/>
        </p:nvSpPr>
        <p:spPr>
          <a:xfrm>
            <a:off x="5508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l">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Stormx for Unilever</a:t>
            </a:r>
            <a:endParaRPr b="1" i="0" sz="500" u="none" cap="none" strike="noStrike">
              <a:solidFill>
                <a:srgbClr val="484D67"/>
              </a:solidFill>
              <a:latin typeface="Helvetica Neue"/>
              <a:ea typeface="Helvetica Neue"/>
              <a:cs typeface="Helvetica Neue"/>
              <a:sym typeface="Helvetica Neue"/>
            </a:endParaRPr>
          </a:p>
        </p:txBody>
      </p:sp>
      <p:sp>
        <p:nvSpPr>
          <p:cNvPr id="64" name="Google Shape;64;p15"/>
          <p:cNvSpPr/>
          <p:nvPr/>
        </p:nvSpPr>
        <p:spPr>
          <a:xfrm>
            <a:off x="3876190" y="2346052"/>
            <a:ext cx="774300" cy="633900"/>
          </a:xfrm>
          <a:prstGeom prst="roundRect">
            <a:avLst>
              <a:gd fmla="val 16667" name="adj"/>
            </a:avLst>
          </a:prstGeom>
          <a:solidFill>
            <a:srgbClr val="494C67"/>
          </a:solidFill>
          <a:ln cap="flat" cmpd="sng" w="16875">
            <a:solidFill>
              <a:srgbClr val="14E6FC"/>
            </a:solidFill>
            <a:prstDash val="solid"/>
            <a:round/>
            <a:headEnd len="sm" w="sm" type="none"/>
            <a:tailEnd len="sm" w="sm" type="none"/>
          </a:ln>
        </p:spPr>
        <p:txBody>
          <a:bodyPr anchorCtr="0" anchor="ctr" bIns="45550" lIns="45550" spcFirstLastPara="1" rIns="45550" wrap="square" tIns="45550">
            <a:noAutofit/>
          </a:bodyPr>
          <a:lstStyle/>
          <a:p>
            <a:pPr indent="0" lvl="0" marL="0" marR="0" rtl="0" algn="ctr">
              <a:lnSpc>
                <a:spcPct val="100000"/>
              </a:lnSpc>
              <a:spcBef>
                <a:spcPts val="0"/>
              </a:spcBef>
              <a:spcAft>
                <a:spcPts val="0"/>
              </a:spcAft>
              <a:buClr>
                <a:srgbClr val="FFFFFF"/>
              </a:buClr>
              <a:buSzPts val="400"/>
              <a:buFont typeface="DM Sans"/>
              <a:buNone/>
            </a:pPr>
            <a:r>
              <a:rPr b="1" lang="pt-BR" sz="500">
                <a:solidFill>
                  <a:srgbClr val="FFFFFF"/>
                </a:solidFill>
                <a:latin typeface="DM Sans"/>
                <a:ea typeface="DM Sans"/>
                <a:cs typeface="DM Sans"/>
                <a:sym typeface="DM Sans"/>
              </a:rPr>
              <a:t>VALIDAÇÃO AUTOMATIZADA DA TAXONOMIA CRIADA</a:t>
            </a:r>
            <a:endParaRPr b="1" i="0" sz="1000" u="none" cap="none" strike="noStrike">
              <a:solidFill>
                <a:srgbClr val="FFFFFF"/>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4" name="Shape 104"/>
        <p:cNvGrpSpPr/>
        <p:nvPr/>
      </p:nvGrpSpPr>
      <p:grpSpPr>
        <a:xfrm>
          <a:off x="0" y="0"/>
          <a:ext cx="0" cy="0"/>
          <a:chOff x="0" y="0"/>
          <a:chExt cx="0" cy="0"/>
        </a:xfrm>
      </p:grpSpPr>
      <p:sp>
        <p:nvSpPr>
          <p:cNvPr id="105" name="Google Shape;105;p16"/>
          <p:cNvSpPr/>
          <p:nvPr/>
        </p:nvSpPr>
        <p:spPr>
          <a:xfrm>
            <a:off x="319617" y="152400"/>
            <a:ext cx="1167900" cy="128700"/>
          </a:xfrm>
          <a:prstGeom prst="roundRect">
            <a:avLst>
              <a:gd fmla="val 50000" name="adj"/>
            </a:avLst>
          </a:prstGeom>
          <a:solidFill>
            <a:srgbClr val="484D6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pt-BR" sz="600" u="none" cap="none" strike="noStrike">
                <a:solidFill>
                  <a:srgbClr val="F2F2F2"/>
                </a:solidFill>
                <a:latin typeface="DM Sans Black"/>
                <a:ea typeface="DM Sans Black"/>
                <a:cs typeface="DM Sans Black"/>
                <a:sym typeface="DM Sans Black"/>
              </a:rPr>
              <a:t>Unilever | Operação </a:t>
            </a:r>
            <a:r>
              <a:rPr lang="pt-BR" sz="600">
                <a:solidFill>
                  <a:srgbClr val="F2F2F2"/>
                </a:solidFill>
                <a:latin typeface="DM Sans Black"/>
                <a:ea typeface="DM Sans Black"/>
                <a:cs typeface="DM Sans Black"/>
                <a:sym typeface="DM Sans Black"/>
              </a:rPr>
              <a:t>2026</a:t>
            </a:r>
            <a:endParaRPr b="0" i="0" sz="500" u="none" cap="none" strike="noStrike">
              <a:solidFill>
                <a:srgbClr val="000000"/>
              </a:solidFill>
              <a:latin typeface="DM Sans Black"/>
              <a:ea typeface="DM Sans Black"/>
              <a:cs typeface="DM Sans Black"/>
              <a:sym typeface="DM Sans Black"/>
            </a:endParaRPr>
          </a:p>
        </p:txBody>
      </p:sp>
      <p:sp>
        <p:nvSpPr>
          <p:cNvPr id="106" name="Google Shape;106;p16"/>
          <p:cNvSpPr/>
          <p:nvPr/>
        </p:nvSpPr>
        <p:spPr>
          <a:xfrm>
            <a:off x="152400" y="152401"/>
            <a:ext cx="129000" cy="128700"/>
          </a:xfrm>
          <a:prstGeom prst="ellipse">
            <a:avLst/>
          </a:prstGeom>
          <a:solidFill>
            <a:srgbClr val="14E6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107" name="Google Shape;107;p16"/>
          <p:cNvSpPr txBox="1"/>
          <p:nvPr/>
        </p:nvSpPr>
        <p:spPr>
          <a:xfrm>
            <a:off x="535499" y="461438"/>
            <a:ext cx="3307500" cy="411000"/>
          </a:xfrm>
          <a:prstGeom prst="rect">
            <a:avLst/>
          </a:prstGeom>
          <a:noFill/>
          <a:ln>
            <a:noFill/>
          </a:ln>
        </p:spPr>
        <p:txBody>
          <a:bodyPr anchorCtr="0" anchor="t" bIns="57225" lIns="57225" spcFirstLastPara="1" rIns="57225" wrap="square" tIns="57225">
            <a:spAutoFit/>
          </a:bodyPr>
          <a:lstStyle/>
          <a:p>
            <a:pPr indent="0" lvl="0" marL="0" marR="0" rtl="0" algn="l">
              <a:lnSpc>
                <a:spcPct val="80000"/>
              </a:lnSpc>
              <a:spcBef>
                <a:spcPts val="0"/>
              </a:spcBef>
              <a:spcAft>
                <a:spcPts val="0"/>
              </a:spcAft>
              <a:buClr>
                <a:srgbClr val="D3B7F7"/>
              </a:buClr>
              <a:buSzPts val="2800"/>
              <a:buFont typeface="Helvetica Neue"/>
              <a:buNone/>
            </a:pPr>
            <a:r>
              <a:rPr b="1" lang="pt-BR" sz="2400">
                <a:solidFill>
                  <a:srgbClr val="14E6FC"/>
                </a:solidFill>
                <a:latin typeface="Helvetica Neue"/>
                <a:ea typeface="Helvetica Neue"/>
                <a:cs typeface="Helvetica Neue"/>
                <a:sym typeface="Helvetica Neue"/>
              </a:rPr>
              <a:t>Taxonomia</a:t>
            </a:r>
            <a:endParaRPr b="1" i="0" sz="2400" u="none" cap="none" strike="noStrike">
              <a:solidFill>
                <a:srgbClr val="14E6FC"/>
              </a:solidFill>
              <a:latin typeface="Helvetica Neue"/>
              <a:ea typeface="Helvetica Neue"/>
              <a:cs typeface="Helvetica Neue"/>
              <a:sym typeface="Helvetica Neue"/>
            </a:endParaRPr>
          </a:p>
        </p:txBody>
      </p:sp>
      <p:sp>
        <p:nvSpPr>
          <p:cNvPr id="108" name="Google Shape;108;p16"/>
          <p:cNvSpPr txBox="1"/>
          <p:nvPr>
            <p:ph idx="4294967295" type="body"/>
          </p:nvPr>
        </p:nvSpPr>
        <p:spPr>
          <a:xfrm>
            <a:off x="216825" y="1334100"/>
            <a:ext cx="6565500" cy="308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300"/>
              <a:buNone/>
            </a:pPr>
            <a:r>
              <a:rPr lang="pt-BR" sz="1000">
                <a:solidFill>
                  <a:srgbClr val="494C67"/>
                </a:solidFill>
                <a:latin typeface="DM Sans"/>
                <a:ea typeface="DM Sans"/>
                <a:cs typeface="DM Sans"/>
                <a:sym typeface="DM Sans"/>
              </a:rPr>
              <a:t>Taxonomia é o sistema de nomenclatura padronizado aplicado a Campaign, Ad Group e Ad Name em todos os veículos digitais, garantindo que qualquer pessoa, em qualquer momento, entenda exatamente o que cada campanha representa.</a:t>
            </a:r>
            <a:endParaRPr sz="1000">
              <a:solidFill>
                <a:srgbClr val="494C67"/>
              </a:solidFill>
              <a:latin typeface="DM Sans"/>
              <a:ea typeface="DM Sans"/>
              <a:cs typeface="DM Sans"/>
              <a:sym typeface="DM Sans"/>
            </a:endParaRPr>
          </a:p>
          <a:p>
            <a:pPr indent="0" lvl="0" marL="0" rtl="0" algn="l">
              <a:spcBef>
                <a:spcPts val="1200"/>
              </a:spcBef>
              <a:spcAft>
                <a:spcPts val="0"/>
              </a:spcAft>
              <a:buClr>
                <a:schemeClr val="dk1"/>
              </a:buClr>
              <a:buSzPts val="1300"/>
              <a:buFont typeface="Arial"/>
              <a:buNone/>
            </a:pPr>
            <a:r>
              <a:rPr lang="pt-BR" sz="1000">
                <a:solidFill>
                  <a:srgbClr val="494C67"/>
                </a:solidFill>
                <a:latin typeface="DM Sans"/>
                <a:ea typeface="DM Sans"/>
                <a:cs typeface="DM Sans"/>
                <a:sym typeface="DM Sans"/>
              </a:rPr>
              <a:t>Erros na implementação da taxonomia, como quebra de estrutura, confusão entre plataformas ou campos fora do padrão da UL Brasil, podem impedir que os dados da campanha sejam contabilizados no dashboard de métricas, incluindo investimento, impressões e cliques.</a:t>
            </a:r>
            <a:endParaRPr sz="1000">
              <a:solidFill>
                <a:srgbClr val="494C67"/>
              </a:solidFill>
              <a:latin typeface="DM Sans"/>
              <a:ea typeface="DM Sans"/>
              <a:cs typeface="DM Sans"/>
              <a:sym typeface="DM Sans"/>
            </a:endParaRPr>
          </a:p>
          <a:p>
            <a:pPr indent="0" lvl="0" marL="0" rtl="0" algn="l">
              <a:spcBef>
                <a:spcPts val="1200"/>
              </a:spcBef>
              <a:spcAft>
                <a:spcPts val="0"/>
              </a:spcAft>
              <a:buClr>
                <a:schemeClr val="dk1"/>
              </a:buClr>
              <a:buSzPts val="1300"/>
              <a:buFont typeface="Arial"/>
              <a:buNone/>
            </a:pPr>
            <a:r>
              <a:rPr lang="pt-BR" sz="1000">
                <a:solidFill>
                  <a:srgbClr val="494C67"/>
                </a:solidFill>
                <a:latin typeface="DM Sans"/>
                <a:ea typeface="DM Sans"/>
                <a:cs typeface="DM Sans"/>
                <a:sym typeface="DM Sans"/>
              </a:rPr>
              <a:t>Isso impacta o RROI, controle global da UL sobre o retorno dos investimentos, pois há investimento realizado sem os dados correspondentes para análise.</a:t>
            </a:r>
            <a:endParaRPr sz="1000">
              <a:solidFill>
                <a:srgbClr val="494C67"/>
              </a:solidFill>
              <a:latin typeface="DM Sans"/>
              <a:ea typeface="DM Sans"/>
              <a:cs typeface="DM Sans"/>
              <a:sym typeface="DM Sans"/>
            </a:endParaRPr>
          </a:p>
          <a:p>
            <a:pPr indent="0" lvl="0" marL="0" rtl="0" algn="l">
              <a:spcBef>
                <a:spcPts val="1200"/>
              </a:spcBef>
              <a:spcAft>
                <a:spcPts val="1200"/>
              </a:spcAft>
              <a:buClr>
                <a:schemeClr val="dk1"/>
              </a:buClr>
              <a:buSzPts val="1300"/>
              <a:buFont typeface="Arial"/>
              <a:buNone/>
            </a:pPr>
            <a:r>
              <a:rPr lang="pt-BR" sz="1000">
                <a:solidFill>
                  <a:srgbClr val="494C67"/>
                </a:solidFill>
                <a:latin typeface="DM Sans"/>
                <a:ea typeface="DM Sans"/>
                <a:cs typeface="DM Sans"/>
                <a:sym typeface="DM Sans"/>
              </a:rPr>
              <a:t>Atenção: temos uma janela de 30 dias para corrigir a taxonomia na plataforma e no banco de dados, garantindo que os dados sejam contabilizados no dashboard e no RROI.</a:t>
            </a:r>
            <a:endParaRPr sz="1000">
              <a:solidFill>
                <a:srgbClr val="494C67"/>
              </a:solidFill>
              <a:latin typeface="DM Sans"/>
              <a:ea typeface="DM Sans"/>
              <a:cs typeface="DM Sans"/>
              <a:sym typeface="DM Sans"/>
            </a:endParaRPr>
          </a:p>
        </p:txBody>
      </p:sp>
      <p:pic>
        <p:nvPicPr>
          <p:cNvPr descr="Tornado White.png" id="109" name="Google Shape;109;p16"/>
          <p:cNvPicPr preferRelativeResize="0"/>
          <p:nvPr/>
        </p:nvPicPr>
        <p:blipFill rotWithShape="1">
          <a:blip r:embed="rId3">
            <a:alphaModFix/>
          </a:blip>
          <a:srcRect b="0" l="0" r="0" t="0"/>
          <a:stretch/>
        </p:blipFill>
        <p:spPr>
          <a:xfrm>
            <a:off x="76199" y="383391"/>
            <a:ext cx="545413" cy="539109"/>
          </a:xfrm>
          <a:prstGeom prst="rect">
            <a:avLst/>
          </a:prstGeom>
          <a:noFill/>
          <a:ln>
            <a:noFill/>
          </a:ln>
        </p:spPr>
      </p:pic>
      <p:sp>
        <p:nvSpPr>
          <p:cNvPr id="110" name="Google Shape;110;p16"/>
          <p:cNvSpPr txBox="1"/>
          <p:nvPr/>
        </p:nvSpPr>
        <p:spPr>
          <a:xfrm>
            <a:off x="689594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r">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All rights reserved to Stormx @</a:t>
            </a:r>
            <a:r>
              <a:rPr b="1" lang="pt-BR" sz="500">
                <a:solidFill>
                  <a:srgbClr val="484D67"/>
                </a:solidFill>
                <a:latin typeface="Helvetica Neue"/>
                <a:ea typeface="Helvetica Neue"/>
                <a:cs typeface="Helvetica Neue"/>
                <a:sym typeface="Helvetica Neue"/>
              </a:rPr>
              <a:t>2026</a:t>
            </a:r>
            <a:r>
              <a:rPr b="1" i="0" lang="pt-BR" sz="500" u="none" cap="none" strike="noStrike">
                <a:solidFill>
                  <a:srgbClr val="484D67"/>
                </a:solidFill>
                <a:latin typeface="Helvetica Neue"/>
                <a:ea typeface="Helvetica Neue"/>
                <a:cs typeface="Helvetica Neue"/>
                <a:sym typeface="Helvetica Neue"/>
              </a:rPr>
              <a:t> // Digital Forward</a:t>
            </a:r>
            <a:endParaRPr b="1" i="0" sz="500" u="none" cap="none" strike="noStrike">
              <a:solidFill>
                <a:srgbClr val="484D67"/>
              </a:solidFill>
              <a:latin typeface="Helvetica Neue"/>
              <a:ea typeface="Helvetica Neue"/>
              <a:cs typeface="Helvetica Neue"/>
              <a:sym typeface="Helvetica Neue"/>
            </a:endParaRPr>
          </a:p>
        </p:txBody>
      </p:sp>
      <p:sp>
        <p:nvSpPr>
          <p:cNvPr id="111" name="Google Shape;111;p16"/>
          <p:cNvSpPr txBox="1"/>
          <p:nvPr/>
        </p:nvSpPr>
        <p:spPr>
          <a:xfrm>
            <a:off x="5508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l">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Stormx for Unilever</a:t>
            </a:r>
            <a:endParaRPr b="1" i="0" sz="500" u="none" cap="none" strike="noStrike">
              <a:solidFill>
                <a:srgbClr val="484D67"/>
              </a:solidFill>
              <a:latin typeface="Helvetica Neue"/>
              <a:ea typeface="Helvetica Neue"/>
              <a:cs typeface="Helvetica Neue"/>
              <a:sym typeface="Helvetica Neue"/>
            </a:endParaRPr>
          </a:p>
        </p:txBody>
      </p:sp>
      <p:sp>
        <p:nvSpPr>
          <p:cNvPr id="112" name="Google Shape;112;p16"/>
          <p:cNvSpPr/>
          <p:nvPr/>
        </p:nvSpPr>
        <p:spPr>
          <a:xfrm>
            <a:off x="7813300" y="152400"/>
            <a:ext cx="936300" cy="936300"/>
          </a:xfrm>
          <a:prstGeom prst="flowChartConnector">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3" name="Google Shape;113;p16" title="Grafimos_Barras_Azul.png"/>
          <p:cNvPicPr preferRelativeResize="0"/>
          <p:nvPr/>
        </p:nvPicPr>
        <p:blipFill rotWithShape="1">
          <a:blip r:embed="rId4">
            <a:alphaModFix/>
          </a:blip>
          <a:srcRect b="0" l="0" r="0" t="0"/>
          <a:stretch/>
        </p:blipFill>
        <p:spPr>
          <a:xfrm>
            <a:off x="7040850" y="1537519"/>
            <a:ext cx="2103150" cy="206845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7" name="Shape 117"/>
        <p:cNvGrpSpPr/>
        <p:nvPr/>
      </p:nvGrpSpPr>
      <p:grpSpPr>
        <a:xfrm>
          <a:off x="0" y="0"/>
          <a:ext cx="0" cy="0"/>
          <a:chOff x="0" y="0"/>
          <a:chExt cx="0" cy="0"/>
        </a:xfrm>
      </p:grpSpPr>
      <p:sp>
        <p:nvSpPr>
          <p:cNvPr id="118" name="Google Shape;118;p17"/>
          <p:cNvSpPr/>
          <p:nvPr/>
        </p:nvSpPr>
        <p:spPr>
          <a:xfrm>
            <a:off x="319617" y="152400"/>
            <a:ext cx="1167900" cy="128700"/>
          </a:xfrm>
          <a:prstGeom prst="roundRect">
            <a:avLst>
              <a:gd fmla="val 50000" name="adj"/>
            </a:avLst>
          </a:prstGeom>
          <a:solidFill>
            <a:srgbClr val="484D6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pt-BR" sz="600" u="none" cap="none" strike="noStrike">
                <a:solidFill>
                  <a:srgbClr val="F2F2F2"/>
                </a:solidFill>
                <a:latin typeface="DM Sans Black"/>
                <a:ea typeface="DM Sans Black"/>
                <a:cs typeface="DM Sans Black"/>
                <a:sym typeface="DM Sans Black"/>
              </a:rPr>
              <a:t>Unilever | Operação </a:t>
            </a:r>
            <a:r>
              <a:rPr lang="pt-BR" sz="600">
                <a:solidFill>
                  <a:srgbClr val="F2F2F2"/>
                </a:solidFill>
                <a:latin typeface="DM Sans Black"/>
                <a:ea typeface="DM Sans Black"/>
                <a:cs typeface="DM Sans Black"/>
                <a:sym typeface="DM Sans Black"/>
              </a:rPr>
              <a:t>2026</a:t>
            </a:r>
            <a:endParaRPr b="0" i="0" sz="500" u="none" cap="none" strike="noStrike">
              <a:solidFill>
                <a:srgbClr val="000000"/>
              </a:solidFill>
              <a:latin typeface="DM Sans Black"/>
              <a:ea typeface="DM Sans Black"/>
              <a:cs typeface="DM Sans Black"/>
              <a:sym typeface="DM Sans Black"/>
            </a:endParaRPr>
          </a:p>
        </p:txBody>
      </p:sp>
      <p:sp>
        <p:nvSpPr>
          <p:cNvPr id="119" name="Google Shape;119;p17"/>
          <p:cNvSpPr/>
          <p:nvPr/>
        </p:nvSpPr>
        <p:spPr>
          <a:xfrm>
            <a:off x="152400" y="152401"/>
            <a:ext cx="129000" cy="128700"/>
          </a:xfrm>
          <a:prstGeom prst="ellipse">
            <a:avLst/>
          </a:prstGeom>
          <a:solidFill>
            <a:srgbClr val="14E6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120" name="Google Shape;120;p17"/>
          <p:cNvSpPr txBox="1"/>
          <p:nvPr/>
        </p:nvSpPr>
        <p:spPr>
          <a:xfrm>
            <a:off x="535499" y="461438"/>
            <a:ext cx="3307500" cy="411000"/>
          </a:xfrm>
          <a:prstGeom prst="rect">
            <a:avLst/>
          </a:prstGeom>
          <a:noFill/>
          <a:ln>
            <a:noFill/>
          </a:ln>
        </p:spPr>
        <p:txBody>
          <a:bodyPr anchorCtr="0" anchor="t" bIns="57225" lIns="57225" spcFirstLastPara="1" rIns="57225" wrap="square" tIns="57225">
            <a:spAutoFit/>
          </a:bodyPr>
          <a:lstStyle/>
          <a:p>
            <a:pPr indent="0" lvl="0" marL="0" marR="0" rtl="0" algn="l">
              <a:lnSpc>
                <a:spcPct val="80000"/>
              </a:lnSpc>
              <a:spcBef>
                <a:spcPts val="0"/>
              </a:spcBef>
              <a:spcAft>
                <a:spcPts val="0"/>
              </a:spcAft>
              <a:buClr>
                <a:srgbClr val="D3B7F7"/>
              </a:buClr>
              <a:buSzPts val="2800"/>
              <a:buFont typeface="Helvetica Neue"/>
              <a:buNone/>
            </a:pPr>
            <a:r>
              <a:rPr b="1" lang="pt-BR" sz="2400">
                <a:solidFill>
                  <a:srgbClr val="14E6FC"/>
                </a:solidFill>
                <a:latin typeface="Helvetica Neue"/>
                <a:ea typeface="Helvetica Neue"/>
                <a:cs typeface="Helvetica Neue"/>
                <a:sym typeface="Helvetica Neue"/>
              </a:rPr>
              <a:t>Taxonomia | Estrutura</a:t>
            </a:r>
            <a:endParaRPr b="1" i="0" sz="2400" u="none" cap="none" strike="noStrike">
              <a:solidFill>
                <a:srgbClr val="14E6FC"/>
              </a:solidFill>
              <a:latin typeface="Helvetica Neue"/>
              <a:ea typeface="Helvetica Neue"/>
              <a:cs typeface="Helvetica Neue"/>
              <a:sym typeface="Helvetica Neue"/>
            </a:endParaRPr>
          </a:p>
        </p:txBody>
      </p:sp>
      <p:sp>
        <p:nvSpPr>
          <p:cNvPr id="121" name="Google Shape;121;p17"/>
          <p:cNvSpPr txBox="1"/>
          <p:nvPr>
            <p:ph idx="4294967295" type="body"/>
          </p:nvPr>
        </p:nvSpPr>
        <p:spPr>
          <a:xfrm>
            <a:off x="216825" y="1334100"/>
            <a:ext cx="6565500" cy="308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300"/>
              <a:buFont typeface="Arial"/>
              <a:buNone/>
            </a:pPr>
            <a:r>
              <a:rPr lang="pt-BR" sz="1000">
                <a:solidFill>
                  <a:srgbClr val="494C67"/>
                </a:solidFill>
                <a:latin typeface="DM Sans"/>
                <a:ea typeface="DM Sans"/>
                <a:cs typeface="DM Sans"/>
                <a:sym typeface="DM Sans"/>
              </a:rPr>
              <a:t>A taxonomia é composta por dois tipos de campos obrigatórios:</a:t>
            </a:r>
            <a:endParaRPr sz="1000">
              <a:solidFill>
                <a:srgbClr val="494C67"/>
              </a:solidFill>
              <a:latin typeface="DM Sans"/>
              <a:ea typeface="DM Sans"/>
              <a:cs typeface="DM Sans"/>
              <a:sym typeface="DM Sans"/>
            </a:endParaRPr>
          </a:p>
          <a:p>
            <a:pPr indent="-292100" lvl="0" marL="457200" rtl="0" algn="l">
              <a:spcBef>
                <a:spcPts val="1200"/>
              </a:spcBef>
              <a:spcAft>
                <a:spcPts val="0"/>
              </a:spcAft>
              <a:buClr>
                <a:srgbClr val="494C67"/>
              </a:buClr>
              <a:buSzPts val="1000"/>
              <a:buFont typeface="DM Sans"/>
              <a:buChar char="●"/>
            </a:pPr>
            <a:r>
              <a:rPr b="1" lang="pt-BR" sz="1000">
                <a:solidFill>
                  <a:srgbClr val="494C67"/>
                </a:solidFill>
                <a:latin typeface="DM Sans"/>
                <a:ea typeface="DM Sans"/>
                <a:cs typeface="DM Sans"/>
                <a:sym typeface="DM Sans"/>
              </a:rPr>
              <a:t>Campos Galileo (mandatórios Global)</a:t>
            </a:r>
            <a:endParaRPr b="1" sz="1000">
              <a:solidFill>
                <a:srgbClr val="494C67"/>
              </a:solidFill>
              <a:latin typeface="DM Sans"/>
              <a:ea typeface="DM Sans"/>
              <a:cs typeface="DM Sans"/>
              <a:sym typeface="DM Sans"/>
            </a:endParaRPr>
          </a:p>
          <a:p>
            <a:pPr indent="0" lvl="0" marL="0" rtl="0" algn="l">
              <a:spcBef>
                <a:spcPts val="1200"/>
              </a:spcBef>
              <a:spcAft>
                <a:spcPts val="0"/>
              </a:spcAft>
              <a:buClr>
                <a:schemeClr val="dk1"/>
              </a:buClr>
              <a:buSzPts val="1300"/>
              <a:buFont typeface="Arial"/>
              <a:buNone/>
            </a:pPr>
            <a:r>
              <a:rPr lang="pt-BR" sz="1000">
                <a:solidFill>
                  <a:srgbClr val="494C67"/>
                </a:solidFill>
                <a:latin typeface="DM Sans"/>
                <a:ea typeface="DM Sans"/>
                <a:cs typeface="DM Sans"/>
                <a:sym typeface="DM Sans"/>
              </a:rPr>
              <a:t>São campos padronizados globalmente pela Unilever, que garantem a consistência e a governança internacional dos dados. São separados por _ e não podem ser adicionados, removidos ou alterados sem autorização da UL Global.</a:t>
            </a:r>
            <a:endParaRPr sz="1000">
              <a:solidFill>
                <a:srgbClr val="494C67"/>
              </a:solidFill>
              <a:latin typeface="DM Sans"/>
              <a:ea typeface="DM Sans"/>
              <a:cs typeface="DM Sans"/>
              <a:sym typeface="DM Sans"/>
            </a:endParaRPr>
          </a:p>
          <a:p>
            <a:pPr indent="-292100" lvl="0" marL="457200" rtl="0" algn="l">
              <a:spcBef>
                <a:spcPts val="1200"/>
              </a:spcBef>
              <a:spcAft>
                <a:spcPts val="0"/>
              </a:spcAft>
              <a:buClr>
                <a:srgbClr val="494C67"/>
              </a:buClr>
              <a:buSzPts val="1000"/>
              <a:buFont typeface="DM Sans"/>
              <a:buChar char="●"/>
            </a:pPr>
            <a:r>
              <a:rPr b="1" lang="pt-BR" sz="1000">
                <a:solidFill>
                  <a:srgbClr val="494C67"/>
                </a:solidFill>
                <a:latin typeface="DM Sans"/>
                <a:ea typeface="DM Sans"/>
                <a:cs typeface="DM Sans"/>
                <a:sym typeface="DM Sans"/>
              </a:rPr>
              <a:t>Campos Freetext (mandatórios Brasil)</a:t>
            </a:r>
            <a:endParaRPr b="1" sz="1000">
              <a:solidFill>
                <a:srgbClr val="494C67"/>
              </a:solidFill>
              <a:latin typeface="DM Sans"/>
              <a:ea typeface="DM Sans"/>
              <a:cs typeface="DM Sans"/>
              <a:sym typeface="DM Sans"/>
            </a:endParaRPr>
          </a:p>
          <a:p>
            <a:pPr indent="0" lvl="0" marL="0" rtl="0" algn="l">
              <a:spcBef>
                <a:spcPts val="1200"/>
              </a:spcBef>
              <a:spcAft>
                <a:spcPts val="0"/>
              </a:spcAft>
              <a:buClr>
                <a:schemeClr val="dk1"/>
              </a:buClr>
              <a:buSzPts val="1300"/>
              <a:buFont typeface="Arial"/>
              <a:buNone/>
            </a:pPr>
            <a:r>
              <a:rPr lang="pt-BR" sz="1000">
                <a:solidFill>
                  <a:srgbClr val="494C67"/>
                </a:solidFill>
                <a:latin typeface="DM Sans"/>
                <a:ea typeface="DM Sans"/>
                <a:cs typeface="DM Sans"/>
                <a:sym typeface="DM Sans"/>
              </a:rPr>
              <a:t>São campos def</a:t>
            </a:r>
            <a:r>
              <a:rPr lang="pt-BR" sz="1000">
                <a:solidFill>
                  <a:srgbClr val="494C67"/>
                </a:solidFill>
                <a:latin typeface="DM Sans"/>
                <a:ea typeface="DM Sans"/>
                <a:cs typeface="DM Sans"/>
                <a:sym typeface="DM Sans"/>
              </a:rPr>
              <a:t>ini</a:t>
            </a:r>
            <a:r>
              <a:rPr lang="pt-BR" sz="1000">
                <a:solidFill>
                  <a:srgbClr val="494C67"/>
                </a:solidFill>
                <a:latin typeface="DM Sans"/>
                <a:ea typeface="DM Sans"/>
                <a:cs typeface="DM Sans"/>
                <a:sym typeface="DM Sans"/>
              </a:rPr>
              <a:t>dos localmente, utilizados para complementar as informações específicas do mercado brasileiro. São separados por |. Como são campos mandatórios do Brasil, não precisamos aguardar a aprovação da UL Global para incluir ou alterar opções de dropdown. Porém, é necessário alinhar as mudanças com a UL Brasil antes de seguir.</a:t>
            </a:r>
            <a:endParaRPr sz="1000">
              <a:solidFill>
                <a:srgbClr val="494C67"/>
              </a:solidFill>
              <a:latin typeface="DM Sans"/>
              <a:ea typeface="DM Sans"/>
              <a:cs typeface="DM Sans"/>
              <a:sym typeface="DM Sans"/>
            </a:endParaRPr>
          </a:p>
          <a:p>
            <a:pPr indent="0" lvl="0" marL="0" rtl="0" algn="l">
              <a:spcBef>
                <a:spcPts val="1200"/>
              </a:spcBef>
              <a:spcAft>
                <a:spcPts val="1200"/>
              </a:spcAft>
              <a:buClr>
                <a:schemeClr val="dk1"/>
              </a:buClr>
              <a:buSzPts val="1300"/>
              <a:buFont typeface="Arial"/>
              <a:buNone/>
            </a:pPr>
            <a:r>
              <a:t/>
            </a:r>
            <a:endParaRPr sz="1000">
              <a:solidFill>
                <a:srgbClr val="494C67"/>
              </a:solidFill>
              <a:latin typeface="DM Sans"/>
              <a:ea typeface="DM Sans"/>
              <a:cs typeface="DM Sans"/>
              <a:sym typeface="DM Sans"/>
            </a:endParaRPr>
          </a:p>
        </p:txBody>
      </p:sp>
      <p:pic>
        <p:nvPicPr>
          <p:cNvPr descr="Tornado White.png" id="122" name="Google Shape;122;p17"/>
          <p:cNvPicPr preferRelativeResize="0"/>
          <p:nvPr/>
        </p:nvPicPr>
        <p:blipFill rotWithShape="1">
          <a:blip r:embed="rId3">
            <a:alphaModFix/>
          </a:blip>
          <a:srcRect b="0" l="0" r="0" t="0"/>
          <a:stretch/>
        </p:blipFill>
        <p:spPr>
          <a:xfrm>
            <a:off x="76199" y="383391"/>
            <a:ext cx="545413" cy="539109"/>
          </a:xfrm>
          <a:prstGeom prst="rect">
            <a:avLst/>
          </a:prstGeom>
          <a:noFill/>
          <a:ln>
            <a:noFill/>
          </a:ln>
        </p:spPr>
      </p:pic>
      <p:sp>
        <p:nvSpPr>
          <p:cNvPr id="123" name="Google Shape;123;p17"/>
          <p:cNvSpPr txBox="1"/>
          <p:nvPr/>
        </p:nvSpPr>
        <p:spPr>
          <a:xfrm>
            <a:off x="689594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r">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All rights reserved to Stormx @</a:t>
            </a:r>
            <a:r>
              <a:rPr b="1" lang="pt-BR" sz="500">
                <a:solidFill>
                  <a:srgbClr val="484D67"/>
                </a:solidFill>
                <a:latin typeface="Helvetica Neue"/>
                <a:ea typeface="Helvetica Neue"/>
                <a:cs typeface="Helvetica Neue"/>
                <a:sym typeface="Helvetica Neue"/>
              </a:rPr>
              <a:t>2026</a:t>
            </a:r>
            <a:r>
              <a:rPr b="1" i="0" lang="pt-BR" sz="500" u="none" cap="none" strike="noStrike">
                <a:solidFill>
                  <a:srgbClr val="484D67"/>
                </a:solidFill>
                <a:latin typeface="Helvetica Neue"/>
                <a:ea typeface="Helvetica Neue"/>
                <a:cs typeface="Helvetica Neue"/>
                <a:sym typeface="Helvetica Neue"/>
              </a:rPr>
              <a:t> // Digital Forward</a:t>
            </a:r>
            <a:endParaRPr b="1" i="0" sz="500" u="none" cap="none" strike="noStrike">
              <a:solidFill>
                <a:srgbClr val="484D67"/>
              </a:solidFill>
              <a:latin typeface="Helvetica Neue"/>
              <a:ea typeface="Helvetica Neue"/>
              <a:cs typeface="Helvetica Neue"/>
              <a:sym typeface="Helvetica Neue"/>
            </a:endParaRPr>
          </a:p>
        </p:txBody>
      </p:sp>
      <p:sp>
        <p:nvSpPr>
          <p:cNvPr id="124" name="Google Shape;124;p17"/>
          <p:cNvSpPr txBox="1"/>
          <p:nvPr/>
        </p:nvSpPr>
        <p:spPr>
          <a:xfrm>
            <a:off x="5508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l">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Stormx for Unilever</a:t>
            </a:r>
            <a:endParaRPr b="1" i="0" sz="500" u="none" cap="none" strike="noStrike">
              <a:solidFill>
                <a:srgbClr val="484D67"/>
              </a:solidFill>
              <a:latin typeface="Helvetica Neue"/>
              <a:ea typeface="Helvetica Neue"/>
              <a:cs typeface="Helvetica Neue"/>
              <a:sym typeface="Helvetica Neue"/>
            </a:endParaRPr>
          </a:p>
        </p:txBody>
      </p:sp>
      <p:sp>
        <p:nvSpPr>
          <p:cNvPr id="125" name="Google Shape;125;p17"/>
          <p:cNvSpPr/>
          <p:nvPr/>
        </p:nvSpPr>
        <p:spPr>
          <a:xfrm>
            <a:off x="7813300" y="152400"/>
            <a:ext cx="936300" cy="936300"/>
          </a:xfrm>
          <a:prstGeom prst="flowChartConnector">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6" name="Google Shape;126;p17" title="Grafimos_Barras_Cinza_Escuro.png"/>
          <p:cNvPicPr preferRelativeResize="0"/>
          <p:nvPr/>
        </p:nvPicPr>
        <p:blipFill rotWithShape="1">
          <a:blip r:embed="rId4">
            <a:alphaModFix/>
          </a:blip>
          <a:srcRect b="0" l="0" r="0" t="0"/>
          <a:stretch/>
        </p:blipFill>
        <p:spPr>
          <a:xfrm>
            <a:off x="7040850" y="1537519"/>
            <a:ext cx="2103150" cy="206845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0" name="Shape 130"/>
        <p:cNvGrpSpPr/>
        <p:nvPr/>
      </p:nvGrpSpPr>
      <p:grpSpPr>
        <a:xfrm>
          <a:off x="0" y="0"/>
          <a:ext cx="0" cy="0"/>
          <a:chOff x="0" y="0"/>
          <a:chExt cx="0" cy="0"/>
        </a:xfrm>
      </p:grpSpPr>
      <p:sp>
        <p:nvSpPr>
          <p:cNvPr id="131" name="Google Shape;131;p18"/>
          <p:cNvSpPr/>
          <p:nvPr/>
        </p:nvSpPr>
        <p:spPr>
          <a:xfrm>
            <a:off x="319617" y="152400"/>
            <a:ext cx="1167900" cy="128700"/>
          </a:xfrm>
          <a:prstGeom prst="roundRect">
            <a:avLst>
              <a:gd fmla="val 50000" name="adj"/>
            </a:avLst>
          </a:prstGeom>
          <a:solidFill>
            <a:srgbClr val="484D6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pt-BR" sz="600" u="none" cap="none" strike="noStrike">
                <a:solidFill>
                  <a:srgbClr val="F2F2F2"/>
                </a:solidFill>
                <a:latin typeface="DM Sans Black"/>
                <a:ea typeface="DM Sans Black"/>
                <a:cs typeface="DM Sans Black"/>
                <a:sym typeface="DM Sans Black"/>
              </a:rPr>
              <a:t>Unilever | Operação </a:t>
            </a:r>
            <a:r>
              <a:rPr lang="pt-BR" sz="600">
                <a:solidFill>
                  <a:srgbClr val="F2F2F2"/>
                </a:solidFill>
                <a:latin typeface="DM Sans Black"/>
                <a:ea typeface="DM Sans Black"/>
                <a:cs typeface="DM Sans Black"/>
                <a:sym typeface="DM Sans Black"/>
              </a:rPr>
              <a:t>2026</a:t>
            </a:r>
            <a:endParaRPr b="0" i="0" sz="500" u="none" cap="none" strike="noStrike">
              <a:solidFill>
                <a:srgbClr val="000000"/>
              </a:solidFill>
              <a:latin typeface="DM Sans Black"/>
              <a:ea typeface="DM Sans Black"/>
              <a:cs typeface="DM Sans Black"/>
              <a:sym typeface="DM Sans Black"/>
            </a:endParaRPr>
          </a:p>
        </p:txBody>
      </p:sp>
      <p:sp>
        <p:nvSpPr>
          <p:cNvPr id="132" name="Google Shape;132;p18"/>
          <p:cNvSpPr/>
          <p:nvPr/>
        </p:nvSpPr>
        <p:spPr>
          <a:xfrm>
            <a:off x="152400" y="152401"/>
            <a:ext cx="129000" cy="128700"/>
          </a:xfrm>
          <a:prstGeom prst="ellipse">
            <a:avLst/>
          </a:prstGeom>
          <a:solidFill>
            <a:srgbClr val="14E6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133" name="Google Shape;133;p18"/>
          <p:cNvSpPr txBox="1"/>
          <p:nvPr/>
        </p:nvSpPr>
        <p:spPr>
          <a:xfrm>
            <a:off x="535499" y="461438"/>
            <a:ext cx="3307500" cy="411000"/>
          </a:xfrm>
          <a:prstGeom prst="rect">
            <a:avLst/>
          </a:prstGeom>
          <a:noFill/>
          <a:ln>
            <a:noFill/>
          </a:ln>
        </p:spPr>
        <p:txBody>
          <a:bodyPr anchorCtr="0" anchor="t" bIns="57225" lIns="57225" spcFirstLastPara="1" rIns="57225" wrap="square" tIns="57225">
            <a:spAutoFit/>
          </a:bodyPr>
          <a:lstStyle/>
          <a:p>
            <a:pPr indent="0" lvl="0" marL="0" marR="0" rtl="0" algn="l">
              <a:lnSpc>
                <a:spcPct val="80000"/>
              </a:lnSpc>
              <a:spcBef>
                <a:spcPts val="0"/>
              </a:spcBef>
              <a:spcAft>
                <a:spcPts val="0"/>
              </a:spcAft>
              <a:buClr>
                <a:srgbClr val="D3B7F7"/>
              </a:buClr>
              <a:buSzPts val="2800"/>
              <a:buFont typeface="Helvetica Neue"/>
              <a:buNone/>
            </a:pPr>
            <a:r>
              <a:rPr b="1" lang="pt-BR" sz="2400">
                <a:solidFill>
                  <a:srgbClr val="14E6FC"/>
                </a:solidFill>
                <a:latin typeface="Helvetica Neue"/>
                <a:ea typeface="Helvetica Neue"/>
                <a:cs typeface="Helvetica Neue"/>
                <a:sym typeface="Helvetica Neue"/>
              </a:rPr>
              <a:t>Taxonomia | Estrutura</a:t>
            </a:r>
            <a:endParaRPr b="1" i="0" sz="2400" u="none" cap="none" strike="noStrike">
              <a:solidFill>
                <a:srgbClr val="14E6FC"/>
              </a:solidFill>
              <a:latin typeface="Helvetica Neue"/>
              <a:ea typeface="Helvetica Neue"/>
              <a:cs typeface="Helvetica Neue"/>
              <a:sym typeface="Helvetica Neue"/>
            </a:endParaRPr>
          </a:p>
        </p:txBody>
      </p:sp>
      <p:sp>
        <p:nvSpPr>
          <p:cNvPr id="134" name="Google Shape;134;p18"/>
          <p:cNvSpPr txBox="1"/>
          <p:nvPr>
            <p:ph idx="4294967295" type="body"/>
          </p:nvPr>
        </p:nvSpPr>
        <p:spPr>
          <a:xfrm>
            <a:off x="216825" y="1334100"/>
            <a:ext cx="6886200" cy="308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300"/>
              <a:buFont typeface="Arial"/>
              <a:buNone/>
            </a:pPr>
            <a:r>
              <a:rPr lang="pt-BR" sz="1000">
                <a:solidFill>
                  <a:srgbClr val="494C67"/>
                </a:solidFill>
                <a:latin typeface="DM Sans"/>
                <a:ea typeface="DM Sans"/>
                <a:cs typeface="DM Sans"/>
                <a:sym typeface="DM Sans"/>
              </a:rPr>
              <a:t>Exemplo de taxonomia de Meta:</a:t>
            </a:r>
            <a:endParaRPr sz="1000">
              <a:solidFill>
                <a:srgbClr val="494C67"/>
              </a:solidFill>
              <a:latin typeface="DM Sans"/>
              <a:ea typeface="DM Sans"/>
              <a:cs typeface="DM Sans"/>
              <a:sym typeface="DM Sans"/>
            </a:endParaRPr>
          </a:p>
          <a:p>
            <a:pPr indent="-292100" lvl="0" marL="457200" rtl="0" algn="l">
              <a:spcBef>
                <a:spcPts val="1200"/>
              </a:spcBef>
              <a:spcAft>
                <a:spcPts val="0"/>
              </a:spcAft>
              <a:buClr>
                <a:srgbClr val="494C67"/>
              </a:buClr>
              <a:buSzPts val="1000"/>
              <a:buFont typeface="DM Sans"/>
              <a:buChar char="●"/>
            </a:pPr>
            <a:r>
              <a:rPr b="1" lang="pt-BR" sz="1000">
                <a:solidFill>
                  <a:srgbClr val="494C67"/>
                </a:solidFill>
                <a:latin typeface="DM Sans"/>
                <a:ea typeface="DM Sans"/>
                <a:cs typeface="DM Sans"/>
                <a:sym typeface="DM Sans"/>
              </a:rPr>
              <a:t>Campaign</a:t>
            </a:r>
            <a:endParaRPr b="1" sz="1000">
              <a:solidFill>
                <a:srgbClr val="494C67"/>
              </a:solidFill>
              <a:latin typeface="DM Sans"/>
              <a:ea typeface="DM Sans"/>
              <a:cs typeface="DM Sans"/>
              <a:sym typeface="DM Sans"/>
            </a:endParaRPr>
          </a:p>
          <a:p>
            <a:pPr indent="0" lvl="0" marL="0" rtl="0" algn="l">
              <a:spcBef>
                <a:spcPts val="1200"/>
              </a:spcBef>
              <a:spcAft>
                <a:spcPts val="0"/>
              </a:spcAft>
              <a:buClr>
                <a:schemeClr val="dk1"/>
              </a:buClr>
              <a:buSzPts val="1300"/>
              <a:buFont typeface="Arial"/>
              <a:buNone/>
            </a:pPr>
            <a:r>
              <a:rPr lang="pt-BR" sz="1000">
                <a:solidFill>
                  <a:srgbClr val="494C67"/>
                </a:solidFill>
                <a:latin typeface="DM Sans"/>
                <a:ea typeface="DM Sans"/>
                <a:cs typeface="DM Sans"/>
                <a:sym typeface="DM Sans"/>
              </a:rPr>
              <a:t>cn010790-legacy-(hellmann's-world)_mayo_hellmann's_opauc_nocollab_awa_legacy|brdlft-y|promo|na</a:t>
            </a:r>
            <a:endParaRPr sz="1000">
              <a:solidFill>
                <a:srgbClr val="494C67"/>
              </a:solidFill>
              <a:latin typeface="DM Sans"/>
              <a:ea typeface="DM Sans"/>
              <a:cs typeface="DM Sans"/>
              <a:sym typeface="DM Sans"/>
            </a:endParaRPr>
          </a:p>
          <a:p>
            <a:pPr indent="-292100" lvl="0" marL="457200" rtl="0" algn="l">
              <a:spcBef>
                <a:spcPts val="1200"/>
              </a:spcBef>
              <a:spcAft>
                <a:spcPts val="0"/>
              </a:spcAft>
              <a:buClr>
                <a:srgbClr val="494C67"/>
              </a:buClr>
              <a:buSzPts val="1000"/>
              <a:buFont typeface="DM Sans"/>
              <a:buChar char="●"/>
            </a:pPr>
            <a:r>
              <a:rPr b="1" lang="pt-BR" sz="1000">
                <a:solidFill>
                  <a:srgbClr val="494C67"/>
                </a:solidFill>
                <a:latin typeface="DM Sans"/>
                <a:ea typeface="DM Sans"/>
                <a:cs typeface="DM Sans"/>
                <a:sym typeface="DM Sans"/>
              </a:rPr>
              <a:t>Ad Group</a:t>
            </a:r>
            <a:endParaRPr b="1" sz="1000">
              <a:solidFill>
                <a:srgbClr val="494C67"/>
              </a:solidFill>
              <a:latin typeface="DM Sans"/>
              <a:ea typeface="DM Sans"/>
              <a:cs typeface="DM Sans"/>
              <a:sym typeface="DM Sans"/>
            </a:endParaRPr>
          </a:p>
          <a:p>
            <a:pPr indent="0" lvl="0" marL="0" rtl="0" algn="l">
              <a:spcBef>
                <a:spcPts val="1200"/>
              </a:spcBef>
              <a:spcAft>
                <a:spcPts val="0"/>
              </a:spcAft>
              <a:buClr>
                <a:schemeClr val="dk1"/>
              </a:buClr>
              <a:buSzPts val="1300"/>
              <a:buFont typeface="Arial"/>
              <a:buNone/>
            </a:pPr>
            <a:r>
              <a:rPr lang="pt-BR" sz="1000">
                <a:solidFill>
                  <a:srgbClr val="494C67"/>
                </a:solidFill>
                <a:latin typeface="DM Sans"/>
                <a:ea typeface="DM Sans"/>
                <a:cs typeface="DM Sans"/>
                <a:sym typeface="DM Sans"/>
              </a:rPr>
              <a:t>no1pd_int-fodrk-recipes_ad_25-55_legacy|reach|meta|cpm|nacional|nac|behav|advantage</a:t>
            </a:r>
            <a:endParaRPr sz="1000">
              <a:solidFill>
                <a:srgbClr val="494C67"/>
              </a:solidFill>
              <a:latin typeface="DM Sans"/>
              <a:ea typeface="DM Sans"/>
              <a:cs typeface="DM Sans"/>
              <a:sym typeface="DM Sans"/>
            </a:endParaRPr>
          </a:p>
          <a:p>
            <a:pPr indent="-292100" lvl="0" marL="457200" rtl="0" algn="l">
              <a:spcBef>
                <a:spcPts val="1200"/>
              </a:spcBef>
              <a:spcAft>
                <a:spcPts val="0"/>
              </a:spcAft>
              <a:buClr>
                <a:srgbClr val="494C67"/>
              </a:buClr>
              <a:buSzPts val="1000"/>
              <a:buFont typeface="DM Sans"/>
              <a:buChar char="●"/>
            </a:pPr>
            <a:r>
              <a:rPr b="1" lang="pt-BR" sz="1000">
                <a:solidFill>
                  <a:srgbClr val="494C67"/>
                </a:solidFill>
                <a:latin typeface="DM Sans"/>
                <a:ea typeface="DM Sans"/>
                <a:cs typeface="DM Sans"/>
                <a:sym typeface="DM Sans"/>
              </a:rPr>
              <a:t>Ad Name</a:t>
            </a:r>
            <a:endParaRPr b="1" sz="1000">
              <a:solidFill>
                <a:srgbClr val="494C67"/>
              </a:solidFill>
              <a:latin typeface="DM Sans"/>
              <a:ea typeface="DM Sans"/>
              <a:cs typeface="DM Sans"/>
              <a:sym typeface="DM Sans"/>
            </a:endParaRPr>
          </a:p>
          <a:p>
            <a:pPr indent="0" lvl="0" marL="0" rtl="0" algn="l">
              <a:spcBef>
                <a:spcPts val="1200"/>
              </a:spcBef>
              <a:spcAft>
                <a:spcPts val="0"/>
              </a:spcAft>
              <a:buNone/>
            </a:pPr>
            <a:r>
              <a:rPr lang="pt-BR" sz="1000">
                <a:solidFill>
                  <a:srgbClr val="494C67"/>
                </a:solidFill>
                <a:latin typeface="DM Sans"/>
                <a:ea typeface="DM Sans"/>
                <a:cs typeface="DM Sans"/>
                <a:sym typeface="DM Sans"/>
              </a:rPr>
              <a:t>legacy-promo-4x5-meta-15s_vid_brand_nshop_15s_na_bsay_na_fed-stor-reel|brd|na|promo-15-SX00010803</a:t>
            </a:r>
            <a:endParaRPr sz="1000">
              <a:solidFill>
                <a:srgbClr val="494C67"/>
              </a:solidFill>
              <a:latin typeface="DM Sans"/>
              <a:ea typeface="DM Sans"/>
              <a:cs typeface="DM Sans"/>
              <a:sym typeface="DM Sans"/>
            </a:endParaRPr>
          </a:p>
          <a:p>
            <a:pPr indent="0" lvl="0" marL="0" rtl="0" algn="l">
              <a:spcBef>
                <a:spcPts val="1200"/>
              </a:spcBef>
              <a:spcAft>
                <a:spcPts val="1200"/>
              </a:spcAft>
              <a:buClr>
                <a:schemeClr val="dk1"/>
              </a:buClr>
              <a:buSzPts val="1300"/>
              <a:buFont typeface="Arial"/>
              <a:buNone/>
            </a:pPr>
            <a:r>
              <a:t/>
            </a:r>
            <a:endParaRPr sz="1000">
              <a:solidFill>
                <a:srgbClr val="494C67"/>
              </a:solidFill>
              <a:latin typeface="DM Sans"/>
              <a:ea typeface="DM Sans"/>
              <a:cs typeface="DM Sans"/>
              <a:sym typeface="DM Sans"/>
            </a:endParaRPr>
          </a:p>
        </p:txBody>
      </p:sp>
      <p:pic>
        <p:nvPicPr>
          <p:cNvPr descr="Tornado White.png" id="135" name="Google Shape;135;p18"/>
          <p:cNvPicPr preferRelativeResize="0"/>
          <p:nvPr/>
        </p:nvPicPr>
        <p:blipFill rotWithShape="1">
          <a:blip r:embed="rId3">
            <a:alphaModFix/>
          </a:blip>
          <a:srcRect b="0" l="0" r="0" t="0"/>
          <a:stretch/>
        </p:blipFill>
        <p:spPr>
          <a:xfrm>
            <a:off x="76199" y="383391"/>
            <a:ext cx="545413" cy="539109"/>
          </a:xfrm>
          <a:prstGeom prst="rect">
            <a:avLst/>
          </a:prstGeom>
          <a:noFill/>
          <a:ln>
            <a:noFill/>
          </a:ln>
        </p:spPr>
      </p:pic>
      <p:sp>
        <p:nvSpPr>
          <p:cNvPr id="136" name="Google Shape;136;p18"/>
          <p:cNvSpPr txBox="1"/>
          <p:nvPr/>
        </p:nvSpPr>
        <p:spPr>
          <a:xfrm>
            <a:off x="689594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r">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All rights reserved to Stormx @</a:t>
            </a:r>
            <a:r>
              <a:rPr b="1" lang="pt-BR" sz="500">
                <a:solidFill>
                  <a:srgbClr val="484D67"/>
                </a:solidFill>
                <a:latin typeface="Helvetica Neue"/>
                <a:ea typeface="Helvetica Neue"/>
                <a:cs typeface="Helvetica Neue"/>
                <a:sym typeface="Helvetica Neue"/>
              </a:rPr>
              <a:t>2026</a:t>
            </a:r>
            <a:r>
              <a:rPr b="1" i="0" lang="pt-BR" sz="500" u="none" cap="none" strike="noStrike">
                <a:solidFill>
                  <a:srgbClr val="484D67"/>
                </a:solidFill>
                <a:latin typeface="Helvetica Neue"/>
                <a:ea typeface="Helvetica Neue"/>
                <a:cs typeface="Helvetica Neue"/>
                <a:sym typeface="Helvetica Neue"/>
              </a:rPr>
              <a:t> // Digital Forward</a:t>
            </a:r>
            <a:endParaRPr b="1" i="0" sz="500" u="none" cap="none" strike="noStrike">
              <a:solidFill>
                <a:srgbClr val="484D67"/>
              </a:solidFill>
              <a:latin typeface="Helvetica Neue"/>
              <a:ea typeface="Helvetica Neue"/>
              <a:cs typeface="Helvetica Neue"/>
              <a:sym typeface="Helvetica Neue"/>
            </a:endParaRPr>
          </a:p>
        </p:txBody>
      </p:sp>
      <p:sp>
        <p:nvSpPr>
          <p:cNvPr id="137" name="Google Shape;137;p18"/>
          <p:cNvSpPr txBox="1"/>
          <p:nvPr/>
        </p:nvSpPr>
        <p:spPr>
          <a:xfrm>
            <a:off x="5508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l">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Stormx for Unilever</a:t>
            </a:r>
            <a:endParaRPr b="1" i="0" sz="500" u="none" cap="none" strike="noStrike">
              <a:solidFill>
                <a:srgbClr val="484D67"/>
              </a:solidFill>
              <a:latin typeface="Helvetica Neue"/>
              <a:ea typeface="Helvetica Neue"/>
              <a:cs typeface="Helvetica Neue"/>
              <a:sym typeface="Helvetica Neue"/>
            </a:endParaRPr>
          </a:p>
        </p:txBody>
      </p:sp>
      <p:sp>
        <p:nvSpPr>
          <p:cNvPr id="138" name="Google Shape;138;p18"/>
          <p:cNvSpPr/>
          <p:nvPr/>
        </p:nvSpPr>
        <p:spPr>
          <a:xfrm>
            <a:off x="7813300" y="152400"/>
            <a:ext cx="936300" cy="936300"/>
          </a:xfrm>
          <a:prstGeom prst="flowChartConnector">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39" name="Google Shape;139;p18" title="Grafimos_Barras_Azul.png"/>
          <p:cNvPicPr preferRelativeResize="0"/>
          <p:nvPr/>
        </p:nvPicPr>
        <p:blipFill rotWithShape="1">
          <a:blip r:embed="rId4">
            <a:alphaModFix/>
          </a:blip>
          <a:srcRect b="0" l="0" r="0" t="0"/>
          <a:stretch/>
        </p:blipFill>
        <p:spPr>
          <a:xfrm>
            <a:off x="7040850" y="1537519"/>
            <a:ext cx="2103150" cy="206845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3" name="Shape 143"/>
        <p:cNvGrpSpPr/>
        <p:nvPr/>
      </p:nvGrpSpPr>
      <p:grpSpPr>
        <a:xfrm>
          <a:off x="0" y="0"/>
          <a:ext cx="0" cy="0"/>
          <a:chOff x="0" y="0"/>
          <a:chExt cx="0" cy="0"/>
        </a:xfrm>
      </p:grpSpPr>
      <p:sp>
        <p:nvSpPr>
          <p:cNvPr id="144" name="Google Shape;144;p19"/>
          <p:cNvSpPr/>
          <p:nvPr/>
        </p:nvSpPr>
        <p:spPr>
          <a:xfrm>
            <a:off x="319617" y="152400"/>
            <a:ext cx="1167900" cy="128700"/>
          </a:xfrm>
          <a:prstGeom prst="roundRect">
            <a:avLst>
              <a:gd fmla="val 50000" name="adj"/>
            </a:avLst>
          </a:prstGeom>
          <a:solidFill>
            <a:srgbClr val="484D6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pt-BR" sz="600" u="none" cap="none" strike="noStrike">
                <a:solidFill>
                  <a:srgbClr val="F2F2F2"/>
                </a:solidFill>
                <a:latin typeface="DM Sans Black"/>
                <a:ea typeface="DM Sans Black"/>
                <a:cs typeface="DM Sans Black"/>
                <a:sym typeface="DM Sans Black"/>
              </a:rPr>
              <a:t>Unilever | Operação </a:t>
            </a:r>
            <a:r>
              <a:rPr lang="pt-BR" sz="600">
                <a:solidFill>
                  <a:srgbClr val="F2F2F2"/>
                </a:solidFill>
                <a:latin typeface="DM Sans Black"/>
                <a:ea typeface="DM Sans Black"/>
                <a:cs typeface="DM Sans Black"/>
                <a:sym typeface="DM Sans Black"/>
              </a:rPr>
              <a:t>2026</a:t>
            </a:r>
            <a:endParaRPr b="0" i="0" sz="500" u="none" cap="none" strike="noStrike">
              <a:solidFill>
                <a:srgbClr val="000000"/>
              </a:solidFill>
              <a:latin typeface="DM Sans Black"/>
              <a:ea typeface="DM Sans Black"/>
              <a:cs typeface="DM Sans Black"/>
              <a:sym typeface="DM Sans Black"/>
            </a:endParaRPr>
          </a:p>
        </p:txBody>
      </p:sp>
      <p:sp>
        <p:nvSpPr>
          <p:cNvPr id="145" name="Google Shape;145;p19"/>
          <p:cNvSpPr/>
          <p:nvPr/>
        </p:nvSpPr>
        <p:spPr>
          <a:xfrm>
            <a:off x="152400" y="152401"/>
            <a:ext cx="129000" cy="128700"/>
          </a:xfrm>
          <a:prstGeom prst="ellipse">
            <a:avLst/>
          </a:prstGeom>
          <a:solidFill>
            <a:srgbClr val="14E6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146" name="Google Shape;146;p19"/>
          <p:cNvSpPr txBox="1"/>
          <p:nvPr/>
        </p:nvSpPr>
        <p:spPr>
          <a:xfrm>
            <a:off x="535500" y="461450"/>
            <a:ext cx="4985700" cy="411000"/>
          </a:xfrm>
          <a:prstGeom prst="rect">
            <a:avLst/>
          </a:prstGeom>
          <a:noFill/>
          <a:ln>
            <a:noFill/>
          </a:ln>
        </p:spPr>
        <p:txBody>
          <a:bodyPr anchorCtr="0" anchor="t" bIns="57225" lIns="57225" spcFirstLastPara="1" rIns="57225" wrap="square" tIns="57225">
            <a:spAutoFit/>
          </a:bodyPr>
          <a:lstStyle/>
          <a:p>
            <a:pPr indent="0" lvl="0" marL="0" marR="0" rtl="0" algn="l">
              <a:lnSpc>
                <a:spcPct val="80000"/>
              </a:lnSpc>
              <a:spcBef>
                <a:spcPts val="0"/>
              </a:spcBef>
              <a:spcAft>
                <a:spcPts val="0"/>
              </a:spcAft>
              <a:buClr>
                <a:srgbClr val="D3B7F7"/>
              </a:buClr>
              <a:buSzPts val="2800"/>
              <a:buFont typeface="Helvetica Neue"/>
              <a:buNone/>
            </a:pPr>
            <a:r>
              <a:rPr b="1" i="0" lang="pt-BR" sz="2400" u="none" cap="none" strike="noStrike">
                <a:solidFill>
                  <a:srgbClr val="14E6FC"/>
                </a:solidFill>
                <a:latin typeface="Helvetica Neue"/>
                <a:ea typeface="Helvetica Neue"/>
                <a:cs typeface="Helvetica Neue"/>
                <a:sym typeface="Helvetica Neue"/>
              </a:rPr>
              <a:t>Atualização do ADP e </a:t>
            </a:r>
            <a:r>
              <a:rPr b="1" lang="pt-BR" sz="2400">
                <a:solidFill>
                  <a:srgbClr val="14E6FC"/>
                </a:solidFill>
                <a:latin typeface="Helvetica Neue"/>
                <a:ea typeface="Helvetica Neue"/>
                <a:cs typeface="Helvetica Neue"/>
                <a:sym typeface="Helvetica Neue"/>
              </a:rPr>
              <a:t>RM online</a:t>
            </a:r>
            <a:endParaRPr b="1" i="0" sz="2400" u="none" cap="none" strike="noStrike">
              <a:solidFill>
                <a:srgbClr val="14E6FC"/>
              </a:solidFill>
              <a:latin typeface="Helvetica Neue"/>
              <a:ea typeface="Helvetica Neue"/>
              <a:cs typeface="Helvetica Neue"/>
              <a:sym typeface="Helvetica Neue"/>
            </a:endParaRPr>
          </a:p>
        </p:txBody>
      </p:sp>
      <p:sp>
        <p:nvSpPr>
          <p:cNvPr id="147" name="Google Shape;147;p19"/>
          <p:cNvSpPr txBox="1"/>
          <p:nvPr>
            <p:ph idx="4294967295" type="body"/>
          </p:nvPr>
        </p:nvSpPr>
        <p:spPr>
          <a:xfrm>
            <a:off x="229650" y="1334100"/>
            <a:ext cx="6565500" cy="325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Semanalmente, às sextas-feiras o Global (Unilever) envia a atualização do Galileo e a Stormx inclui as novidades no ADP.</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Toda segunda-feira, até às 17h, a Stormx envia aos times a nova versão do ADP, com as inclusões de Galileo e FreeText (solicitações dos mídias), e atualiza a RM online disponível no SharePoint com as mesmas novidades.</a:t>
            </a:r>
            <a:endParaRPr sz="1000">
              <a:solidFill>
                <a:srgbClr val="494C67"/>
              </a:solidFill>
              <a:latin typeface="DM Sans"/>
              <a:ea typeface="DM Sans"/>
              <a:cs typeface="DM Sans"/>
              <a:sym typeface="DM Sans"/>
            </a:endParaRPr>
          </a:p>
        </p:txBody>
      </p:sp>
      <p:pic>
        <p:nvPicPr>
          <p:cNvPr descr="Tornado White.png" id="148" name="Google Shape;148;p19"/>
          <p:cNvPicPr preferRelativeResize="0"/>
          <p:nvPr/>
        </p:nvPicPr>
        <p:blipFill rotWithShape="1">
          <a:blip r:embed="rId3">
            <a:alphaModFix/>
          </a:blip>
          <a:srcRect b="0" l="0" r="0" t="0"/>
          <a:stretch/>
        </p:blipFill>
        <p:spPr>
          <a:xfrm>
            <a:off x="76199" y="383391"/>
            <a:ext cx="545413" cy="539109"/>
          </a:xfrm>
          <a:prstGeom prst="rect">
            <a:avLst/>
          </a:prstGeom>
          <a:noFill/>
          <a:ln>
            <a:noFill/>
          </a:ln>
        </p:spPr>
      </p:pic>
      <p:sp>
        <p:nvSpPr>
          <p:cNvPr id="149" name="Google Shape;149;p19"/>
          <p:cNvSpPr txBox="1"/>
          <p:nvPr/>
        </p:nvSpPr>
        <p:spPr>
          <a:xfrm>
            <a:off x="5508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l">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Stormx for Unilever</a:t>
            </a:r>
            <a:endParaRPr b="1" i="0" sz="500" u="none" cap="none" strike="noStrike">
              <a:solidFill>
                <a:srgbClr val="484D67"/>
              </a:solidFill>
              <a:latin typeface="Helvetica Neue"/>
              <a:ea typeface="Helvetica Neue"/>
              <a:cs typeface="Helvetica Neue"/>
              <a:sym typeface="Helvetica Neue"/>
            </a:endParaRPr>
          </a:p>
        </p:txBody>
      </p:sp>
      <p:sp>
        <p:nvSpPr>
          <p:cNvPr id="150" name="Google Shape;150;p19"/>
          <p:cNvSpPr txBox="1"/>
          <p:nvPr/>
        </p:nvSpPr>
        <p:spPr>
          <a:xfrm>
            <a:off x="689594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r">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All rights reserved to Stormx @</a:t>
            </a:r>
            <a:r>
              <a:rPr b="1" lang="pt-BR" sz="500">
                <a:solidFill>
                  <a:srgbClr val="484D67"/>
                </a:solidFill>
                <a:latin typeface="Helvetica Neue"/>
                <a:ea typeface="Helvetica Neue"/>
                <a:cs typeface="Helvetica Neue"/>
                <a:sym typeface="Helvetica Neue"/>
              </a:rPr>
              <a:t>2026</a:t>
            </a:r>
            <a:r>
              <a:rPr b="1" i="0" lang="pt-BR" sz="500" u="none" cap="none" strike="noStrike">
                <a:solidFill>
                  <a:srgbClr val="484D67"/>
                </a:solidFill>
                <a:latin typeface="Helvetica Neue"/>
                <a:ea typeface="Helvetica Neue"/>
                <a:cs typeface="Helvetica Neue"/>
                <a:sym typeface="Helvetica Neue"/>
              </a:rPr>
              <a:t> // Digital Forward</a:t>
            </a:r>
            <a:endParaRPr b="1" i="0" sz="500" u="none" cap="none" strike="noStrike">
              <a:solidFill>
                <a:srgbClr val="484D67"/>
              </a:solidFill>
              <a:latin typeface="Helvetica Neue"/>
              <a:ea typeface="Helvetica Neue"/>
              <a:cs typeface="Helvetica Neue"/>
              <a:sym typeface="Helvetica Neue"/>
            </a:endParaRPr>
          </a:p>
        </p:txBody>
      </p:sp>
      <p:pic>
        <p:nvPicPr>
          <p:cNvPr id="151" name="Google Shape;151;p19" title="Grafimos_Barras_Cinza_Escuro.png"/>
          <p:cNvPicPr preferRelativeResize="0"/>
          <p:nvPr/>
        </p:nvPicPr>
        <p:blipFill rotWithShape="1">
          <a:blip r:embed="rId4">
            <a:alphaModFix/>
          </a:blip>
          <a:srcRect b="0" l="0" r="0" t="0"/>
          <a:stretch/>
        </p:blipFill>
        <p:spPr>
          <a:xfrm>
            <a:off x="7040850" y="1537519"/>
            <a:ext cx="2103150" cy="206845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5" name="Shape 155"/>
        <p:cNvGrpSpPr/>
        <p:nvPr/>
      </p:nvGrpSpPr>
      <p:grpSpPr>
        <a:xfrm>
          <a:off x="0" y="0"/>
          <a:ext cx="0" cy="0"/>
          <a:chOff x="0" y="0"/>
          <a:chExt cx="0" cy="0"/>
        </a:xfrm>
      </p:grpSpPr>
      <p:sp>
        <p:nvSpPr>
          <p:cNvPr id="156" name="Google Shape;156;p20"/>
          <p:cNvSpPr/>
          <p:nvPr/>
        </p:nvSpPr>
        <p:spPr>
          <a:xfrm>
            <a:off x="319617" y="152400"/>
            <a:ext cx="1167900" cy="128700"/>
          </a:xfrm>
          <a:prstGeom prst="roundRect">
            <a:avLst>
              <a:gd fmla="val 50000" name="adj"/>
            </a:avLst>
          </a:prstGeom>
          <a:solidFill>
            <a:srgbClr val="484D6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pt-BR" sz="600" u="none" cap="none" strike="noStrike">
                <a:solidFill>
                  <a:srgbClr val="F2F2F2"/>
                </a:solidFill>
                <a:latin typeface="DM Sans Black"/>
                <a:ea typeface="DM Sans Black"/>
                <a:cs typeface="DM Sans Black"/>
                <a:sym typeface="DM Sans Black"/>
              </a:rPr>
              <a:t>Unilever | Operação </a:t>
            </a:r>
            <a:r>
              <a:rPr lang="pt-BR" sz="600">
                <a:solidFill>
                  <a:srgbClr val="F2F2F2"/>
                </a:solidFill>
                <a:latin typeface="DM Sans Black"/>
                <a:ea typeface="DM Sans Black"/>
                <a:cs typeface="DM Sans Black"/>
                <a:sym typeface="DM Sans Black"/>
              </a:rPr>
              <a:t>2026</a:t>
            </a:r>
            <a:endParaRPr b="0" i="0" sz="500" u="none" cap="none" strike="noStrike">
              <a:solidFill>
                <a:srgbClr val="000000"/>
              </a:solidFill>
              <a:latin typeface="DM Sans Black"/>
              <a:ea typeface="DM Sans Black"/>
              <a:cs typeface="DM Sans Black"/>
              <a:sym typeface="DM Sans Black"/>
            </a:endParaRPr>
          </a:p>
        </p:txBody>
      </p:sp>
      <p:sp>
        <p:nvSpPr>
          <p:cNvPr id="157" name="Google Shape;157;p20"/>
          <p:cNvSpPr/>
          <p:nvPr/>
        </p:nvSpPr>
        <p:spPr>
          <a:xfrm>
            <a:off x="152400" y="152401"/>
            <a:ext cx="129000" cy="128700"/>
          </a:xfrm>
          <a:prstGeom prst="ellipse">
            <a:avLst/>
          </a:prstGeom>
          <a:solidFill>
            <a:srgbClr val="14E6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158" name="Google Shape;158;p20"/>
          <p:cNvSpPr txBox="1"/>
          <p:nvPr/>
        </p:nvSpPr>
        <p:spPr>
          <a:xfrm>
            <a:off x="535500" y="461450"/>
            <a:ext cx="5157900" cy="411000"/>
          </a:xfrm>
          <a:prstGeom prst="rect">
            <a:avLst/>
          </a:prstGeom>
          <a:noFill/>
          <a:ln>
            <a:noFill/>
          </a:ln>
        </p:spPr>
        <p:txBody>
          <a:bodyPr anchorCtr="0" anchor="t" bIns="57225" lIns="57225" spcFirstLastPara="1" rIns="57225" wrap="square" tIns="57225">
            <a:spAutoFit/>
          </a:bodyPr>
          <a:lstStyle/>
          <a:p>
            <a:pPr indent="0" lvl="0" marL="0" marR="0" rtl="0" algn="l">
              <a:lnSpc>
                <a:spcPct val="80000"/>
              </a:lnSpc>
              <a:spcBef>
                <a:spcPts val="0"/>
              </a:spcBef>
              <a:spcAft>
                <a:spcPts val="0"/>
              </a:spcAft>
              <a:buClr>
                <a:srgbClr val="D3B7F7"/>
              </a:buClr>
              <a:buSzPts val="2800"/>
              <a:buFont typeface="Helvetica Neue"/>
              <a:buNone/>
            </a:pPr>
            <a:r>
              <a:rPr b="1" lang="pt-BR" sz="2400">
                <a:solidFill>
                  <a:srgbClr val="14E6FC"/>
                </a:solidFill>
                <a:latin typeface="Helvetica Neue"/>
                <a:ea typeface="Helvetica Neue"/>
                <a:cs typeface="Helvetica Neue"/>
                <a:sym typeface="Helvetica Neue"/>
              </a:rPr>
              <a:t>Solicitação de Novo </a:t>
            </a:r>
            <a:r>
              <a:rPr b="1" lang="pt-BR" sz="2400">
                <a:solidFill>
                  <a:srgbClr val="14E6FC"/>
                </a:solidFill>
                <a:latin typeface="Helvetica Neue"/>
                <a:ea typeface="Helvetica Neue"/>
                <a:cs typeface="Helvetica Neue"/>
                <a:sym typeface="Helvetica Neue"/>
              </a:rPr>
              <a:t>CN Code</a:t>
            </a:r>
            <a:endParaRPr b="1" i="0" sz="2400" u="none" cap="none" strike="noStrike">
              <a:solidFill>
                <a:srgbClr val="14E6FC"/>
              </a:solidFill>
              <a:latin typeface="Helvetica Neue"/>
              <a:ea typeface="Helvetica Neue"/>
              <a:cs typeface="Helvetica Neue"/>
              <a:sym typeface="Helvetica Neue"/>
            </a:endParaRPr>
          </a:p>
        </p:txBody>
      </p:sp>
      <p:sp>
        <p:nvSpPr>
          <p:cNvPr id="159" name="Google Shape;159;p20"/>
          <p:cNvSpPr txBox="1"/>
          <p:nvPr>
            <p:ph idx="4294967295" type="body"/>
          </p:nvPr>
        </p:nvSpPr>
        <p:spPr>
          <a:xfrm>
            <a:off x="229650" y="1334100"/>
            <a:ext cx="6565500" cy="3585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Sempre que o mídia precisar de uma campanha que ainda não está na lista do Global, a inclusão deve ser solicitada à UL Global pelo time da Unilever responsável pela campanha (marketing ou mídia da BU). A UL Global aprova as solicitações às segundas-feiras, às 7h, e envia as atualizações do UNCC às sextas-feiras. Por isso, a campanha pode ainda não ter sido incluída.</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b="1" lang="pt-BR" sz="1000">
                <a:solidFill>
                  <a:srgbClr val="494C67"/>
                </a:solidFill>
                <a:latin typeface="DM Sans"/>
                <a:ea typeface="DM Sans"/>
                <a:cs typeface="DM Sans"/>
                <a:sym typeface="DM Sans"/>
              </a:rPr>
              <a:t>Nesse caso, há duas opções:</a:t>
            </a:r>
            <a:endParaRPr b="1"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292100" lvl="0" marL="457200" rtl="0" algn="l">
              <a:lnSpc>
                <a:spcPct val="115000"/>
              </a:lnSpc>
              <a:spcBef>
                <a:spcPts val="0"/>
              </a:spcBef>
              <a:spcAft>
                <a:spcPts val="0"/>
              </a:spcAft>
              <a:buClr>
                <a:srgbClr val="494C67"/>
              </a:buClr>
              <a:buSzPts val="1000"/>
              <a:buFont typeface="DM Sans"/>
              <a:buChar char="●"/>
            </a:pPr>
            <a:r>
              <a:rPr lang="pt-BR" sz="1000">
                <a:solidFill>
                  <a:srgbClr val="494C67"/>
                </a:solidFill>
                <a:latin typeface="DM Sans"/>
                <a:ea typeface="DM Sans"/>
                <a:cs typeface="DM Sans"/>
                <a:sym typeface="DM Sans"/>
              </a:rPr>
              <a:t>Aguardar a próxima atualização da UL Global.</a:t>
            </a:r>
            <a:endParaRPr sz="1000">
              <a:solidFill>
                <a:srgbClr val="494C67"/>
              </a:solidFill>
              <a:latin typeface="DM Sans"/>
              <a:ea typeface="DM Sans"/>
              <a:cs typeface="DM Sans"/>
              <a:sym typeface="DM Sans"/>
            </a:endParaRPr>
          </a:p>
          <a:p>
            <a:pPr indent="-292100" lvl="0" marL="457200" rtl="0" algn="l">
              <a:lnSpc>
                <a:spcPct val="115000"/>
              </a:lnSpc>
              <a:spcBef>
                <a:spcPts val="0"/>
              </a:spcBef>
              <a:spcAft>
                <a:spcPts val="0"/>
              </a:spcAft>
              <a:buClr>
                <a:srgbClr val="494C67"/>
              </a:buClr>
              <a:buSzPts val="1000"/>
              <a:buFont typeface="DM Sans"/>
              <a:buChar char="●"/>
            </a:pPr>
            <a:r>
              <a:rPr lang="pt-BR" sz="1000">
                <a:solidFill>
                  <a:srgbClr val="494C67"/>
                </a:solidFill>
                <a:latin typeface="DM Sans"/>
                <a:ea typeface="DM Sans"/>
                <a:cs typeface="DM Sans"/>
                <a:sym typeface="DM Sans"/>
              </a:rPr>
              <a:t>Consultar a UL Brasil para saber se as linhas podem ser criadas antes da inclusão no UNCC.</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Se a UL Brasil autorizar, ela envia o CN Code e o Campaign, que devem ser idênticos aos cadastrados no UNCC. O mídia então formaliza o acordo por e-mail para a Stormx, com o print da autorização da UL Brasil. Ao receber, a Stormx cadastra os dois na RM versão 6.0.</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p:txBody>
      </p:sp>
      <p:pic>
        <p:nvPicPr>
          <p:cNvPr descr="Tornado White.png" id="160" name="Google Shape;160;p20"/>
          <p:cNvPicPr preferRelativeResize="0"/>
          <p:nvPr/>
        </p:nvPicPr>
        <p:blipFill rotWithShape="1">
          <a:blip r:embed="rId3">
            <a:alphaModFix/>
          </a:blip>
          <a:srcRect b="0" l="0" r="0" t="0"/>
          <a:stretch/>
        </p:blipFill>
        <p:spPr>
          <a:xfrm>
            <a:off x="76199" y="383391"/>
            <a:ext cx="545413" cy="539109"/>
          </a:xfrm>
          <a:prstGeom prst="rect">
            <a:avLst/>
          </a:prstGeom>
          <a:noFill/>
          <a:ln>
            <a:noFill/>
          </a:ln>
        </p:spPr>
      </p:pic>
      <p:sp>
        <p:nvSpPr>
          <p:cNvPr id="161" name="Google Shape;161;p20"/>
          <p:cNvSpPr txBox="1"/>
          <p:nvPr/>
        </p:nvSpPr>
        <p:spPr>
          <a:xfrm>
            <a:off x="5508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l">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Stormx for Unilever</a:t>
            </a:r>
            <a:endParaRPr b="1" i="0" sz="500" u="none" cap="none" strike="noStrike">
              <a:solidFill>
                <a:srgbClr val="484D67"/>
              </a:solidFill>
              <a:latin typeface="Helvetica Neue"/>
              <a:ea typeface="Helvetica Neue"/>
              <a:cs typeface="Helvetica Neue"/>
              <a:sym typeface="Helvetica Neue"/>
            </a:endParaRPr>
          </a:p>
        </p:txBody>
      </p:sp>
      <p:sp>
        <p:nvSpPr>
          <p:cNvPr id="162" name="Google Shape;162;p20"/>
          <p:cNvSpPr txBox="1"/>
          <p:nvPr/>
        </p:nvSpPr>
        <p:spPr>
          <a:xfrm>
            <a:off x="689594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r">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All rights reserved to Stormx @</a:t>
            </a:r>
            <a:r>
              <a:rPr b="1" lang="pt-BR" sz="500">
                <a:solidFill>
                  <a:srgbClr val="484D67"/>
                </a:solidFill>
                <a:latin typeface="Helvetica Neue"/>
                <a:ea typeface="Helvetica Neue"/>
                <a:cs typeface="Helvetica Neue"/>
                <a:sym typeface="Helvetica Neue"/>
              </a:rPr>
              <a:t>2026</a:t>
            </a:r>
            <a:r>
              <a:rPr b="1" i="0" lang="pt-BR" sz="500" u="none" cap="none" strike="noStrike">
                <a:solidFill>
                  <a:srgbClr val="484D67"/>
                </a:solidFill>
                <a:latin typeface="Helvetica Neue"/>
                <a:ea typeface="Helvetica Neue"/>
                <a:cs typeface="Helvetica Neue"/>
                <a:sym typeface="Helvetica Neue"/>
              </a:rPr>
              <a:t> // Digital Forward</a:t>
            </a:r>
            <a:endParaRPr b="1" i="0" sz="500" u="none" cap="none" strike="noStrike">
              <a:solidFill>
                <a:srgbClr val="484D67"/>
              </a:solidFill>
              <a:latin typeface="Helvetica Neue"/>
              <a:ea typeface="Helvetica Neue"/>
              <a:cs typeface="Helvetica Neue"/>
              <a:sym typeface="Helvetica Neue"/>
            </a:endParaRPr>
          </a:p>
        </p:txBody>
      </p:sp>
      <p:sp>
        <p:nvSpPr>
          <p:cNvPr id="163" name="Google Shape;163;p20"/>
          <p:cNvSpPr/>
          <p:nvPr/>
        </p:nvSpPr>
        <p:spPr>
          <a:xfrm>
            <a:off x="7813300" y="152400"/>
            <a:ext cx="936300" cy="936300"/>
          </a:xfrm>
          <a:prstGeom prst="flowChartConnector">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64" name="Google Shape;164;p20" title="Grafimos_Barras_Azul.png"/>
          <p:cNvPicPr preferRelativeResize="0"/>
          <p:nvPr/>
        </p:nvPicPr>
        <p:blipFill rotWithShape="1">
          <a:blip r:embed="rId4">
            <a:alphaModFix/>
          </a:blip>
          <a:srcRect b="0" l="0" r="0" t="0"/>
          <a:stretch/>
        </p:blipFill>
        <p:spPr>
          <a:xfrm>
            <a:off x="7040850" y="1537519"/>
            <a:ext cx="2103150" cy="206845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8" name="Shape 168"/>
        <p:cNvGrpSpPr/>
        <p:nvPr/>
      </p:nvGrpSpPr>
      <p:grpSpPr>
        <a:xfrm>
          <a:off x="0" y="0"/>
          <a:ext cx="0" cy="0"/>
          <a:chOff x="0" y="0"/>
          <a:chExt cx="0" cy="0"/>
        </a:xfrm>
      </p:grpSpPr>
      <p:sp>
        <p:nvSpPr>
          <p:cNvPr id="169" name="Google Shape;169;p21"/>
          <p:cNvSpPr/>
          <p:nvPr/>
        </p:nvSpPr>
        <p:spPr>
          <a:xfrm>
            <a:off x="319617" y="152400"/>
            <a:ext cx="1167900" cy="128700"/>
          </a:xfrm>
          <a:prstGeom prst="roundRect">
            <a:avLst>
              <a:gd fmla="val 50000" name="adj"/>
            </a:avLst>
          </a:prstGeom>
          <a:solidFill>
            <a:srgbClr val="484D6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pt-BR" sz="600" u="none" cap="none" strike="noStrike">
                <a:solidFill>
                  <a:srgbClr val="F2F2F2"/>
                </a:solidFill>
                <a:latin typeface="DM Sans Black"/>
                <a:ea typeface="DM Sans Black"/>
                <a:cs typeface="DM Sans Black"/>
                <a:sym typeface="DM Sans Black"/>
              </a:rPr>
              <a:t>Unilever | Operação </a:t>
            </a:r>
            <a:r>
              <a:rPr lang="pt-BR" sz="600">
                <a:solidFill>
                  <a:srgbClr val="F2F2F2"/>
                </a:solidFill>
                <a:latin typeface="DM Sans Black"/>
                <a:ea typeface="DM Sans Black"/>
                <a:cs typeface="DM Sans Black"/>
                <a:sym typeface="DM Sans Black"/>
              </a:rPr>
              <a:t>2026</a:t>
            </a:r>
            <a:endParaRPr b="0" i="0" sz="500" u="none" cap="none" strike="noStrike">
              <a:solidFill>
                <a:srgbClr val="000000"/>
              </a:solidFill>
              <a:latin typeface="DM Sans Black"/>
              <a:ea typeface="DM Sans Black"/>
              <a:cs typeface="DM Sans Black"/>
              <a:sym typeface="DM Sans Black"/>
            </a:endParaRPr>
          </a:p>
        </p:txBody>
      </p:sp>
      <p:sp>
        <p:nvSpPr>
          <p:cNvPr id="170" name="Google Shape;170;p21"/>
          <p:cNvSpPr/>
          <p:nvPr/>
        </p:nvSpPr>
        <p:spPr>
          <a:xfrm>
            <a:off x="152400" y="152401"/>
            <a:ext cx="129000" cy="128700"/>
          </a:xfrm>
          <a:prstGeom prst="ellipse">
            <a:avLst/>
          </a:prstGeom>
          <a:solidFill>
            <a:srgbClr val="14E6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171" name="Google Shape;171;p21"/>
          <p:cNvSpPr txBox="1"/>
          <p:nvPr/>
        </p:nvSpPr>
        <p:spPr>
          <a:xfrm>
            <a:off x="535499" y="461438"/>
            <a:ext cx="3307500" cy="411000"/>
          </a:xfrm>
          <a:prstGeom prst="rect">
            <a:avLst/>
          </a:prstGeom>
          <a:noFill/>
          <a:ln>
            <a:noFill/>
          </a:ln>
        </p:spPr>
        <p:txBody>
          <a:bodyPr anchorCtr="0" anchor="t" bIns="57225" lIns="57225" spcFirstLastPara="1" rIns="57225" wrap="square" tIns="57225">
            <a:spAutoFit/>
          </a:bodyPr>
          <a:lstStyle/>
          <a:p>
            <a:pPr indent="0" lvl="0" marL="0" marR="0" rtl="0" algn="l">
              <a:lnSpc>
                <a:spcPct val="80000"/>
              </a:lnSpc>
              <a:spcBef>
                <a:spcPts val="0"/>
              </a:spcBef>
              <a:spcAft>
                <a:spcPts val="0"/>
              </a:spcAft>
              <a:buClr>
                <a:srgbClr val="D3B7F7"/>
              </a:buClr>
              <a:buSzPts val="2800"/>
              <a:buFont typeface="Helvetica Neue"/>
              <a:buNone/>
            </a:pPr>
            <a:r>
              <a:rPr b="1" i="0" lang="pt-BR" sz="2400" u="none" cap="none" strike="noStrike">
                <a:solidFill>
                  <a:srgbClr val="14E6FC"/>
                </a:solidFill>
                <a:latin typeface="Helvetica Neue"/>
                <a:ea typeface="Helvetica Neue"/>
                <a:cs typeface="Helvetica Neue"/>
                <a:sym typeface="Helvetica Neue"/>
              </a:rPr>
              <a:t>Campaign Name</a:t>
            </a:r>
            <a:endParaRPr b="1" i="0" sz="2400" u="none" cap="none" strike="noStrike">
              <a:solidFill>
                <a:srgbClr val="14E6FC"/>
              </a:solidFill>
              <a:latin typeface="Helvetica Neue"/>
              <a:ea typeface="Helvetica Neue"/>
              <a:cs typeface="Helvetica Neue"/>
              <a:sym typeface="Helvetica Neue"/>
            </a:endParaRPr>
          </a:p>
        </p:txBody>
      </p:sp>
      <p:sp>
        <p:nvSpPr>
          <p:cNvPr id="172" name="Google Shape;172;p21"/>
          <p:cNvSpPr txBox="1"/>
          <p:nvPr>
            <p:ph idx="4294967295" type="body"/>
          </p:nvPr>
        </p:nvSpPr>
        <p:spPr>
          <a:xfrm>
            <a:off x="229650" y="1334100"/>
            <a:ext cx="6575400" cy="325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O Campaign Name é o nome da campanha global, def</a:t>
            </a:r>
            <a:r>
              <a:rPr lang="pt-BR" sz="1000">
                <a:solidFill>
                  <a:srgbClr val="494C67"/>
                </a:solidFill>
                <a:latin typeface="DM Sans"/>
                <a:ea typeface="DM Sans"/>
                <a:cs typeface="DM Sans"/>
                <a:sym typeface="DM Sans"/>
              </a:rPr>
              <a:t>ini</a:t>
            </a:r>
            <a:r>
              <a:rPr lang="pt-BR" sz="1000">
                <a:solidFill>
                  <a:srgbClr val="494C67"/>
                </a:solidFill>
                <a:latin typeface="DM Sans"/>
                <a:ea typeface="DM Sans"/>
                <a:cs typeface="DM Sans"/>
                <a:sym typeface="DM Sans"/>
              </a:rPr>
              <a:t>do diretamente pelo Global da Unilever. A Stormx recebe a atualização das campanhas globais todas as sextas-feiras e inclui essas informações no ADP enviado aos mídias toda segunda-feira em uma nova versão.</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Para a criação de um Campaign Name, os mídias devem solicitar diretamente à Unilever, que aprova e envia a atualização do Global à Stormx às sextas-feiras.</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É proibido o uso de Campaign Name genérico, como Always On Non Search, sendo autorizado apenas caso o Campaign Name solicitado pelo mídia ainda não tenha sido aprovado. Assim que o Global enviar o Campaign Name oficial, todas as taxonomias devem ser ajustadas para refletir o novo nome.</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b="1" lang="pt-BR" sz="1000">
                <a:solidFill>
                  <a:srgbClr val="494C67"/>
                </a:solidFill>
                <a:latin typeface="DM Sans"/>
                <a:ea typeface="DM Sans"/>
                <a:cs typeface="DM Sans"/>
                <a:sym typeface="DM Sans"/>
              </a:rPr>
              <a:t>Regra:</a:t>
            </a:r>
            <a:endParaRPr b="1"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b="1"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O Campaign Local (</a:t>
            </a:r>
            <a:r>
              <a:rPr lang="pt-BR" sz="1000">
                <a:solidFill>
                  <a:srgbClr val="494C67"/>
                </a:solidFill>
                <a:latin typeface="DM Sans"/>
                <a:ea typeface="DM Sans"/>
                <a:cs typeface="DM Sans"/>
                <a:sym typeface="DM Sans"/>
              </a:rPr>
              <a:t>Brasil</a:t>
            </a:r>
            <a:r>
              <a:rPr lang="pt-BR" sz="1000">
                <a:solidFill>
                  <a:srgbClr val="494C67"/>
                </a:solidFill>
                <a:latin typeface="DM Sans"/>
                <a:ea typeface="DM Sans"/>
                <a:cs typeface="DM Sans"/>
                <a:sym typeface="DM Sans"/>
              </a:rPr>
              <a:t>) deve sempre ser igual ao Campaign Name (global). É permitido adicionar informações extras no Campaign Local Extra, que deve ser solicitado pelo mídia para que a Stormx crie e cadastre no ADP.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O ADP atualizado com essas informações é enviado aos mídias toda segunda-feira.</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p:txBody>
      </p:sp>
      <p:pic>
        <p:nvPicPr>
          <p:cNvPr descr="Tornado White.png" id="173" name="Google Shape;173;p21"/>
          <p:cNvPicPr preferRelativeResize="0"/>
          <p:nvPr/>
        </p:nvPicPr>
        <p:blipFill rotWithShape="1">
          <a:blip r:embed="rId3">
            <a:alphaModFix/>
          </a:blip>
          <a:srcRect b="0" l="0" r="0" t="0"/>
          <a:stretch/>
        </p:blipFill>
        <p:spPr>
          <a:xfrm>
            <a:off x="76199" y="383391"/>
            <a:ext cx="545413" cy="539109"/>
          </a:xfrm>
          <a:prstGeom prst="rect">
            <a:avLst/>
          </a:prstGeom>
          <a:noFill/>
          <a:ln>
            <a:noFill/>
          </a:ln>
        </p:spPr>
      </p:pic>
      <p:sp>
        <p:nvSpPr>
          <p:cNvPr id="174" name="Google Shape;174;p21"/>
          <p:cNvSpPr txBox="1"/>
          <p:nvPr/>
        </p:nvSpPr>
        <p:spPr>
          <a:xfrm>
            <a:off x="5508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l">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Stormx for Unilever</a:t>
            </a:r>
            <a:endParaRPr b="1" i="0" sz="500" u="none" cap="none" strike="noStrike">
              <a:solidFill>
                <a:srgbClr val="484D67"/>
              </a:solidFill>
              <a:latin typeface="Helvetica Neue"/>
              <a:ea typeface="Helvetica Neue"/>
              <a:cs typeface="Helvetica Neue"/>
              <a:sym typeface="Helvetica Neue"/>
            </a:endParaRPr>
          </a:p>
        </p:txBody>
      </p:sp>
      <p:sp>
        <p:nvSpPr>
          <p:cNvPr id="175" name="Google Shape;175;p21"/>
          <p:cNvSpPr txBox="1"/>
          <p:nvPr/>
        </p:nvSpPr>
        <p:spPr>
          <a:xfrm>
            <a:off x="689594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r">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All rights reserved to Stormx @</a:t>
            </a:r>
            <a:r>
              <a:rPr b="1" lang="pt-BR" sz="500">
                <a:solidFill>
                  <a:srgbClr val="484D67"/>
                </a:solidFill>
                <a:latin typeface="Helvetica Neue"/>
                <a:ea typeface="Helvetica Neue"/>
                <a:cs typeface="Helvetica Neue"/>
                <a:sym typeface="Helvetica Neue"/>
              </a:rPr>
              <a:t>2026</a:t>
            </a:r>
            <a:r>
              <a:rPr b="1" i="0" lang="pt-BR" sz="500" u="none" cap="none" strike="noStrike">
                <a:solidFill>
                  <a:srgbClr val="484D67"/>
                </a:solidFill>
                <a:latin typeface="Helvetica Neue"/>
                <a:ea typeface="Helvetica Neue"/>
                <a:cs typeface="Helvetica Neue"/>
                <a:sym typeface="Helvetica Neue"/>
              </a:rPr>
              <a:t> // Digital Forward</a:t>
            </a:r>
            <a:endParaRPr b="1" i="0" sz="500" u="none" cap="none" strike="noStrike">
              <a:solidFill>
                <a:srgbClr val="484D67"/>
              </a:solidFill>
              <a:latin typeface="Helvetica Neue"/>
              <a:ea typeface="Helvetica Neue"/>
              <a:cs typeface="Helvetica Neue"/>
              <a:sym typeface="Helvetica Neue"/>
            </a:endParaRPr>
          </a:p>
        </p:txBody>
      </p:sp>
      <p:pic>
        <p:nvPicPr>
          <p:cNvPr id="176" name="Google Shape;176;p21" title="Grafimos_Barras_Cinza_Escuro.png"/>
          <p:cNvPicPr preferRelativeResize="0"/>
          <p:nvPr/>
        </p:nvPicPr>
        <p:blipFill rotWithShape="1">
          <a:blip r:embed="rId4">
            <a:alphaModFix/>
          </a:blip>
          <a:srcRect b="0" l="0" r="0" t="0"/>
          <a:stretch/>
        </p:blipFill>
        <p:spPr>
          <a:xfrm>
            <a:off x="7040850" y="1537519"/>
            <a:ext cx="2103150" cy="206845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0" name="Shape 180"/>
        <p:cNvGrpSpPr/>
        <p:nvPr/>
      </p:nvGrpSpPr>
      <p:grpSpPr>
        <a:xfrm>
          <a:off x="0" y="0"/>
          <a:ext cx="0" cy="0"/>
          <a:chOff x="0" y="0"/>
          <a:chExt cx="0" cy="0"/>
        </a:xfrm>
      </p:grpSpPr>
      <p:sp>
        <p:nvSpPr>
          <p:cNvPr id="181" name="Google Shape;181;p22"/>
          <p:cNvSpPr/>
          <p:nvPr/>
        </p:nvSpPr>
        <p:spPr>
          <a:xfrm>
            <a:off x="319617" y="152400"/>
            <a:ext cx="1167900" cy="128700"/>
          </a:xfrm>
          <a:prstGeom prst="roundRect">
            <a:avLst>
              <a:gd fmla="val 50000" name="adj"/>
            </a:avLst>
          </a:prstGeom>
          <a:solidFill>
            <a:srgbClr val="484D6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pt-BR" sz="600" u="none" cap="none" strike="noStrike">
                <a:solidFill>
                  <a:srgbClr val="F2F2F2"/>
                </a:solidFill>
                <a:latin typeface="DM Sans Black"/>
                <a:ea typeface="DM Sans Black"/>
                <a:cs typeface="DM Sans Black"/>
                <a:sym typeface="DM Sans Black"/>
              </a:rPr>
              <a:t>Unilever | Operação </a:t>
            </a:r>
            <a:r>
              <a:rPr lang="pt-BR" sz="600">
                <a:solidFill>
                  <a:srgbClr val="F2F2F2"/>
                </a:solidFill>
                <a:latin typeface="DM Sans Black"/>
                <a:ea typeface="DM Sans Black"/>
                <a:cs typeface="DM Sans Black"/>
                <a:sym typeface="DM Sans Black"/>
              </a:rPr>
              <a:t>2026</a:t>
            </a:r>
            <a:endParaRPr b="0" i="0" sz="500" u="none" cap="none" strike="noStrike">
              <a:solidFill>
                <a:srgbClr val="000000"/>
              </a:solidFill>
              <a:latin typeface="DM Sans Black"/>
              <a:ea typeface="DM Sans Black"/>
              <a:cs typeface="DM Sans Black"/>
              <a:sym typeface="DM Sans Black"/>
            </a:endParaRPr>
          </a:p>
        </p:txBody>
      </p:sp>
      <p:sp>
        <p:nvSpPr>
          <p:cNvPr id="182" name="Google Shape;182;p22"/>
          <p:cNvSpPr/>
          <p:nvPr/>
        </p:nvSpPr>
        <p:spPr>
          <a:xfrm>
            <a:off x="152400" y="152401"/>
            <a:ext cx="129000" cy="128700"/>
          </a:xfrm>
          <a:prstGeom prst="ellipse">
            <a:avLst/>
          </a:prstGeom>
          <a:solidFill>
            <a:srgbClr val="14E6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183" name="Google Shape;183;p22"/>
          <p:cNvSpPr txBox="1"/>
          <p:nvPr/>
        </p:nvSpPr>
        <p:spPr>
          <a:xfrm>
            <a:off x="535500" y="461438"/>
            <a:ext cx="7732200" cy="411000"/>
          </a:xfrm>
          <a:prstGeom prst="rect">
            <a:avLst/>
          </a:prstGeom>
          <a:noFill/>
          <a:ln>
            <a:noFill/>
          </a:ln>
        </p:spPr>
        <p:txBody>
          <a:bodyPr anchorCtr="0" anchor="t" bIns="57225" lIns="57225" spcFirstLastPara="1" rIns="57225" wrap="square" tIns="57225">
            <a:spAutoFit/>
          </a:bodyPr>
          <a:lstStyle/>
          <a:p>
            <a:pPr indent="0" lvl="0" marL="0" marR="0" rtl="0" algn="l">
              <a:lnSpc>
                <a:spcPct val="80000"/>
              </a:lnSpc>
              <a:spcBef>
                <a:spcPts val="0"/>
              </a:spcBef>
              <a:spcAft>
                <a:spcPts val="0"/>
              </a:spcAft>
              <a:buClr>
                <a:srgbClr val="D3B7F7"/>
              </a:buClr>
              <a:buSzPts val="2800"/>
              <a:buFont typeface="Helvetica Neue"/>
              <a:buNone/>
            </a:pPr>
            <a:r>
              <a:rPr b="1" lang="pt-BR" sz="2400">
                <a:solidFill>
                  <a:srgbClr val="14E6FC"/>
                </a:solidFill>
                <a:latin typeface="Helvetica Neue"/>
                <a:ea typeface="Helvetica Neue"/>
                <a:cs typeface="Helvetica Neue"/>
                <a:sym typeface="Helvetica Neue"/>
              </a:rPr>
              <a:t>Plano de Mídia | Camphouse</a:t>
            </a:r>
            <a:endParaRPr b="1" i="0" sz="2400" u="none" cap="none" strike="noStrike">
              <a:solidFill>
                <a:srgbClr val="14E6FC"/>
              </a:solidFill>
              <a:latin typeface="Helvetica Neue"/>
              <a:ea typeface="Helvetica Neue"/>
              <a:cs typeface="Helvetica Neue"/>
              <a:sym typeface="Helvetica Neue"/>
            </a:endParaRPr>
          </a:p>
        </p:txBody>
      </p:sp>
      <p:sp>
        <p:nvSpPr>
          <p:cNvPr id="184" name="Google Shape;184;p22"/>
          <p:cNvSpPr txBox="1"/>
          <p:nvPr>
            <p:ph idx="4294967295" type="body"/>
          </p:nvPr>
        </p:nvSpPr>
        <p:spPr>
          <a:xfrm>
            <a:off x="229650" y="1334100"/>
            <a:ext cx="6565500" cy="3453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O Camphouse é o sistema online onde os planos de mídia são cadastrados e aprovados, com acesso da agência e da Unilever. O mídia da agência cadastra o plano e envia para aprovação da UL. Quem controla o Camphouse é a UL Brasil, que ajusta as informações e inclui novas opções de dropdown.</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Ele já traz as regras e def</a:t>
            </a:r>
            <a:r>
              <a:rPr lang="pt-BR" sz="1000">
                <a:solidFill>
                  <a:srgbClr val="494C67"/>
                </a:solidFill>
                <a:latin typeface="DM Sans"/>
                <a:ea typeface="DM Sans"/>
                <a:cs typeface="DM Sans"/>
                <a:sym typeface="DM Sans"/>
              </a:rPr>
              <a:t>ini</a:t>
            </a:r>
            <a:r>
              <a:rPr lang="pt-BR" sz="1000">
                <a:solidFill>
                  <a:srgbClr val="494C67"/>
                </a:solidFill>
                <a:latin typeface="DM Sans"/>
                <a:ea typeface="DM Sans"/>
                <a:cs typeface="DM Sans"/>
                <a:sym typeface="DM Sans"/>
              </a:rPr>
              <a:t>ções do UNCC Global e da documentação criada pela UL Brasil, então o mídia precisa preencher tudo de acordo com elas. Uma informação preenchida errada no Camphouse vai estar errada na RM e chegar errada para a Stormx, podendo ser repassada para a taxonomia.</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Nas campanhas digitais, a Stormx também precisa estar no fluxo para ter visão do que foi pedido e já incluir as novidades no ADP e no dicionário. Quando algo novo chega ao mídia pelo Camphouse e não é repassado para a Stormx, ela precisa consultar a UL, o que atrasa a demanda.</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Com a linha aprovada, o mídia já pode exportar o plano e preencher a RM.</a:t>
            </a:r>
            <a:endParaRPr sz="1000">
              <a:solidFill>
                <a:srgbClr val="494C67"/>
              </a:solidFill>
              <a:latin typeface="DM Sans"/>
              <a:ea typeface="DM Sans"/>
              <a:cs typeface="DM Sans"/>
              <a:sym typeface="DM Sans"/>
            </a:endParaRPr>
          </a:p>
        </p:txBody>
      </p:sp>
      <p:pic>
        <p:nvPicPr>
          <p:cNvPr descr="Tornado White.png" id="185" name="Google Shape;185;p22"/>
          <p:cNvPicPr preferRelativeResize="0"/>
          <p:nvPr/>
        </p:nvPicPr>
        <p:blipFill rotWithShape="1">
          <a:blip r:embed="rId3">
            <a:alphaModFix/>
          </a:blip>
          <a:srcRect b="0" l="0" r="0" t="0"/>
          <a:stretch/>
        </p:blipFill>
        <p:spPr>
          <a:xfrm>
            <a:off x="76199" y="383391"/>
            <a:ext cx="545413" cy="539109"/>
          </a:xfrm>
          <a:prstGeom prst="rect">
            <a:avLst/>
          </a:prstGeom>
          <a:noFill/>
          <a:ln>
            <a:noFill/>
          </a:ln>
        </p:spPr>
      </p:pic>
      <p:sp>
        <p:nvSpPr>
          <p:cNvPr id="186" name="Google Shape;186;p22"/>
          <p:cNvSpPr txBox="1"/>
          <p:nvPr/>
        </p:nvSpPr>
        <p:spPr>
          <a:xfrm>
            <a:off x="5508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l">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Stormx for Unilever</a:t>
            </a:r>
            <a:endParaRPr b="1" i="0" sz="500" u="none" cap="none" strike="noStrike">
              <a:solidFill>
                <a:srgbClr val="484D67"/>
              </a:solidFill>
              <a:latin typeface="Helvetica Neue"/>
              <a:ea typeface="Helvetica Neue"/>
              <a:cs typeface="Helvetica Neue"/>
              <a:sym typeface="Helvetica Neue"/>
            </a:endParaRPr>
          </a:p>
        </p:txBody>
      </p:sp>
      <p:sp>
        <p:nvSpPr>
          <p:cNvPr id="187" name="Google Shape;187;p22"/>
          <p:cNvSpPr txBox="1"/>
          <p:nvPr/>
        </p:nvSpPr>
        <p:spPr>
          <a:xfrm>
            <a:off x="689594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r">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All rights reserved to Stormx @</a:t>
            </a:r>
            <a:r>
              <a:rPr b="1" lang="pt-BR" sz="500">
                <a:solidFill>
                  <a:srgbClr val="484D67"/>
                </a:solidFill>
                <a:latin typeface="Helvetica Neue"/>
                <a:ea typeface="Helvetica Neue"/>
                <a:cs typeface="Helvetica Neue"/>
                <a:sym typeface="Helvetica Neue"/>
              </a:rPr>
              <a:t>2026</a:t>
            </a:r>
            <a:r>
              <a:rPr b="1" i="0" lang="pt-BR" sz="500" u="none" cap="none" strike="noStrike">
                <a:solidFill>
                  <a:srgbClr val="484D67"/>
                </a:solidFill>
                <a:latin typeface="Helvetica Neue"/>
                <a:ea typeface="Helvetica Neue"/>
                <a:cs typeface="Helvetica Neue"/>
                <a:sym typeface="Helvetica Neue"/>
              </a:rPr>
              <a:t> // Digital Forward</a:t>
            </a:r>
            <a:endParaRPr b="1" i="0" sz="500" u="none" cap="none" strike="noStrike">
              <a:solidFill>
                <a:srgbClr val="484D67"/>
              </a:solidFill>
              <a:latin typeface="Helvetica Neue"/>
              <a:ea typeface="Helvetica Neue"/>
              <a:cs typeface="Helvetica Neue"/>
              <a:sym typeface="Helvetica Neue"/>
            </a:endParaRPr>
          </a:p>
        </p:txBody>
      </p:sp>
      <p:sp>
        <p:nvSpPr>
          <p:cNvPr id="188" name="Google Shape;188;p22"/>
          <p:cNvSpPr/>
          <p:nvPr/>
        </p:nvSpPr>
        <p:spPr>
          <a:xfrm>
            <a:off x="7813300" y="152400"/>
            <a:ext cx="936300" cy="936300"/>
          </a:xfrm>
          <a:prstGeom prst="flowChartConnector">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89" name="Google Shape;189;p22" title="Grafimos_Barras_Azul.png"/>
          <p:cNvPicPr preferRelativeResize="0"/>
          <p:nvPr/>
        </p:nvPicPr>
        <p:blipFill rotWithShape="1">
          <a:blip r:embed="rId4">
            <a:alphaModFix/>
          </a:blip>
          <a:srcRect b="0" l="0" r="0" t="0"/>
          <a:stretch/>
        </p:blipFill>
        <p:spPr>
          <a:xfrm>
            <a:off x="7040850" y="1537519"/>
            <a:ext cx="2103150" cy="206845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3" name="Shape 193"/>
        <p:cNvGrpSpPr/>
        <p:nvPr/>
      </p:nvGrpSpPr>
      <p:grpSpPr>
        <a:xfrm>
          <a:off x="0" y="0"/>
          <a:ext cx="0" cy="0"/>
          <a:chOff x="0" y="0"/>
          <a:chExt cx="0" cy="0"/>
        </a:xfrm>
      </p:grpSpPr>
      <p:sp>
        <p:nvSpPr>
          <p:cNvPr id="194" name="Google Shape;194;p23"/>
          <p:cNvSpPr/>
          <p:nvPr/>
        </p:nvSpPr>
        <p:spPr>
          <a:xfrm>
            <a:off x="319617" y="152400"/>
            <a:ext cx="1167900" cy="128700"/>
          </a:xfrm>
          <a:prstGeom prst="roundRect">
            <a:avLst>
              <a:gd fmla="val 50000" name="adj"/>
            </a:avLst>
          </a:prstGeom>
          <a:solidFill>
            <a:srgbClr val="484D6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pt-BR" sz="600" u="none" cap="none" strike="noStrike">
                <a:solidFill>
                  <a:srgbClr val="F2F2F2"/>
                </a:solidFill>
                <a:latin typeface="DM Sans Black"/>
                <a:ea typeface="DM Sans Black"/>
                <a:cs typeface="DM Sans Black"/>
                <a:sym typeface="DM Sans Black"/>
              </a:rPr>
              <a:t>Unilever | Operação </a:t>
            </a:r>
            <a:r>
              <a:rPr lang="pt-BR" sz="600">
                <a:solidFill>
                  <a:srgbClr val="F2F2F2"/>
                </a:solidFill>
                <a:latin typeface="DM Sans Black"/>
                <a:ea typeface="DM Sans Black"/>
                <a:cs typeface="DM Sans Black"/>
                <a:sym typeface="DM Sans Black"/>
              </a:rPr>
              <a:t>2026</a:t>
            </a:r>
            <a:endParaRPr b="0" i="0" sz="500" u="none" cap="none" strike="noStrike">
              <a:solidFill>
                <a:srgbClr val="000000"/>
              </a:solidFill>
              <a:latin typeface="DM Sans Black"/>
              <a:ea typeface="DM Sans Black"/>
              <a:cs typeface="DM Sans Black"/>
              <a:sym typeface="DM Sans Black"/>
            </a:endParaRPr>
          </a:p>
        </p:txBody>
      </p:sp>
      <p:sp>
        <p:nvSpPr>
          <p:cNvPr id="195" name="Google Shape;195;p23"/>
          <p:cNvSpPr/>
          <p:nvPr/>
        </p:nvSpPr>
        <p:spPr>
          <a:xfrm>
            <a:off x="152400" y="152401"/>
            <a:ext cx="129000" cy="128700"/>
          </a:xfrm>
          <a:prstGeom prst="ellipse">
            <a:avLst/>
          </a:prstGeom>
          <a:solidFill>
            <a:srgbClr val="14E6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196" name="Google Shape;196;p23"/>
          <p:cNvSpPr txBox="1"/>
          <p:nvPr/>
        </p:nvSpPr>
        <p:spPr>
          <a:xfrm>
            <a:off x="535500" y="461438"/>
            <a:ext cx="7732200" cy="411000"/>
          </a:xfrm>
          <a:prstGeom prst="rect">
            <a:avLst/>
          </a:prstGeom>
          <a:noFill/>
          <a:ln>
            <a:noFill/>
          </a:ln>
        </p:spPr>
        <p:txBody>
          <a:bodyPr anchorCtr="0" anchor="t" bIns="57225" lIns="57225" spcFirstLastPara="1" rIns="57225" wrap="square" tIns="57225">
            <a:spAutoFit/>
          </a:bodyPr>
          <a:lstStyle/>
          <a:p>
            <a:pPr indent="0" lvl="0" marL="0" marR="0" rtl="0" algn="l">
              <a:lnSpc>
                <a:spcPct val="80000"/>
              </a:lnSpc>
              <a:spcBef>
                <a:spcPts val="0"/>
              </a:spcBef>
              <a:spcAft>
                <a:spcPts val="0"/>
              </a:spcAft>
              <a:buClr>
                <a:srgbClr val="D3B7F7"/>
              </a:buClr>
              <a:buSzPts val="2800"/>
              <a:buFont typeface="Helvetica Neue"/>
              <a:buNone/>
            </a:pPr>
            <a:r>
              <a:rPr b="1" i="0" lang="pt-BR" sz="2400" u="none" cap="none" strike="noStrike">
                <a:solidFill>
                  <a:srgbClr val="14E6FC"/>
                </a:solidFill>
                <a:latin typeface="Helvetica Neue"/>
                <a:ea typeface="Helvetica Neue"/>
                <a:cs typeface="Helvetica Neue"/>
                <a:sym typeface="Helvetica Neue"/>
              </a:rPr>
              <a:t>RM | O que é?</a:t>
            </a:r>
            <a:endParaRPr b="1" i="0" sz="2400" u="none" cap="none" strike="noStrike">
              <a:solidFill>
                <a:srgbClr val="14E6FC"/>
              </a:solidFill>
              <a:latin typeface="Helvetica Neue"/>
              <a:ea typeface="Helvetica Neue"/>
              <a:cs typeface="Helvetica Neue"/>
              <a:sym typeface="Helvetica Neue"/>
            </a:endParaRPr>
          </a:p>
        </p:txBody>
      </p:sp>
      <p:sp>
        <p:nvSpPr>
          <p:cNvPr id="197" name="Google Shape;197;p23"/>
          <p:cNvSpPr txBox="1"/>
          <p:nvPr>
            <p:ph idx="4294967295" type="body"/>
          </p:nvPr>
        </p:nvSpPr>
        <p:spPr>
          <a:xfrm>
            <a:off x="229650" y="1334100"/>
            <a:ext cx="6565500" cy="3453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pt-BR" sz="1000">
                <a:solidFill>
                  <a:srgbClr val="CEB7F4"/>
                </a:solidFill>
                <a:latin typeface="DM Sans"/>
                <a:ea typeface="DM Sans"/>
                <a:cs typeface="DM Sans"/>
                <a:sym typeface="DM Sans"/>
              </a:rPr>
              <a:t>Versão: </a:t>
            </a:r>
            <a:r>
              <a:rPr b="1" lang="pt-BR" sz="1000" u="sng">
                <a:solidFill>
                  <a:srgbClr val="D3B7F7"/>
                </a:solidFill>
                <a:latin typeface="DM Sans"/>
                <a:ea typeface="DM Sans"/>
                <a:cs typeface="DM Sans"/>
                <a:sym typeface="DM Sans"/>
                <a:hlinkClick r:id="rId3">
                  <a:extLst>
                    <a:ext uri="{A12FA001-AC4F-418D-AE19-62706E023703}">
                      <ahyp:hlinkClr val="tx"/>
                    </a:ext>
                  </a:extLst>
                </a:hlinkClick>
              </a:rPr>
              <a:t>RM_Stormx_2026_v6.0</a:t>
            </a:r>
            <a:endParaRPr b="1" sz="1000">
              <a:solidFill>
                <a:srgbClr val="D3B7F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A RM é um documento online enviado pelos mídias e que contém o briefing e o plano de mídia com todas as informações necessárias para que a Stormx desenvolva a taxonomia. Além de centralizar essas informações, a RM funciona também como controle de status das solicitações. Todas as solicitações devem ser registradas na RM e devidamente sinalizadas na task correspondente do Jira.</a:t>
            </a:r>
            <a:endParaRPr sz="1000">
              <a:solidFill>
                <a:srgbClr val="494C67"/>
              </a:solidFill>
              <a:latin typeface="DM Sans"/>
              <a:ea typeface="DM Sans"/>
              <a:cs typeface="DM Sans"/>
              <a:sym typeface="DM Sans"/>
            </a:endParaRPr>
          </a:p>
        </p:txBody>
      </p:sp>
      <p:pic>
        <p:nvPicPr>
          <p:cNvPr descr="Tornado White.png" id="198" name="Google Shape;198;p23"/>
          <p:cNvPicPr preferRelativeResize="0"/>
          <p:nvPr/>
        </p:nvPicPr>
        <p:blipFill rotWithShape="1">
          <a:blip r:embed="rId4">
            <a:alphaModFix/>
          </a:blip>
          <a:srcRect b="0" l="0" r="0" t="0"/>
          <a:stretch/>
        </p:blipFill>
        <p:spPr>
          <a:xfrm>
            <a:off x="76199" y="383391"/>
            <a:ext cx="545413" cy="539109"/>
          </a:xfrm>
          <a:prstGeom prst="rect">
            <a:avLst/>
          </a:prstGeom>
          <a:noFill/>
          <a:ln>
            <a:noFill/>
          </a:ln>
        </p:spPr>
      </p:pic>
      <p:sp>
        <p:nvSpPr>
          <p:cNvPr id="199" name="Google Shape;199;p23"/>
          <p:cNvSpPr txBox="1"/>
          <p:nvPr/>
        </p:nvSpPr>
        <p:spPr>
          <a:xfrm>
            <a:off x="5508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l">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Stormx for Unilever</a:t>
            </a:r>
            <a:endParaRPr b="1" i="0" sz="500" u="none" cap="none" strike="noStrike">
              <a:solidFill>
                <a:srgbClr val="484D67"/>
              </a:solidFill>
              <a:latin typeface="Helvetica Neue"/>
              <a:ea typeface="Helvetica Neue"/>
              <a:cs typeface="Helvetica Neue"/>
              <a:sym typeface="Helvetica Neue"/>
            </a:endParaRPr>
          </a:p>
        </p:txBody>
      </p:sp>
      <p:sp>
        <p:nvSpPr>
          <p:cNvPr id="200" name="Google Shape;200;p23"/>
          <p:cNvSpPr txBox="1"/>
          <p:nvPr/>
        </p:nvSpPr>
        <p:spPr>
          <a:xfrm>
            <a:off x="689594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r">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All rights reserved to Stormx @</a:t>
            </a:r>
            <a:r>
              <a:rPr b="1" lang="pt-BR" sz="500">
                <a:solidFill>
                  <a:srgbClr val="484D67"/>
                </a:solidFill>
                <a:latin typeface="Helvetica Neue"/>
                <a:ea typeface="Helvetica Neue"/>
                <a:cs typeface="Helvetica Neue"/>
                <a:sym typeface="Helvetica Neue"/>
              </a:rPr>
              <a:t>2026</a:t>
            </a:r>
            <a:r>
              <a:rPr b="1" i="0" lang="pt-BR" sz="500" u="none" cap="none" strike="noStrike">
                <a:solidFill>
                  <a:srgbClr val="484D67"/>
                </a:solidFill>
                <a:latin typeface="Helvetica Neue"/>
                <a:ea typeface="Helvetica Neue"/>
                <a:cs typeface="Helvetica Neue"/>
                <a:sym typeface="Helvetica Neue"/>
              </a:rPr>
              <a:t> // Digital Forward</a:t>
            </a:r>
            <a:endParaRPr b="1" i="0" sz="500" u="none" cap="none" strike="noStrike">
              <a:solidFill>
                <a:srgbClr val="484D67"/>
              </a:solidFill>
              <a:latin typeface="Helvetica Neue"/>
              <a:ea typeface="Helvetica Neue"/>
              <a:cs typeface="Helvetica Neue"/>
              <a:sym typeface="Helvetica Neue"/>
            </a:endParaRPr>
          </a:p>
        </p:txBody>
      </p:sp>
      <p:pic>
        <p:nvPicPr>
          <p:cNvPr id="201" name="Google Shape;201;p23" title="Grafimos_Barras_Cinza_Escuro.png"/>
          <p:cNvPicPr preferRelativeResize="0"/>
          <p:nvPr/>
        </p:nvPicPr>
        <p:blipFill rotWithShape="1">
          <a:blip r:embed="rId5">
            <a:alphaModFix/>
          </a:blip>
          <a:srcRect b="0" l="0" r="0" t="0"/>
          <a:stretch/>
        </p:blipFill>
        <p:spPr>
          <a:xfrm>
            <a:off x="7040850" y="1537519"/>
            <a:ext cx="2103150" cy="206845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5" name="Shape 205"/>
        <p:cNvGrpSpPr/>
        <p:nvPr/>
      </p:nvGrpSpPr>
      <p:grpSpPr>
        <a:xfrm>
          <a:off x="0" y="0"/>
          <a:ext cx="0" cy="0"/>
          <a:chOff x="0" y="0"/>
          <a:chExt cx="0" cy="0"/>
        </a:xfrm>
      </p:grpSpPr>
      <p:sp>
        <p:nvSpPr>
          <p:cNvPr id="206" name="Google Shape;206;p24"/>
          <p:cNvSpPr/>
          <p:nvPr/>
        </p:nvSpPr>
        <p:spPr>
          <a:xfrm>
            <a:off x="319617" y="152400"/>
            <a:ext cx="1167900" cy="128700"/>
          </a:xfrm>
          <a:prstGeom prst="roundRect">
            <a:avLst>
              <a:gd fmla="val 50000" name="adj"/>
            </a:avLst>
          </a:prstGeom>
          <a:solidFill>
            <a:srgbClr val="484D6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pt-BR" sz="600" u="none" cap="none" strike="noStrike">
                <a:solidFill>
                  <a:srgbClr val="F2F2F2"/>
                </a:solidFill>
                <a:latin typeface="DM Sans Black"/>
                <a:ea typeface="DM Sans Black"/>
                <a:cs typeface="DM Sans Black"/>
                <a:sym typeface="DM Sans Black"/>
              </a:rPr>
              <a:t>Unilever | Operação </a:t>
            </a:r>
            <a:r>
              <a:rPr lang="pt-BR" sz="600">
                <a:solidFill>
                  <a:srgbClr val="F2F2F2"/>
                </a:solidFill>
                <a:latin typeface="DM Sans Black"/>
                <a:ea typeface="DM Sans Black"/>
                <a:cs typeface="DM Sans Black"/>
                <a:sym typeface="DM Sans Black"/>
              </a:rPr>
              <a:t>2026</a:t>
            </a:r>
            <a:endParaRPr b="0" i="0" sz="500" u="none" cap="none" strike="noStrike">
              <a:solidFill>
                <a:srgbClr val="000000"/>
              </a:solidFill>
              <a:latin typeface="DM Sans Black"/>
              <a:ea typeface="DM Sans Black"/>
              <a:cs typeface="DM Sans Black"/>
              <a:sym typeface="DM Sans Black"/>
            </a:endParaRPr>
          </a:p>
        </p:txBody>
      </p:sp>
      <p:sp>
        <p:nvSpPr>
          <p:cNvPr id="207" name="Google Shape;207;p24"/>
          <p:cNvSpPr/>
          <p:nvPr/>
        </p:nvSpPr>
        <p:spPr>
          <a:xfrm>
            <a:off x="152400" y="152401"/>
            <a:ext cx="129000" cy="128700"/>
          </a:xfrm>
          <a:prstGeom prst="ellipse">
            <a:avLst/>
          </a:prstGeom>
          <a:solidFill>
            <a:srgbClr val="14E6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208" name="Google Shape;208;p24"/>
          <p:cNvSpPr txBox="1"/>
          <p:nvPr/>
        </p:nvSpPr>
        <p:spPr>
          <a:xfrm>
            <a:off x="535500" y="461438"/>
            <a:ext cx="7732200" cy="411000"/>
          </a:xfrm>
          <a:prstGeom prst="rect">
            <a:avLst/>
          </a:prstGeom>
          <a:noFill/>
          <a:ln>
            <a:noFill/>
          </a:ln>
        </p:spPr>
        <p:txBody>
          <a:bodyPr anchorCtr="0" anchor="t" bIns="57225" lIns="57225" spcFirstLastPara="1" rIns="57225" wrap="square" tIns="57225">
            <a:spAutoFit/>
          </a:bodyPr>
          <a:lstStyle/>
          <a:p>
            <a:pPr indent="0" lvl="0" marL="0" marR="0" rtl="0" algn="l">
              <a:lnSpc>
                <a:spcPct val="80000"/>
              </a:lnSpc>
              <a:spcBef>
                <a:spcPts val="0"/>
              </a:spcBef>
              <a:spcAft>
                <a:spcPts val="0"/>
              </a:spcAft>
              <a:buClr>
                <a:srgbClr val="D3B7F7"/>
              </a:buClr>
              <a:buSzPts val="2800"/>
              <a:buFont typeface="Helvetica Neue"/>
              <a:buNone/>
            </a:pPr>
            <a:r>
              <a:rPr b="1" i="0" lang="pt-BR" sz="2400" u="none" cap="none" strike="noStrike">
                <a:solidFill>
                  <a:srgbClr val="14E6FC"/>
                </a:solidFill>
                <a:latin typeface="Helvetica Neue"/>
                <a:ea typeface="Helvetica Neue"/>
                <a:cs typeface="Helvetica Neue"/>
                <a:sym typeface="Helvetica Neue"/>
              </a:rPr>
              <a:t>RM | Plano de Mídia</a:t>
            </a:r>
            <a:endParaRPr b="1" i="0" sz="2400" u="none" cap="none" strike="noStrike">
              <a:solidFill>
                <a:srgbClr val="14E6FC"/>
              </a:solidFill>
              <a:latin typeface="Helvetica Neue"/>
              <a:ea typeface="Helvetica Neue"/>
              <a:cs typeface="Helvetica Neue"/>
              <a:sym typeface="Helvetica Neue"/>
            </a:endParaRPr>
          </a:p>
        </p:txBody>
      </p:sp>
      <p:sp>
        <p:nvSpPr>
          <p:cNvPr id="209" name="Google Shape;209;p24"/>
          <p:cNvSpPr txBox="1"/>
          <p:nvPr>
            <p:ph idx="4294967295" type="body"/>
          </p:nvPr>
        </p:nvSpPr>
        <p:spPr>
          <a:xfrm>
            <a:off x="229650" y="1334100"/>
            <a:ext cx="6565500" cy="325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Antes de </a:t>
            </a:r>
            <a:r>
              <a:rPr lang="pt-BR" sz="1000">
                <a:solidFill>
                  <a:srgbClr val="494C67"/>
                </a:solidFill>
                <a:latin typeface="DM Sans"/>
                <a:ea typeface="DM Sans"/>
                <a:cs typeface="DM Sans"/>
                <a:sym typeface="DM Sans"/>
              </a:rPr>
              <a:t>ini</a:t>
            </a:r>
            <a:r>
              <a:rPr lang="pt-BR" sz="1000">
                <a:solidFill>
                  <a:srgbClr val="494C67"/>
                </a:solidFill>
                <a:latin typeface="DM Sans"/>
                <a:ea typeface="DM Sans"/>
                <a:cs typeface="DM Sans"/>
                <a:sym typeface="DM Sans"/>
              </a:rPr>
              <a:t>ciar o preenchimento da RM, é necessário incluir o Plano de Mídia na aba "Plano - Camphouse" da RM.</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Para inserir esses dados na aba, é necessário seguir o passo a passo abaixo:</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177800" lvl="0" marL="228600" rtl="0" algn="l">
              <a:lnSpc>
                <a:spcPct val="115000"/>
              </a:lnSpc>
              <a:spcBef>
                <a:spcPts val="0"/>
              </a:spcBef>
              <a:spcAft>
                <a:spcPts val="0"/>
              </a:spcAft>
              <a:buClr>
                <a:srgbClr val="494C67"/>
              </a:buClr>
              <a:buSzPts val="1000"/>
              <a:buFont typeface="DM Sans"/>
              <a:buAutoNum type="arabicPeriod"/>
            </a:pPr>
            <a:r>
              <a:rPr lang="pt-BR" sz="1000">
                <a:solidFill>
                  <a:srgbClr val="494C67"/>
                </a:solidFill>
                <a:latin typeface="DM Sans"/>
                <a:ea typeface="DM Sans"/>
                <a:cs typeface="DM Sans"/>
                <a:sym typeface="DM Sans"/>
              </a:rPr>
              <a:t>Exportar o plano de mídia utilizando a opção “Export Stormx - feito por Alexandre Parma”. O sistema gera um arquivo Excel.</a:t>
            </a:r>
            <a:endParaRPr sz="1000">
              <a:solidFill>
                <a:srgbClr val="494C67"/>
              </a:solidFill>
              <a:latin typeface="DM Sans"/>
              <a:ea typeface="DM Sans"/>
              <a:cs typeface="DM Sans"/>
              <a:sym typeface="DM Sans"/>
            </a:endParaRPr>
          </a:p>
          <a:p>
            <a:pPr indent="-177800" lvl="0" marL="228600" rtl="0" algn="l">
              <a:lnSpc>
                <a:spcPct val="115000"/>
              </a:lnSpc>
              <a:spcBef>
                <a:spcPts val="0"/>
              </a:spcBef>
              <a:spcAft>
                <a:spcPts val="0"/>
              </a:spcAft>
              <a:buClr>
                <a:srgbClr val="494C67"/>
              </a:buClr>
              <a:buSzPts val="1000"/>
              <a:buFont typeface="DM Sans"/>
              <a:buAutoNum type="arabicPeriod"/>
            </a:pPr>
            <a:r>
              <a:rPr lang="pt-BR" sz="1000">
                <a:solidFill>
                  <a:srgbClr val="494C67"/>
                </a:solidFill>
                <a:latin typeface="DM Sans"/>
                <a:ea typeface="DM Sans"/>
                <a:cs typeface="DM Sans"/>
                <a:sym typeface="DM Sans"/>
              </a:rPr>
              <a:t>Copiar todos os dados do arquivo exportado.</a:t>
            </a:r>
            <a:endParaRPr sz="1000">
              <a:solidFill>
                <a:srgbClr val="494C67"/>
              </a:solidFill>
              <a:latin typeface="DM Sans"/>
              <a:ea typeface="DM Sans"/>
              <a:cs typeface="DM Sans"/>
              <a:sym typeface="DM Sans"/>
            </a:endParaRPr>
          </a:p>
          <a:p>
            <a:pPr indent="-177800" lvl="0" marL="228600" rtl="0" algn="l">
              <a:lnSpc>
                <a:spcPct val="115000"/>
              </a:lnSpc>
              <a:spcBef>
                <a:spcPts val="0"/>
              </a:spcBef>
              <a:spcAft>
                <a:spcPts val="0"/>
              </a:spcAft>
              <a:buClr>
                <a:srgbClr val="494C67"/>
              </a:buClr>
              <a:buSzPts val="1000"/>
              <a:buFont typeface="DM Sans"/>
              <a:buAutoNum type="arabicPeriod"/>
            </a:pPr>
            <a:r>
              <a:rPr lang="pt-BR" sz="1000">
                <a:solidFill>
                  <a:srgbClr val="494C67"/>
                </a:solidFill>
                <a:latin typeface="DM Sans"/>
                <a:ea typeface="DM Sans"/>
                <a:cs typeface="DM Sans"/>
                <a:sym typeface="DM Sans"/>
              </a:rPr>
              <a:t>Colar os dados na aba "Plano - Camphouse" a partir da linha, 3 coluna C, utilizando Colar Especial → Valores, para evitar conflitos de formatação.</a:t>
            </a:r>
            <a:endParaRPr sz="1000">
              <a:solidFill>
                <a:srgbClr val="494C67"/>
              </a:solidFill>
              <a:latin typeface="DM Sans"/>
              <a:ea typeface="DM Sans"/>
              <a:cs typeface="DM Sans"/>
              <a:sym typeface="DM Sans"/>
            </a:endParaRPr>
          </a:p>
        </p:txBody>
      </p:sp>
      <p:pic>
        <p:nvPicPr>
          <p:cNvPr descr="Tornado White.png" id="210" name="Google Shape;210;p24"/>
          <p:cNvPicPr preferRelativeResize="0"/>
          <p:nvPr/>
        </p:nvPicPr>
        <p:blipFill rotWithShape="1">
          <a:blip r:embed="rId3">
            <a:alphaModFix/>
          </a:blip>
          <a:srcRect b="0" l="0" r="0" t="0"/>
          <a:stretch/>
        </p:blipFill>
        <p:spPr>
          <a:xfrm>
            <a:off x="76199" y="383391"/>
            <a:ext cx="545413" cy="539109"/>
          </a:xfrm>
          <a:prstGeom prst="rect">
            <a:avLst/>
          </a:prstGeom>
          <a:noFill/>
          <a:ln>
            <a:noFill/>
          </a:ln>
        </p:spPr>
      </p:pic>
      <p:sp>
        <p:nvSpPr>
          <p:cNvPr id="211" name="Google Shape;211;p24"/>
          <p:cNvSpPr txBox="1"/>
          <p:nvPr/>
        </p:nvSpPr>
        <p:spPr>
          <a:xfrm>
            <a:off x="5508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l">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Stormx for Unilever</a:t>
            </a:r>
            <a:endParaRPr b="1" i="0" sz="500" u="none" cap="none" strike="noStrike">
              <a:solidFill>
                <a:srgbClr val="484D67"/>
              </a:solidFill>
              <a:latin typeface="Helvetica Neue"/>
              <a:ea typeface="Helvetica Neue"/>
              <a:cs typeface="Helvetica Neue"/>
              <a:sym typeface="Helvetica Neue"/>
            </a:endParaRPr>
          </a:p>
        </p:txBody>
      </p:sp>
      <p:sp>
        <p:nvSpPr>
          <p:cNvPr id="212" name="Google Shape;212;p24"/>
          <p:cNvSpPr txBox="1"/>
          <p:nvPr/>
        </p:nvSpPr>
        <p:spPr>
          <a:xfrm>
            <a:off x="689594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r">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All rights reserved to Stormx @</a:t>
            </a:r>
            <a:r>
              <a:rPr b="1" lang="pt-BR" sz="500">
                <a:solidFill>
                  <a:srgbClr val="484D67"/>
                </a:solidFill>
                <a:latin typeface="Helvetica Neue"/>
                <a:ea typeface="Helvetica Neue"/>
                <a:cs typeface="Helvetica Neue"/>
                <a:sym typeface="Helvetica Neue"/>
              </a:rPr>
              <a:t>2026</a:t>
            </a:r>
            <a:r>
              <a:rPr b="1" i="0" lang="pt-BR" sz="500" u="none" cap="none" strike="noStrike">
                <a:solidFill>
                  <a:srgbClr val="484D67"/>
                </a:solidFill>
                <a:latin typeface="Helvetica Neue"/>
                <a:ea typeface="Helvetica Neue"/>
                <a:cs typeface="Helvetica Neue"/>
                <a:sym typeface="Helvetica Neue"/>
              </a:rPr>
              <a:t> // Digital Forward</a:t>
            </a:r>
            <a:endParaRPr b="1" i="0" sz="500" u="none" cap="none" strike="noStrike">
              <a:solidFill>
                <a:srgbClr val="484D67"/>
              </a:solidFill>
              <a:latin typeface="Helvetica Neue"/>
              <a:ea typeface="Helvetica Neue"/>
              <a:cs typeface="Helvetica Neue"/>
              <a:sym typeface="Helvetica Neue"/>
            </a:endParaRPr>
          </a:p>
        </p:txBody>
      </p:sp>
      <p:pic>
        <p:nvPicPr>
          <p:cNvPr id="213" name="Google Shape;213;p24" title="Grafimos_Barras_Azul.png"/>
          <p:cNvPicPr preferRelativeResize="0"/>
          <p:nvPr/>
        </p:nvPicPr>
        <p:blipFill rotWithShape="1">
          <a:blip r:embed="rId4">
            <a:alphaModFix/>
          </a:blip>
          <a:srcRect b="0" l="0" r="0" t="0"/>
          <a:stretch/>
        </p:blipFill>
        <p:spPr>
          <a:xfrm>
            <a:off x="7040850" y="1537519"/>
            <a:ext cx="2103150" cy="206845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7" name="Shape 217"/>
        <p:cNvGrpSpPr/>
        <p:nvPr/>
      </p:nvGrpSpPr>
      <p:grpSpPr>
        <a:xfrm>
          <a:off x="0" y="0"/>
          <a:ext cx="0" cy="0"/>
          <a:chOff x="0" y="0"/>
          <a:chExt cx="0" cy="0"/>
        </a:xfrm>
      </p:grpSpPr>
      <p:sp>
        <p:nvSpPr>
          <p:cNvPr id="218" name="Google Shape;218;p25"/>
          <p:cNvSpPr/>
          <p:nvPr/>
        </p:nvSpPr>
        <p:spPr>
          <a:xfrm>
            <a:off x="319617" y="152400"/>
            <a:ext cx="1167900" cy="128700"/>
          </a:xfrm>
          <a:prstGeom prst="roundRect">
            <a:avLst>
              <a:gd fmla="val 50000" name="adj"/>
            </a:avLst>
          </a:prstGeom>
          <a:solidFill>
            <a:srgbClr val="484D6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pt-BR" sz="600" u="none" cap="none" strike="noStrike">
                <a:solidFill>
                  <a:srgbClr val="F2F2F2"/>
                </a:solidFill>
                <a:latin typeface="DM Sans Black"/>
                <a:ea typeface="DM Sans Black"/>
                <a:cs typeface="DM Sans Black"/>
                <a:sym typeface="DM Sans Black"/>
              </a:rPr>
              <a:t>Unilever | Operação </a:t>
            </a:r>
            <a:r>
              <a:rPr lang="pt-BR" sz="600">
                <a:solidFill>
                  <a:srgbClr val="F2F2F2"/>
                </a:solidFill>
                <a:latin typeface="DM Sans Black"/>
                <a:ea typeface="DM Sans Black"/>
                <a:cs typeface="DM Sans Black"/>
                <a:sym typeface="DM Sans Black"/>
              </a:rPr>
              <a:t>2026</a:t>
            </a:r>
            <a:endParaRPr b="0" i="0" sz="500" u="none" cap="none" strike="noStrike">
              <a:solidFill>
                <a:srgbClr val="000000"/>
              </a:solidFill>
              <a:latin typeface="DM Sans Black"/>
              <a:ea typeface="DM Sans Black"/>
              <a:cs typeface="DM Sans Black"/>
              <a:sym typeface="DM Sans Black"/>
            </a:endParaRPr>
          </a:p>
        </p:txBody>
      </p:sp>
      <p:sp>
        <p:nvSpPr>
          <p:cNvPr id="219" name="Google Shape;219;p25"/>
          <p:cNvSpPr/>
          <p:nvPr/>
        </p:nvSpPr>
        <p:spPr>
          <a:xfrm>
            <a:off x="152400" y="152401"/>
            <a:ext cx="129000" cy="128700"/>
          </a:xfrm>
          <a:prstGeom prst="ellipse">
            <a:avLst/>
          </a:prstGeom>
          <a:solidFill>
            <a:srgbClr val="14E6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220" name="Google Shape;220;p25"/>
          <p:cNvSpPr txBox="1"/>
          <p:nvPr/>
        </p:nvSpPr>
        <p:spPr>
          <a:xfrm>
            <a:off x="535500" y="461438"/>
            <a:ext cx="7732200" cy="411000"/>
          </a:xfrm>
          <a:prstGeom prst="rect">
            <a:avLst/>
          </a:prstGeom>
          <a:noFill/>
          <a:ln>
            <a:noFill/>
          </a:ln>
        </p:spPr>
        <p:txBody>
          <a:bodyPr anchorCtr="0" anchor="t" bIns="57225" lIns="57225" spcFirstLastPara="1" rIns="57225" wrap="square" tIns="57225">
            <a:spAutoFit/>
          </a:bodyPr>
          <a:lstStyle/>
          <a:p>
            <a:pPr indent="0" lvl="0" marL="0" marR="0" rtl="0" algn="l">
              <a:lnSpc>
                <a:spcPct val="80000"/>
              </a:lnSpc>
              <a:spcBef>
                <a:spcPts val="0"/>
              </a:spcBef>
              <a:spcAft>
                <a:spcPts val="0"/>
              </a:spcAft>
              <a:buClr>
                <a:srgbClr val="D3B7F7"/>
              </a:buClr>
              <a:buSzPts val="2800"/>
              <a:buFont typeface="Helvetica Neue"/>
              <a:buNone/>
            </a:pPr>
            <a:r>
              <a:rPr b="1" i="0" lang="pt-BR" sz="2400" u="none" cap="none" strike="noStrike">
                <a:solidFill>
                  <a:srgbClr val="14E6FC"/>
                </a:solidFill>
                <a:latin typeface="Helvetica Neue"/>
                <a:ea typeface="Helvetica Neue"/>
                <a:cs typeface="Helvetica Neue"/>
                <a:sym typeface="Helvetica Neue"/>
              </a:rPr>
              <a:t>RM | P</a:t>
            </a:r>
            <a:r>
              <a:rPr b="1" lang="pt-BR" sz="2400">
                <a:solidFill>
                  <a:srgbClr val="14E6FC"/>
                </a:solidFill>
                <a:latin typeface="Helvetica Neue"/>
                <a:ea typeface="Helvetica Neue"/>
                <a:cs typeface="Helvetica Neue"/>
                <a:sym typeface="Helvetica Neue"/>
              </a:rPr>
              <a:t>reenchimento</a:t>
            </a:r>
            <a:endParaRPr b="1" i="0" sz="2400" u="none" cap="none" strike="noStrike">
              <a:solidFill>
                <a:srgbClr val="14E6FC"/>
              </a:solidFill>
              <a:latin typeface="Helvetica Neue"/>
              <a:ea typeface="Helvetica Neue"/>
              <a:cs typeface="Helvetica Neue"/>
              <a:sym typeface="Helvetica Neue"/>
            </a:endParaRPr>
          </a:p>
        </p:txBody>
      </p:sp>
      <p:sp>
        <p:nvSpPr>
          <p:cNvPr id="221" name="Google Shape;221;p25"/>
          <p:cNvSpPr txBox="1"/>
          <p:nvPr>
            <p:ph idx="4294967295" type="body"/>
          </p:nvPr>
        </p:nvSpPr>
        <p:spPr>
          <a:xfrm>
            <a:off x="229650" y="1334100"/>
            <a:ext cx="6565500" cy="325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pt-BR" sz="1000">
                <a:solidFill>
                  <a:srgbClr val="494C67"/>
                </a:solidFill>
                <a:latin typeface="DM Sans"/>
                <a:ea typeface="DM Sans"/>
                <a:cs typeface="DM Sans"/>
                <a:sym typeface="DM Sans"/>
              </a:rPr>
              <a:t>Após colar o Plano de Mídia na aba "Plano - Camphouse", acesse a aba correspondente ao veículo da campanha (Google, Programmatic, YouTube, Meta e TikTok, Pinterest, Snapchat e Twitter e, Flashtalking).</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None/>
            </a:pPr>
            <a:r>
              <a:rPr lang="pt-BR" sz="1000">
                <a:solidFill>
                  <a:srgbClr val="494C67"/>
                </a:solidFill>
                <a:latin typeface="DM Sans"/>
                <a:ea typeface="DM Sans"/>
                <a:cs typeface="DM Sans"/>
                <a:sym typeface="DM Sans"/>
              </a:rPr>
              <a:t>Na coluna "Linha", informe o número da linha correspondente no plano para que os dados sejam preenchidos automaticamente.</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None/>
            </a:pPr>
            <a:r>
              <a:rPr lang="pt-BR" sz="1000">
                <a:solidFill>
                  <a:srgbClr val="494C67"/>
                </a:solidFill>
                <a:latin typeface="DM Sans"/>
                <a:ea typeface="DM Sans"/>
                <a:cs typeface="DM Sans"/>
                <a:sym typeface="DM Sans"/>
              </a:rPr>
              <a:t>Alguns campos, porém, não são preenchidos automaticamente e exigem atenção manual.</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None/>
            </a:pPr>
            <a:r>
              <a:t/>
            </a:r>
            <a:endParaRPr sz="1000">
              <a:solidFill>
                <a:srgbClr val="494C67"/>
              </a:solidFill>
              <a:latin typeface="DM Sans"/>
              <a:ea typeface="DM Sans"/>
              <a:cs typeface="DM Sans"/>
              <a:sym typeface="DM Sans"/>
            </a:endParaRPr>
          </a:p>
          <a:p>
            <a:pPr indent="-177800" lvl="0" marL="228600" rtl="0" algn="l">
              <a:lnSpc>
                <a:spcPct val="115000"/>
              </a:lnSpc>
              <a:spcBef>
                <a:spcPts val="0"/>
              </a:spcBef>
              <a:spcAft>
                <a:spcPts val="0"/>
              </a:spcAft>
              <a:buClr>
                <a:srgbClr val="494C67"/>
              </a:buClr>
              <a:buSzPts val="1000"/>
              <a:buFont typeface="DM Sans"/>
              <a:buChar char="●"/>
            </a:pPr>
            <a:r>
              <a:rPr lang="pt-BR" sz="1000">
                <a:solidFill>
                  <a:srgbClr val="494C67"/>
                </a:solidFill>
                <a:latin typeface="DM Sans"/>
                <a:ea typeface="DM Sans"/>
                <a:cs typeface="DM Sans"/>
                <a:sym typeface="DM Sans"/>
              </a:rPr>
              <a:t>Campos roxos devem ser selecionados via dropdown.</a:t>
            </a:r>
            <a:endParaRPr sz="1000">
              <a:solidFill>
                <a:srgbClr val="494C67"/>
              </a:solidFill>
              <a:latin typeface="DM Sans"/>
              <a:ea typeface="DM Sans"/>
              <a:cs typeface="DM Sans"/>
              <a:sym typeface="DM Sans"/>
            </a:endParaRPr>
          </a:p>
          <a:p>
            <a:pPr indent="-177800" lvl="0" marL="228600" rtl="0" algn="l">
              <a:lnSpc>
                <a:spcPct val="115000"/>
              </a:lnSpc>
              <a:spcBef>
                <a:spcPts val="0"/>
              </a:spcBef>
              <a:spcAft>
                <a:spcPts val="0"/>
              </a:spcAft>
              <a:buClr>
                <a:srgbClr val="494C67"/>
              </a:buClr>
              <a:buSzPts val="1000"/>
              <a:buFont typeface="DM Sans"/>
              <a:buChar char="●"/>
            </a:pPr>
            <a:r>
              <a:rPr lang="pt-BR" sz="1000">
                <a:solidFill>
                  <a:srgbClr val="494C67"/>
                </a:solidFill>
                <a:latin typeface="DM Sans"/>
                <a:ea typeface="DM Sans"/>
                <a:cs typeface="DM Sans"/>
                <a:sym typeface="DM Sans"/>
              </a:rPr>
              <a:t>Campos amarelos são de preenchimento livre, sem uso de caracteres especiais.</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None/>
            </a:pPr>
            <a:r>
              <a:rPr lang="pt-BR" sz="1000">
                <a:solidFill>
                  <a:srgbClr val="494C67"/>
                </a:solidFill>
                <a:latin typeface="DM Sans"/>
                <a:ea typeface="DM Sans"/>
                <a:cs typeface="DM Sans"/>
                <a:sym typeface="DM Sans"/>
              </a:rPr>
              <a:t>Nas últimas colunas da RM (cor roxo claro), o time de AdOps preenche as taxonomias criadas, o ID (Stormx ou Flashtalking), a URL parametrizada e os contadores.</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None/>
            </a:pPr>
            <a:r>
              <a:rPr b="1" lang="pt-BR" sz="1000">
                <a:solidFill>
                  <a:srgbClr val="494C67"/>
                </a:solidFill>
                <a:latin typeface="DM Sans"/>
                <a:ea typeface="DM Sans"/>
                <a:cs typeface="DM Sans"/>
                <a:sym typeface="DM Sans"/>
              </a:rPr>
              <a:t>A RM precisa estar completamente preenchida para que o time de AdOps dê </a:t>
            </a:r>
            <a:r>
              <a:rPr b="1" lang="pt-BR" sz="1000">
                <a:solidFill>
                  <a:srgbClr val="494C67"/>
                </a:solidFill>
                <a:latin typeface="DM Sans"/>
                <a:ea typeface="DM Sans"/>
                <a:cs typeface="DM Sans"/>
                <a:sym typeface="DM Sans"/>
              </a:rPr>
              <a:t>iní</a:t>
            </a:r>
            <a:r>
              <a:rPr b="1" lang="pt-BR" sz="1000">
                <a:solidFill>
                  <a:srgbClr val="494C67"/>
                </a:solidFill>
                <a:latin typeface="DM Sans"/>
                <a:ea typeface="DM Sans"/>
                <a:cs typeface="DM Sans"/>
                <a:sym typeface="DM Sans"/>
              </a:rPr>
              <a:t>cio à criação da taxonomia. Caso esteja faltando alguma informação, o time de AdOps está autorizado a recusar seguir com a demanda.</a:t>
            </a:r>
            <a:endParaRPr b="1" sz="1000">
              <a:solidFill>
                <a:srgbClr val="494C67"/>
              </a:solidFill>
              <a:latin typeface="DM Sans"/>
              <a:ea typeface="DM Sans"/>
              <a:cs typeface="DM Sans"/>
              <a:sym typeface="DM Sans"/>
            </a:endParaRPr>
          </a:p>
        </p:txBody>
      </p:sp>
      <p:pic>
        <p:nvPicPr>
          <p:cNvPr descr="Tornado White.png" id="222" name="Google Shape;222;p25"/>
          <p:cNvPicPr preferRelativeResize="0"/>
          <p:nvPr/>
        </p:nvPicPr>
        <p:blipFill rotWithShape="1">
          <a:blip r:embed="rId3">
            <a:alphaModFix/>
          </a:blip>
          <a:srcRect b="0" l="0" r="0" t="0"/>
          <a:stretch/>
        </p:blipFill>
        <p:spPr>
          <a:xfrm>
            <a:off x="76199" y="383391"/>
            <a:ext cx="545413" cy="539109"/>
          </a:xfrm>
          <a:prstGeom prst="rect">
            <a:avLst/>
          </a:prstGeom>
          <a:noFill/>
          <a:ln>
            <a:noFill/>
          </a:ln>
        </p:spPr>
      </p:pic>
      <p:sp>
        <p:nvSpPr>
          <p:cNvPr id="223" name="Google Shape;223;p25"/>
          <p:cNvSpPr txBox="1"/>
          <p:nvPr/>
        </p:nvSpPr>
        <p:spPr>
          <a:xfrm>
            <a:off x="5508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l">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Stormx for Unilever</a:t>
            </a:r>
            <a:endParaRPr b="1" i="0" sz="500" u="none" cap="none" strike="noStrike">
              <a:solidFill>
                <a:srgbClr val="484D67"/>
              </a:solidFill>
              <a:latin typeface="Helvetica Neue"/>
              <a:ea typeface="Helvetica Neue"/>
              <a:cs typeface="Helvetica Neue"/>
              <a:sym typeface="Helvetica Neue"/>
            </a:endParaRPr>
          </a:p>
        </p:txBody>
      </p:sp>
      <p:sp>
        <p:nvSpPr>
          <p:cNvPr id="224" name="Google Shape;224;p25"/>
          <p:cNvSpPr txBox="1"/>
          <p:nvPr/>
        </p:nvSpPr>
        <p:spPr>
          <a:xfrm>
            <a:off x="689594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r">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All rights reserved to Stormx @</a:t>
            </a:r>
            <a:r>
              <a:rPr b="1" lang="pt-BR" sz="500">
                <a:solidFill>
                  <a:srgbClr val="484D67"/>
                </a:solidFill>
                <a:latin typeface="Helvetica Neue"/>
                <a:ea typeface="Helvetica Neue"/>
                <a:cs typeface="Helvetica Neue"/>
                <a:sym typeface="Helvetica Neue"/>
              </a:rPr>
              <a:t>2026</a:t>
            </a:r>
            <a:r>
              <a:rPr b="1" i="0" lang="pt-BR" sz="500" u="none" cap="none" strike="noStrike">
                <a:solidFill>
                  <a:srgbClr val="484D67"/>
                </a:solidFill>
                <a:latin typeface="Helvetica Neue"/>
                <a:ea typeface="Helvetica Neue"/>
                <a:cs typeface="Helvetica Neue"/>
                <a:sym typeface="Helvetica Neue"/>
              </a:rPr>
              <a:t> // Digital Forward</a:t>
            </a:r>
            <a:endParaRPr b="1" i="0" sz="500" u="none" cap="none" strike="noStrike">
              <a:solidFill>
                <a:srgbClr val="484D67"/>
              </a:solidFill>
              <a:latin typeface="Helvetica Neue"/>
              <a:ea typeface="Helvetica Neue"/>
              <a:cs typeface="Helvetica Neue"/>
              <a:sym typeface="Helvetica Neue"/>
            </a:endParaRPr>
          </a:p>
        </p:txBody>
      </p:sp>
      <p:pic>
        <p:nvPicPr>
          <p:cNvPr id="225" name="Google Shape;225;p25" title="Grafimos_Barras_Cinza_Escuro.png"/>
          <p:cNvPicPr preferRelativeResize="0"/>
          <p:nvPr/>
        </p:nvPicPr>
        <p:blipFill rotWithShape="1">
          <a:blip r:embed="rId4">
            <a:alphaModFix/>
          </a:blip>
          <a:srcRect b="0" l="0" r="0" t="0"/>
          <a:stretch/>
        </p:blipFill>
        <p:spPr>
          <a:xfrm>
            <a:off x="7040850" y="1537519"/>
            <a:ext cx="2103150" cy="206845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9" name="Shape 229"/>
        <p:cNvGrpSpPr/>
        <p:nvPr/>
      </p:nvGrpSpPr>
      <p:grpSpPr>
        <a:xfrm>
          <a:off x="0" y="0"/>
          <a:ext cx="0" cy="0"/>
          <a:chOff x="0" y="0"/>
          <a:chExt cx="0" cy="0"/>
        </a:xfrm>
      </p:grpSpPr>
      <p:sp>
        <p:nvSpPr>
          <p:cNvPr id="230" name="Google Shape;230;p26"/>
          <p:cNvSpPr/>
          <p:nvPr/>
        </p:nvSpPr>
        <p:spPr>
          <a:xfrm>
            <a:off x="319617" y="152400"/>
            <a:ext cx="1167900" cy="128700"/>
          </a:xfrm>
          <a:prstGeom prst="roundRect">
            <a:avLst>
              <a:gd fmla="val 50000" name="adj"/>
            </a:avLst>
          </a:prstGeom>
          <a:solidFill>
            <a:srgbClr val="484D6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pt-BR" sz="600" u="none" cap="none" strike="noStrike">
                <a:solidFill>
                  <a:srgbClr val="F2F2F2"/>
                </a:solidFill>
                <a:latin typeface="DM Sans Black"/>
                <a:ea typeface="DM Sans Black"/>
                <a:cs typeface="DM Sans Black"/>
                <a:sym typeface="DM Sans Black"/>
              </a:rPr>
              <a:t>Unilever | Operação </a:t>
            </a:r>
            <a:r>
              <a:rPr lang="pt-BR" sz="600">
                <a:solidFill>
                  <a:srgbClr val="F2F2F2"/>
                </a:solidFill>
                <a:latin typeface="DM Sans Black"/>
                <a:ea typeface="DM Sans Black"/>
                <a:cs typeface="DM Sans Black"/>
                <a:sym typeface="DM Sans Black"/>
              </a:rPr>
              <a:t>2026</a:t>
            </a:r>
            <a:endParaRPr b="0" i="0" sz="500" u="none" cap="none" strike="noStrike">
              <a:solidFill>
                <a:srgbClr val="000000"/>
              </a:solidFill>
              <a:latin typeface="DM Sans Black"/>
              <a:ea typeface="DM Sans Black"/>
              <a:cs typeface="DM Sans Black"/>
              <a:sym typeface="DM Sans Black"/>
            </a:endParaRPr>
          </a:p>
        </p:txBody>
      </p:sp>
      <p:sp>
        <p:nvSpPr>
          <p:cNvPr id="231" name="Google Shape;231;p26"/>
          <p:cNvSpPr/>
          <p:nvPr/>
        </p:nvSpPr>
        <p:spPr>
          <a:xfrm>
            <a:off x="152400" y="152401"/>
            <a:ext cx="129000" cy="128700"/>
          </a:xfrm>
          <a:prstGeom prst="ellipse">
            <a:avLst/>
          </a:prstGeom>
          <a:solidFill>
            <a:srgbClr val="14E6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232" name="Google Shape;232;p26"/>
          <p:cNvSpPr txBox="1"/>
          <p:nvPr/>
        </p:nvSpPr>
        <p:spPr>
          <a:xfrm>
            <a:off x="535500" y="461438"/>
            <a:ext cx="7732200" cy="411000"/>
          </a:xfrm>
          <a:prstGeom prst="rect">
            <a:avLst/>
          </a:prstGeom>
          <a:noFill/>
          <a:ln>
            <a:noFill/>
          </a:ln>
        </p:spPr>
        <p:txBody>
          <a:bodyPr anchorCtr="0" anchor="t" bIns="57225" lIns="57225" spcFirstLastPara="1" rIns="57225" wrap="square" tIns="57225">
            <a:spAutoFit/>
          </a:bodyPr>
          <a:lstStyle/>
          <a:p>
            <a:pPr indent="0" lvl="0" marL="0" marR="0" rtl="0" algn="l">
              <a:lnSpc>
                <a:spcPct val="80000"/>
              </a:lnSpc>
              <a:spcBef>
                <a:spcPts val="0"/>
              </a:spcBef>
              <a:spcAft>
                <a:spcPts val="0"/>
              </a:spcAft>
              <a:buClr>
                <a:srgbClr val="D3B7F7"/>
              </a:buClr>
              <a:buSzPts val="2800"/>
              <a:buFont typeface="Helvetica Neue"/>
              <a:buNone/>
            </a:pPr>
            <a:r>
              <a:rPr b="1" i="0" lang="pt-BR" sz="2400" u="none" cap="none" strike="noStrike">
                <a:solidFill>
                  <a:srgbClr val="14E6FC"/>
                </a:solidFill>
                <a:latin typeface="Helvetica Neue"/>
                <a:ea typeface="Helvetica Neue"/>
                <a:cs typeface="Helvetica Neue"/>
                <a:sym typeface="Helvetica Neue"/>
              </a:rPr>
              <a:t>RM | </a:t>
            </a:r>
            <a:r>
              <a:rPr b="1" lang="pt-BR" sz="2400">
                <a:solidFill>
                  <a:srgbClr val="14E6FC"/>
                </a:solidFill>
                <a:latin typeface="Helvetica Neue"/>
                <a:ea typeface="Helvetica Neue"/>
                <a:cs typeface="Helvetica Neue"/>
                <a:sym typeface="Helvetica Neue"/>
              </a:rPr>
              <a:t>Novas linhas no Camphouse</a:t>
            </a:r>
            <a:endParaRPr b="1" i="0" sz="2400" u="none" cap="none" strike="noStrike">
              <a:solidFill>
                <a:srgbClr val="14E6FC"/>
              </a:solidFill>
              <a:latin typeface="Helvetica Neue"/>
              <a:ea typeface="Helvetica Neue"/>
              <a:cs typeface="Helvetica Neue"/>
              <a:sym typeface="Helvetica Neue"/>
            </a:endParaRPr>
          </a:p>
        </p:txBody>
      </p:sp>
      <p:sp>
        <p:nvSpPr>
          <p:cNvPr id="233" name="Google Shape;233;p26"/>
          <p:cNvSpPr txBox="1"/>
          <p:nvPr>
            <p:ph idx="4294967295" type="body"/>
          </p:nvPr>
        </p:nvSpPr>
        <p:spPr>
          <a:xfrm>
            <a:off x="229650" y="1334100"/>
            <a:ext cx="6565500" cy="325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pt-BR" sz="1000">
                <a:solidFill>
                  <a:srgbClr val="494C67"/>
                </a:solidFill>
                <a:latin typeface="DM Sans"/>
                <a:ea typeface="DM Sans"/>
                <a:cs typeface="DM Sans"/>
                <a:sym typeface="DM Sans"/>
              </a:rPr>
              <a:t>Caso novas linhas sejam adicionadas ao plano de mídia no Camphouse após o preenchimento </a:t>
            </a:r>
            <a:r>
              <a:rPr lang="pt-BR" sz="1000">
                <a:solidFill>
                  <a:srgbClr val="494C67"/>
                </a:solidFill>
                <a:latin typeface="DM Sans"/>
                <a:ea typeface="DM Sans"/>
                <a:cs typeface="DM Sans"/>
                <a:sym typeface="DM Sans"/>
              </a:rPr>
              <a:t>ini</a:t>
            </a:r>
            <a:r>
              <a:rPr lang="pt-BR" sz="1000">
                <a:solidFill>
                  <a:srgbClr val="494C67"/>
                </a:solidFill>
                <a:latin typeface="DM Sans"/>
                <a:ea typeface="DM Sans"/>
                <a:cs typeface="DM Sans"/>
                <a:sym typeface="DM Sans"/>
              </a:rPr>
              <a:t>cial da RM, é necessário atualizar a RM com essas informações.</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None/>
            </a:pPr>
            <a:r>
              <a:t/>
            </a:r>
            <a:endParaRPr sz="1000">
              <a:solidFill>
                <a:srgbClr val="494C67"/>
              </a:solidFill>
              <a:latin typeface="DM Sans"/>
              <a:ea typeface="DM Sans"/>
              <a:cs typeface="DM Sans"/>
              <a:sym typeface="DM Sans"/>
            </a:endParaRPr>
          </a:p>
          <a:p>
            <a:pPr indent="-177800" lvl="0" marL="228600" rtl="0" algn="l">
              <a:lnSpc>
                <a:spcPct val="115000"/>
              </a:lnSpc>
              <a:spcBef>
                <a:spcPts val="0"/>
              </a:spcBef>
              <a:spcAft>
                <a:spcPts val="0"/>
              </a:spcAft>
              <a:buClr>
                <a:srgbClr val="494C67"/>
              </a:buClr>
              <a:buSzPts val="1000"/>
              <a:buFont typeface="DM Sans"/>
              <a:buAutoNum type="arabicPeriod"/>
            </a:pPr>
            <a:r>
              <a:rPr lang="pt-BR" sz="1000">
                <a:solidFill>
                  <a:srgbClr val="494C67"/>
                </a:solidFill>
                <a:latin typeface="DM Sans"/>
                <a:ea typeface="DM Sans"/>
                <a:cs typeface="DM Sans"/>
                <a:sym typeface="DM Sans"/>
              </a:rPr>
              <a:t>Exportar novamente o plano de mídia no Camphouse.</a:t>
            </a:r>
            <a:endParaRPr sz="1000">
              <a:solidFill>
                <a:srgbClr val="494C67"/>
              </a:solidFill>
              <a:latin typeface="DM Sans"/>
              <a:ea typeface="DM Sans"/>
              <a:cs typeface="DM Sans"/>
              <a:sym typeface="DM Sans"/>
            </a:endParaRPr>
          </a:p>
          <a:p>
            <a:pPr indent="-177800" lvl="0" marL="228600" rtl="0" algn="l">
              <a:lnSpc>
                <a:spcPct val="115000"/>
              </a:lnSpc>
              <a:spcBef>
                <a:spcPts val="0"/>
              </a:spcBef>
              <a:spcAft>
                <a:spcPts val="0"/>
              </a:spcAft>
              <a:buClr>
                <a:srgbClr val="494C67"/>
              </a:buClr>
              <a:buSzPts val="1000"/>
              <a:buFont typeface="DM Sans"/>
              <a:buAutoNum type="arabicPeriod"/>
            </a:pPr>
            <a:r>
              <a:rPr lang="pt-BR" sz="1000">
                <a:solidFill>
                  <a:srgbClr val="494C67"/>
                </a:solidFill>
                <a:latin typeface="DM Sans"/>
                <a:ea typeface="DM Sans"/>
                <a:cs typeface="DM Sans"/>
                <a:sym typeface="DM Sans"/>
              </a:rPr>
              <a:t>Copiar apenas as novas linhas adicionadas.</a:t>
            </a:r>
            <a:endParaRPr sz="1000">
              <a:solidFill>
                <a:srgbClr val="494C67"/>
              </a:solidFill>
              <a:latin typeface="DM Sans"/>
              <a:ea typeface="DM Sans"/>
              <a:cs typeface="DM Sans"/>
              <a:sym typeface="DM Sans"/>
            </a:endParaRPr>
          </a:p>
          <a:p>
            <a:pPr indent="-177800" lvl="0" marL="228600" rtl="0" algn="l">
              <a:lnSpc>
                <a:spcPct val="115000"/>
              </a:lnSpc>
              <a:spcBef>
                <a:spcPts val="0"/>
              </a:spcBef>
              <a:spcAft>
                <a:spcPts val="0"/>
              </a:spcAft>
              <a:buClr>
                <a:srgbClr val="494C67"/>
              </a:buClr>
              <a:buSzPts val="1000"/>
              <a:buFont typeface="DM Sans"/>
              <a:buAutoNum type="arabicPeriod"/>
            </a:pPr>
            <a:r>
              <a:rPr lang="pt-BR" sz="1000">
                <a:solidFill>
                  <a:srgbClr val="494C67"/>
                </a:solidFill>
                <a:latin typeface="DM Sans"/>
                <a:ea typeface="DM Sans"/>
                <a:cs typeface="DM Sans"/>
                <a:sym typeface="DM Sans"/>
              </a:rPr>
              <a:t>Colar as novas linhas logo abaixo da última linha já preenchida na aba "Plano - Camphouse", utilizando Colar Especial → Valores.</a:t>
            </a:r>
            <a:endParaRPr sz="1000">
              <a:solidFill>
                <a:srgbClr val="494C67"/>
              </a:solidFill>
              <a:latin typeface="DM Sans"/>
              <a:ea typeface="DM Sans"/>
              <a:cs typeface="DM Sans"/>
              <a:sym typeface="DM Sans"/>
            </a:endParaRPr>
          </a:p>
        </p:txBody>
      </p:sp>
      <p:pic>
        <p:nvPicPr>
          <p:cNvPr descr="Tornado White.png" id="234" name="Google Shape;234;p26"/>
          <p:cNvPicPr preferRelativeResize="0"/>
          <p:nvPr/>
        </p:nvPicPr>
        <p:blipFill rotWithShape="1">
          <a:blip r:embed="rId3">
            <a:alphaModFix/>
          </a:blip>
          <a:srcRect b="0" l="0" r="0" t="0"/>
          <a:stretch/>
        </p:blipFill>
        <p:spPr>
          <a:xfrm>
            <a:off x="76199" y="383391"/>
            <a:ext cx="545413" cy="539109"/>
          </a:xfrm>
          <a:prstGeom prst="rect">
            <a:avLst/>
          </a:prstGeom>
          <a:noFill/>
          <a:ln>
            <a:noFill/>
          </a:ln>
        </p:spPr>
      </p:pic>
      <p:sp>
        <p:nvSpPr>
          <p:cNvPr id="235" name="Google Shape;235;p26"/>
          <p:cNvSpPr txBox="1"/>
          <p:nvPr/>
        </p:nvSpPr>
        <p:spPr>
          <a:xfrm>
            <a:off x="5508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l">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Stormx for Unilever</a:t>
            </a:r>
            <a:endParaRPr b="1" i="0" sz="500" u="none" cap="none" strike="noStrike">
              <a:solidFill>
                <a:srgbClr val="484D67"/>
              </a:solidFill>
              <a:latin typeface="Helvetica Neue"/>
              <a:ea typeface="Helvetica Neue"/>
              <a:cs typeface="Helvetica Neue"/>
              <a:sym typeface="Helvetica Neue"/>
            </a:endParaRPr>
          </a:p>
        </p:txBody>
      </p:sp>
      <p:sp>
        <p:nvSpPr>
          <p:cNvPr id="236" name="Google Shape;236;p26"/>
          <p:cNvSpPr txBox="1"/>
          <p:nvPr/>
        </p:nvSpPr>
        <p:spPr>
          <a:xfrm>
            <a:off x="689594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r">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All rights reserved to Stormx @</a:t>
            </a:r>
            <a:r>
              <a:rPr b="1" lang="pt-BR" sz="500">
                <a:solidFill>
                  <a:srgbClr val="484D67"/>
                </a:solidFill>
                <a:latin typeface="Helvetica Neue"/>
                <a:ea typeface="Helvetica Neue"/>
                <a:cs typeface="Helvetica Neue"/>
                <a:sym typeface="Helvetica Neue"/>
              </a:rPr>
              <a:t>2026</a:t>
            </a:r>
            <a:r>
              <a:rPr b="1" i="0" lang="pt-BR" sz="500" u="none" cap="none" strike="noStrike">
                <a:solidFill>
                  <a:srgbClr val="484D67"/>
                </a:solidFill>
                <a:latin typeface="Helvetica Neue"/>
                <a:ea typeface="Helvetica Neue"/>
                <a:cs typeface="Helvetica Neue"/>
                <a:sym typeface="Helvetica Neue"/>
              </a:rPr>
              <a:t> // Digital Forward</a:t>
            </a:r>
            <a:endParaRPr b="1" i="0" sz="500" u="none" cap="none" strike="noStrike">
              <a:solidFill>
                <a:srgbClr val="484D67"/>
              </a:solidFill>
              <a:latin typeface="Helvetica Neue"/>
              <a:ea typeface="Helvetica Neue"/>
              <a:cs typeface="Helvetica Neue"/>
              <a:sym typeface="Helvetica Neue"/>
            </a:endParaRPr>
          </a:p>
        </p:txBody>
      </p:sp>
      <p:pic>
        <p:nvPicPr>
          <p:cNvPr id="237" name="Google Shape;237;p26" title="Grafimos_Barras_Azul.png"/>
          <p:cNvPicPr preferRelativeResize="0"/>
          <p:nvPr/>
        </p:nvPicPr>
        <p:blipFill rotWithShape="1">
          <a:blip r:embed="rId4">
            <a:alphaModFix/>
          </a:blip>
          <a:srcRect b="0" l="0" r="0" t="0"/>
          <a:stretch/>
        </p:blipFill>
        <p:spPr>
          <a:xfrm>
            <a:off x="7040850" y="1537519"/>
            <a:ext cx="2103150" cy="206845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1" name="Shape 241"/>
        <p:cNvGrpSpPr/>
        <p:nvPr/>
      </p:nvGrpSpPr>
      <p:grpSpPr>
        <a:xfrm>
          <a:off x="0" y="0"/>
          <a:ext cx="0" cy="0"/>
          <a:chOff x="0" y="0"/>
          <a:chExt cx="0" cy="0"/>
        </a:xfrm>
      </p:grpSpPr>
      <p:sp>
        <p:nvSpPr>
          <p:cNvPr id="242" name="Google Shape;242;p27"/>
          <p:cNvSpPr/>
          <p:nvPr/>
        </p:nvSpPr>
        <p:spPr>
          <a:xfrm>
            <a:off x="319617" y="152400"/>
            <a:ext cx="1167900" cy="128700"/>
          </a:xfrm>
          <a:prstGeom prst="roundRect">
            <a:avLst>
              <a:gd fmla="val 50000" name="adj"/>
            </a:avLst>
          </a:prstGeom>
          <a:solidFill>
            <a:srgbClr val="484D6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pt-BR" sz="600" u="none" cap="none" strike="noStrike">
                <a:solidFill>
                  <a:srgbClr val="F2F2F2"/>
                </a:solidFill>
                <a:latin typeface="DM Sans Black"/>
                <a:ea typeface="DM Sans Black"/>
                <a:cs typeface="DM Sans Black"/>
                <a:sym typeface="DM Sans Black"/>
              </a:rPr>
              <a:t>Unilever | Operação </a:t>
            </a:r>
            <a:r>
              <a:rPr lang="pt-BR" sz="600">
                <a:solidFill>
                  <a:srgbClr val="F2F2F2"/>
                </a:solidFill>
                <a:latin typeface="DM Sans Black"/>
                <a:ea typeface="DM Sans Black"/>
                <a:cs typeface="DM Sans Black"/>
                <a:sym typeface="DM Sans Black"/>
              </a:rPr>
              <a:t>2026</a:t>
            </a:r>
            <a:endParaRPr b="0" i="0" sz="500" u="none" cap="none" strike="noStrike">
              <a:solidFill>
                <a:srgbClr val="000000"/>
              </a:solidFill>
              <a:latin typeface="DM Sans Black"/>
              <a:ea typeface="DM Sans Black"/>
              <a:cs typeface="DM Sans Black"/>
              <a:sym typeface="DM Sans Black"/>
            </a:endParaRPr>
          </a:p>
        </p:txBody>
      </p:sp>
      <p:sp>
        <p:nvSpPr>
          <p:cNvPr id="243" name="Google Shape;243;p27"/>
          <p:cNvSpPr/>
          <p:nvPr/>
        </p:nvSpPr>
        <p:spPr>
          <a:xfrm>
            <a:off x="152400" y="152401"/>
            <a:ext cx="129000" cy="128700"/>
          </a:xfrm>
          <a:prstGeom prst="ellipse">
            <a:avLst/>
          </a:prstGeom>
          <a:solidFill>
            <a:srgbClr val="14E6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244" name="Google Shape;244;p27"/>
          <p:cNvSpPr txBox="1"/>
          <p:nvPr/>
        </p:nvSpPr>
        <p:spPr>
          <a:xfrm>
            <a:off x="535500" y="461438"/>
            <a:ext cx="7732200" cy="411000"/>
          </a:xfrm>
          <a:prstGeom prst="rect">
            <a:avLst/>
          </a:prstGeom>
          <a:noFill/>
          <a:ln>
            <a:noFill/>
          </a:ln>
        </p:spPr>
        <p:txBody>
          <a:bodyPr anchorCtr="0" anchor="t" bIns="57225" lIns="57225" spcFirstLastPara="1" rIns="57225" wrap="square" tIns="57225">
            <a:spAutoFit/>
          </a:bodyPr>
          <a:lstStyle/>
          <a:p>
            <a:pPr indent="0" lvl="0" marL="0" marR="0" rtl="0" algn="l">
              <a:lnSpc>
                <a:spcPct val="80000"/>
              </a:lnSpc>
              <a:spcBef>
                <a:spcPts val="0"/>
              </a:spcBef>
              <a:spcAft>
                <a:spcPts val="0"/>
              </a:spcAft>
              <a:buClr>
                <a:srgbClr val="D3B7F7"/>
              </a:buClr>
              <a:buSzPts val="2800"/>
              <a:buFont typeface="Helvetica Neue"/>
              <a:buNone/>
            </a:pPr>
            <a:r>
              <a:rPr b="1" i="0" lang="pt-BR" sz="2400" u="none" cap="none" strike="noStrike">
                <a:solidFill>
                  <a:srgbClr val="14E6FC"/>
                </a:solidFill>
                <a:latin typeface="Helvetica Neue"/>
                <a:ea typeface="Helvetica Neue"/>
                <a:cs typeface="Helvetica Neue"/>
                <a:sym typeface="Helvetica Neue"/>
              </a:rPr>
              <a:t>RM | </a:t>
            </a:r>
            <a:r>
              <a:rPr b="1" lang="pt-BR" sz="2400">
                <a:solidFill>
                  <a:srgbClr val="14E6FC"/>
                </a:solidFill>
                <a:latin typeface="Helvetica Neue"/>
                <a:ea typeface="Helvetica Neue"/>
                <a:cs typeface="Helvetica Neue"/>
                <a:sym typeface="Helvetica Neue"/>
              </a:rPr>
              <a:t>Status da demanda</a:t>
            </a:r>
            <a:endParaRPr b="1" i="0" sz="2400" u="none" cap="none" strike="noStrike">
              <a:solidFill>
                <a:srgbClr val="14E6FC"/>
              </a:solidFill>
              <a:latin typeface="Helvetica Neue"/>
              <a:ea typeface="Helvetica Neue"/>
              <a:cs typeface="Helvetica Neue"/>
              <a:sym typeface="Helvetica Neue"/>
            </a:endParaRPr>
          </a:p>
        </p:txBody>
      </p:sp>
      <p:sp>
        <p:nvSpPr>
          <p:cNvPr id="245" name="Google Shape;245;p27"/>
          <p:cNvSpPr txBox="1"/>
          <p:nvPr>
            <p:ph idx="4294967295" type="body"/>
          </p:nvPr>
        </p:nvSpPr>
        <p:spPr>
          <a:xfrm>
            <a:off x="229650" y="1334100"/>
            <a:ext cx="6565500" cy="325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pt-BR" sz="1000">
                <a:solidFill>
                  <a:srgbClr val="494C67"/>
                </a:solidFill>
                <a:latin typeface="DM Sans"/>
                <a:ea typeface="DM Sans"/>
                <a:cs typeface="DM Sans"/>
                <a:sym typeface="DM Sans"/>
              </a:rPr>
              <a:t>Novos pedidos</a:t>
            </a:r>
            <a:endParaRPr b="1" sz="1000">
              <a:solidFill>
                <a:srgbClr val="494C67"/>
              </a:solidFill>
              <a:latin typeface="DM Sans"/>
              <a:ea typeface="DM Sans"/>
              <a:cs typeface="DM Sans"/>
              <a:sym typeface="DM Sans"/>
            </a:endParaRPr>
          </a:p>
          <a:p>
            <a:pPr indent="-177800" lvl="0" marL="228600" rtl="0" algn="l">
              <a:lnSpc>
                <a:spcPct val="115000"/>
              </a:lnSpc>
              <a:spcBef>
                <a:spcPts val="0"/>
              </a:spcBef>
              <a:spcAft>
                <a:spcPts val="0"/>
              </a:spcAft>
              <a:buClr>
                <a:srgbClr val="494C67"/>
              </a:buClr>
              <a:buSzPts val="1000"/>
              <a:buFont typeface="DM Sans"/>
              <a:buChar char="●"/>
            </a:pPr>
            <a:r>
              <a:rPr lang="pt-BR" sz="1000">
                <a:solidFill>
                  <a:srgbClr val="494C67"/>
                </a:solidFill>
                <a:latin typeface="DM Sans"/>
                <a:ea typeface="DM Sans"/>
                <a:cs typeface="DM Sans"/>
                <a:sym typeface="DM Sans"/>
              </a:rPr>
              <a:t>Preencher todas as colunas da linha.</a:t>
            </a:r>
            <a:endParaRPr sz="1000">
              <a:solidFill>
                <a:srgbClr val="494C67"/>
              </a:solidFill>
              <a:latin typeface="DM Sans"/>
              <a:ea typeface="DM Sans"/>
              <a:cs typeface="DM Sans"/>
              <a:sym typeface="DM Sans"/>
            </a:endParaRPr>
          </a:p>
          <a:p>
            <a:pPr indent="-177800" lvl="0" marL="228600" rtl="0" algn="l">
              <a:lnSpc>
                <a:spcPct val="115000"/>
              </a:lnSpc>
              <a:spcBef>
                <a:spcPts val="0"/>
              </a:spcBef>
              <a:spcAft>
                <a:spcPts val="0"/>
              </a:spcAft>
              <a:buClr>
                <a:srgbClr val="494C67"/>
              </a:buClr>
              <a:buSzPts val="1000"/>
              <a:buFont typeface="DM Sans"/>
              <a:buChar char="●"/>
            </a:pPr>
            <a:r>
              <a:rPr lang="pt-BR" sz="1000">
                <a:solidFill>
                  <a:srgbClr val="494C67"/>
                </a:solidFill>
                <a:latin typeface="DM Sans"/>
                <a:ea typeface="DM Sans"/>
                <a:cs typeface="DM Sans"/>
                <a:sym typeface="DM Sans"/>
              </a:rPr>
              <a:t>Alterar status para “Solicitado para Stormx”.</a:t>
            </a:r>
            <a:endParaRPr sz="1000">
              <a:solidFill>
                <a:srgbClr val="494C67"/>
              </a:solidFill>
              <a:latin typeface="DM Sans"/>
              <a:ea typeface="DM Sans"/>
              <a:cs typeface="DM Sans"/>
              <a:sym typeface="DM Sans"/>
            </a:endParaRPr>
          </a:p>
          <a:p>
            <a:pPr indent="-177800" lvl="0" marL="228600" rtl="0" algn="l">
              <a:lnSpc>
                <a:spcPct val="115000"/>
              </a:lnSpc>
              <a:spcBef>
                <a:spcPts val="0"/>
              </a:spcBef>
              <a:spcAft>
                <a:spcPts val="0"/>
              </a:spcAft>
              <a:buClr>
                <a:srgbClr val="494C67"/>
              </a:buClr>
              <a:buSzPts val="1000"/>
              <a:buFont typeface="DM Sans"/>
              <a:buChar char="●"/>
            </a:pPr>
            <a:r>
              <a:rPr lang="pt-BR" sz="1000">
                <a:solidFill>
                  <a:srgbClr val="494C67"/>
                </a:solidFill>
                <a:latin typeface="DM Sans"/>
                <a:ea typeface="DM Sans"/>
                <a:cs typeface="DM Sans"/>
                <a:sym typeface="DM Sans"/>
              </a:rPr>
              <a:t>Criar task no Jira e incluir o link da RM na task criada.</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b="1" lang="pt-BR" sz="1000">
                <a:solidFill>
                  <a:srgbClr val="494C67"/>
                </a:solidFill>
                <a:latin typeface="DM Sans"/>
                <a:ea typeface="DM Sans"/>
                <a:cs typeface="DM Sans"/>
                <a:sym typeface="DM Sans"/>
              </a:rPr>
              <a:t>Pedidos de alteração</a:t>
            </a:r>
            <a:endParaRPr b="1" sz="1000">
              <a:solidFill>
                <a:srgbClr val="494C67"/>
              </a:solidFill>
              <a:latin typeface="DM Sans"/>
              <a:ea typeface="DM Sans"/>
              <a:cs typeface="DM Sans"/>
              <a:sym typeface="DM Sans"/>
            </a:endParaRPr>
          </a:p>
          <a:p>
            <a:pPr indent="-177800" lvl="0" marL="228600" rtl="0" algn="l">
              <a:lnSpc>
                <a:spcPct val="115000"/>
              </a:lnSpc>
              <a:spcBef>
                <a:spcPts val="0"/>
              </a:spcBef>
              <a:spcAft>
                <a:spcPts val="0"/>
              </a:spcAft>
              <a:buClr>
                <a:srgbClr val="494C67"/>
              </a:buClr>
              <a:buSzPts val="1000"/>
              <a:buFont typeface="DM Sans"/>
              <a:buChar char="●"/>
            </a:pPr>
            <a:r>
              <a:rPr lang="pt-BR" sz="1000">
                <a:solidFill>
                  <a:srgbClr val="494C67"/>
                </a:solidFill>
                <a:latin typeface="DM Sans"/>
                <a:ea typeface="DM Sans"/>
                <a:cs typeface="DM Sans"/>
                <a:sym typeface="DM Sans"/>
              </a:rPr>
              <a:t>Destacar em amarelo as células alteradas.</a:t>
            </a:r>
            <a:endParaRPr sz="1000">
              <a:solidFill>
                <a:srgbClr val="494C67"/>
              </a:solidFill>
              <a:latin typeface="DM Sans"/>
              <a:ea typeface="DM Sans"/>
              <a:cs typeface="DM Sans"/>
              <a:sym typeface="DM Sans"/>
            </a:endParaRPr>
          </a:p>
          <a:p>
            <a:pPr indent="-177800" lvl="0" marL="228600" rtl="0" algn="l">
              <a:lnSpc>
                <a:spcPct val="115000"/>
              </a:lnSpc>
              <a:spcBef>
                <a:spcPts val="0"/>
              </a:spcBef>
              <a:spcAft>
                <a:spcPts val="0"/>
              </a:spcAft>
              <a:buClr>
                <a:srgbClr val="494C67"/>
              </a:buClr>
              <a:buSzPts val="1000"/>
              <a:buFont typeface="DM Sans"/>
              <a:buChar char="●"/>
            </a:pPr>
            <a:r>
              <a:rPr lang="pt-BR" sz="1000">
                <a:solidFill>
                  <a:srgbClr val="494C67"/>
                </a:solidFill>
                <a:latin typeface="DM Sans"/>
                <a:ea typeface="DM Sans"/>
                <a:cs typeface="DM Sans"/>
                <a:sym typeface="DM Sans"/>
              </a:rPr>
              <a:t>Alterar status para “Alterar”.</a:t>
            </a:r>
            <a:endParaRPr sz="1000">
              <a:solidFill>
                <a:srgbClr val="494C67"/>
              </a:solidFill>
              <a:latin typeface="DM Sans"/>
              <a:ea typeface="DM Sans"/>
              <a:cs typeface="DM Sans"/>
              <a:sym typeface="DM Sans"/>
            </a:endParaRPr>
          </a:p>
          <a:p>
            <a:pPr indent="-177800" lvl="0" marL="228600" rtl="0" algn="l">
              <a:lnSpc>
                <a:spcPct val="115000"/>
              </a:lnSpc>
              <a:spcBef>
                <a:spcPts val="0"/>
              </a:spcBef>
              <a:spcAft>
                <a:spcPts val="0"/>
              </a:spcAft>
              <a:buClr>
                <a:srgbClr val="494C67"/>
              </a:buClr>
              <a:buSzPts val="1000"/>
              <a:buFont typeface="DM Sans"/>
              <a:buChar char="●"/>
            </a:pPr>
            <a:r>
              <a:rPr lang="pt-BR" sz="1000">
                <a:solidFill>
                  <a:srgbClr val="494C67"/>
                </a:solidFill>
                <a:latin typeface="DM Sans"/>
                <a:ea typeface="DM Sans"/>
                <a:cs typeface="DM Sans"/>
                <a:sym typeface="DM Sans"/>
              </a:rPr>
              <a:t>Sinalizar na task do Jira qual linha e coluna foi alterada.</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b="1" lang="pt-BR" sz="1000">
                <a:solidFill>
                  <a:srgbClr val="494C67"/>
                </a:solidFill>
                <a:latin typeface="DM Sans"/>
                <a:ea typeface="DM Sans"/>
                <a:cs typeface="DM Sans"/>
                <a:sym typeface="DM Sans"/>
              </a:rPr>
              <a:t>Cancelamentos</a:t>
            </a:r>
            <a:endParaRPr b="1" sz="1000">
              <a:solidFill>
                <a:srgbClr val="494C67"/>
              </a:solidFill>
              <a:latin typeface="DM Sans"/>
              <a:ea typeface="DM Sans"/>
              <a:cs typeface="DM Sans"/>
              <a:sym typeface="DM Sans"/>
            </a:endParaRPr>
          </a:p>
          <a:p>
            <a:pPr indent="-177800" lvl="0" marL="228600" rtl="0" algn="l">
              <a:lnSpc>
                <a:spcPct val="115000"/>
              </a:lnSpc>
              <a:spcBef>
                <a:spcPts val="0"/>
              </a:spcBef>
              <a:spcAft>
                <a:spcPts val="0"/>
              </a:spcAft>
              <a:buClr>
                <a:srgbClr val="494C67"/>
              </a:buClr>
              <a:buSzPts val="1000"/>
              <a:buFont typeface="DM Sans"/>
              <a:buChar char="●"/>
            </a:pPr>
            <a:r>
              <a:rPr lang="pt-BR" sz="1000">
                <a:solidFill>
                  <a:srgbClr val="494C67"/>
                </a:solidFill>
                <a:latin typeface="DM Sans"/>
                <a:ea typeface="DM Sans"/>
                <a:cs typeface="DM Sans"/>
                <a:sym typeface="DM Sans"/>
              </a:rPr>
              <a:t>Alterar status para “Cancelar”.</a:t>
            </a:r>
            <a:endParaRPr sz="1000">
              <a:solidFill>
                <a:srgbClr val="494C67"/>
              </a:solidFill>
              <a:latin typeface="DM Sans"/>
              <a:ea typeface="DM Sans"/>
              <a:cs typeface="DM Sans"/>
              <a:sym typeface="DM Sans"/>
            </a:endParaRPr>
          </a:p>
          <a:p>
            <a:pPr indent="-177800" lvl="0" marL="228600" rtl="0" algn="l">
              <a:lnSpc>
                <a:spcPct val="115000"/>
              </a:lnSpc>
              <a:spcBef>
                <a:spcPts val="0"/>
              </a:spcBef>
              <a:spcAft>
                <a:spcPts val="0"/>
              </a:spcAft>
              <a:buClr>
                <a:srgbClr val="494C67"/>
              </a:buClr>
              <a:buSzPts val="1000"/>
              <a:buFont typeface="DM Sans"/>
              <a:buChar char="●"/>
            </a:pPr>
            <a:r>
              <a:rPr lang="pt-BR" sz="1000">
                <a:solidFill>
                  <a:srgbClr val="494C67"/>
                </a:solidFill>
                <a:latin typeface="DM Sans"/>
                <a:ea typeface="DM Sans"/>
                <a:cs typeface="DM Sans"/>
                <a:sym typeface="DM Sans"/>
              </a:rPr>
              <a:t>Informar na task do Jira qual linha deve ser cancelada.</a:t>
            </a:r>
            <a:endParaRPr sz="1000">
              <a:solidFill>
                <a:srgbClr val="494C67"/>
              </a:solidFill>
              <a:latin typeface="DM Sans"/>
              <a:ea typeface="DM Sans"/>
              <a:cs typeface="DM Sans"/>
              <a:sym typeface="DM Sans"/>
            </a:endParaRPr>
          </a:p>
        </p:txBody>
      </p:sp>
      <p:pic>
        <p:nvPicPr>
          <p:cNvPr descr="Tornado White.png" id="246" name="Google Shape;246;p27"/>
          <p:cNvPicPr preferRelativeResize="0"/>
          <p:nvPr/>
        </p:nvPicPr>
        <p:blipFill rotWithShape="1">
          <a:blip r:embed="rId3">
            <a:alphaModFix/>
          </a:blip>
          <a:srcRect b="0" l="0" r="0" t="0"/>
          <a:stretch/>
        </p:blipFill>
        <p:spPr>
          <a:xfrm>
            <a:off x="76199" y="383391"/>
            <a:ext cx="545413" cy="539109"/>
          </a:xfrm>
          <a:prstGeom prst="rect">
            <a:avLst/>
          </a:prstGeom>
          <a:noFill/>
          <a:ln>
            <a:noFill/>
          </a:ln>
        </p:spPr>
      </p:pic>
      <p:sp>
        <p:nvSpPr>
          <p:cNvPr id="247" name="Google Shape;247;p27"/>
          <p:cNvSpPr txBox="1"/>
          <p:nvPr/>
        </p:nvSpPr>
        <p:spPr>
          <a:xfrm>
            <a:off x="5508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l">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Stormx for Unilever</a:t>
            </a:r>
            <a:endParaRPr b="1" i="0" sz="500" u="none" cap="none" strike="noStrike">
              <a:solidFill>
                <a:srgbClr val="484D67"/>
              </a:solidFill>
              <a:latin typeface="Helvetica Neue"/>
              <a:ea typeface="Helvetica Neue"/>
              <a:cs typeface="Helvetica Neue"/>
              <a:sym typeface="Helvetica Neue"/>
            </a:endParaRPr>
          </a:p>
        </p:txBody>
      </p:sp>
      <p:sp>
        <p:nvSpPr>
          <p:cNvPr id="248" name="Google Shape;248;p27"/>
          <p:cNvSpPr txBox="1"/>
          <p:nvPr/>
        </p:nvSpPr>
        <p:spPr>
          <a:xfrm>
            <a:off x="689594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r">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All rights reserved to Stormx @</a:t>
            </a:r>
            <a:r>
              <a:rPr b="1" lang="pt-BR" sz="500">
                <a:solidFill>
                  <a:srgbClr val="484D67"/>
                </a:solidFill>
                <a:latin typeface="Helvetica Neue"/>
                <a:ea typeface="Helvetica Neue"/>
                <a:cs typeface="Helvetica Neue"/>
                <a:sym typeface="Helvetica Neue"/>
              </a:rPr>
              <a:t>2026</a:t>
            </a:r>
            <a:r>
              <a:rPr b="1" i="0" lang="pt-BR" sz="500" u="none" cap="none" strike="noStrike">
                <a:solidFill>
                  <a:srgbClr val="484D67"/>
                </a:solidFill>
                <a:latin typeface="Helvetica Neue"/>
                <a:ea typeface="Helvetica Neue"/>
                <a:cs typeface="Helvetica Neue"/>
                <a:sym typeface="Helvetica Neue"/>
              </a:rPr>
              <a:t> // Digital Forward</a:t>
            </a:r>
            <a:endParaRPr b="1" i="0" sz="500" u="none" cap="none" strike="noStrike">
              <a:solidFill>
                <a:srgbClr val="484D67"/>
              </a:solidFill>
              <a:latin typeface="Helvetica Neue"/>
              <a:ea typeface="Helvetica Neue"/>
              <a:cs typeface="Helvetica Neue"/>
              <a:sym typeface="Helvetica Neue"/>
            </a:endParaRPr>
          </a:p>
        </p:txBody>
      </p:sp>
      <p:pic>
        <p:nvPicPr>
          <p:cNvPr id="249" name="Google Shape;249;p27" title="Grafimos_Barras_Cinza_Escuro.png"/>
          <p:cNvPicPr preferRelativeResize="0"/>
          <p:nvPr/>
        </p:nvPicPr>
        <p:blipFill rotWithShape="1">
          <a:blip r:embed="rId4">
            <a:alphaModFix/>
          </a:blip>
          <a:srcRect b="0" l="0" r="0" t="0"/>
          <a:stretch/>
        </p:blipFill>
        <p:spPr>
          <a:xfrm>
            <a:off x="7040850" y="1537519"/>
            <a:ext cx="2103150" cy="206845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3" name="Shape 253"/>
        <p:cNvGrpSpPr/>
        <p:nvPr/>
      </p:nvGrpSpPr>
      <p:grpSpPr>
        <a:xfrm>
          <a:off x="0" y="0"/>
          <a:ext cx="0" cy="0"/>
          <a:chOff x="0" y="0"/>
          <a:chExt cx="0" cy="0"/>
        </a:xfrm>
      </p:grpSpPr>
      <p:sp>
        <p:nvSpPr>
          <p:cNvPr id="254" name="Google Shape;254;p28"/>
          <p:cNvSpPr/>
          <p:nvPr/>
        </p:nvSpPr>
        <p:spPr>
          <a:xfrm>
            <a:off x="319617" y="152400"/>
            <a:ext cx="1167900" cy="128700"/>
          </a:xfrm>
          <a:prstGeom prst="roundRect">
            <a:avLst>
              <a:gd fmla="val 50000" name="adj"/>
            </a:avLst>
          </a:prstGeom>
          <a:solidFill>
            <a:srgbClr val="484D6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pt-BR" sz="600" u="none" cap="none" strike="noStrike">
                <a:solidFill>
                  <a:srgbClr val="F2F2F2"/>
                </a:solidFill>
                <a:latin typeface="DM Sans Black"/>
                <a:ea typeface="DM Sans Black"/>
                <a:cs typeface="DM Sans Black"/>
                <a:sym typeface="DM Sans Black"/>
              </a:rPr>
              <a:t>Unilever | Operação </a:t>
            </a:r>
            <a:r>
              <a:rPr lang="pt-BR" sz="600">
                <a:solidFill>
                  <a:srgbClr val="F2F2F2"/>
                </a:solidFill>
                <a:latin typeface="DM Sans Black"/>
                <a:ea typeface="DM Sans Black"/>
                <a:cs typeface="DM Sans Black"/>
                <a:sym typeface="DM Sans Black"/>
              </a:rPr>
              <a:t>2026</a:t>
            </a:r>
            <a:endParaRPr b="0" i="0" sz="500" u="none" cap="none" strike="noStrike">
              <a:solidFill>
                <a:srgbClr val="000000"/>
              </a:solidFill>
              <a:latin typeface="DM Sans Black"/>
              <a:ea typeface="DM Sans Black"/>
              <a:cs typeface="DM Sans Black"/>
              <a:sym typeface="DM Sans Black"/>
            </a:endParaRPr>
          </a:p>
        </p:txBody>
      </p:sp>
      <p:sp>
        <p:nvSpPr>
          <p:cNvPr id="255" name="Google Shape;255;p28"/>
          <p:cNvSpPr/>
          <p:nvPr/>
        </p:nvSpPr>
        <p:spPr>
          <a:xfrm>
            <a:off x="152400" y="152401"/>
            <a:ext cx="129000" cy="128700"/>
          </a:xfrm>
          <a:prstGeom prst="ellipse">
            <a:avLst/>
          </a:prstGeom>
          <a:solidFill>
            <a:srgbClr val="14E6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256" name="Google Shape;256;p28"/>
          <p:cNvSpPr txBox="1"/>
          <p:nvPr/>
        </p:nvSpPr>
        <p:spPr>
          <a:xfrm>
            <a:off x="535500" y="461438"/>
            <a:ext cx="7732200" cy="411000"/>
          </a:xfrm>
          <a:prstGeom prst="rect">
            <a:avLst/>
          </a:prstGeom>
          <a:noFill/>
          <a:ln>
            <a:noFill/>
          </a:ln>
        </p:spPr>
        <p:txBody>
          <a:bodyPr anchorCtr="0" anchor="t" bIns="57225" lIns="57225" spcFirstLastPara="1" rIns="57225" wrap="square" tIns="57225">
            <a:spAutoFit/>
          </a:bodyPr>
          <a:lstStyle/>
          <a:p>
            <a:pPr indent="0" lvl="0" marL="0" marR="0" rtl="0" algn="l">
              <a:lnSpc>
                <a:spcPct val="80000"/>
              </a:lnSpc>
              <a:spcBef>
                <a:spcPts val="0"/>
              </a:spcBef>
              <a:spcAft>
                <a:spcPts val="0"/>
              </a:spcAft>
              <a:buClr>
                <a:srgbClr val="D3B7F7"/>
              </a:buClr>
              <a:buSzPts val="2800"/>
              <a:buFont typeface="Helvetica Neue"/>
              <a:buNone/>
            </a:pPr>
            <a:r>
              <a:rPr b="1" i="0" lang="pt-BR" sz="2400" u="none" cap="none" strike="noStrike">
                <a:solidFill>
                  <a:srgbClr val="14E6FC"/>
                </a:solidFill>
                <a:latin typeface="Helvetica Neue"/>
                <a:ea typeface="Helvetica Neue"/>
                <a:cs typeface="Helvetica Neue"/>
                <a:sym typeface="Helvetica Neue"/>
              </a:rPr>
              <a:t>RM | Prorrogação da data de implementação</a:t>
            </a:r>
            <a:endParaRPr b="1" i="0" sz="2400" u="none" cap="none" strike="noStrike">
              <a:solidFill>
                <a:srgbClr val="14E6FC"/>
              </a:solidFill>
              <a:latin typeface="Helvetica Neue"/>
              <a:ea typeface="Helvetica Neue"/>
              <a:cs typeface="Helvetica Neue"/>
              <a:sym typeface="Helvetica Neue"/>
            </a:endParaRPr>
          </a:p>
        </p:txBody>
      </p:sp>
      <p:sp>
        <p:nvSpPr>
          <p:cNvPr id="257" name="Google Shape;257;p28"/>
          <p:cNvSpPr txBox="1"/>
          <p:nvPr>
            <p:ph idx="4294967295" type="body"/>
          </p:nvPr>
        </p:nvSpPr>
        <p:spPr>
          <a:xfrm>
            <a:off x="229650" y="1334100"/>
            <a:ext cx="6565500" cy="325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Sempre que uma linha de campanha prevista no plano de mídia não for implementada na data originalmente planejada, o mídia deve sinalizar a Stormx para que seja realizado o QA da linha após a implementação.</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b="1" lang="pt-BR" sz="1000">
                <a:solidFill>
                  <a:srgbClr val="494C67"/>
                </a:solidFill>
                <a:latin typeface="DM Sans"/>
                <a:ea typeface="DM Sans"/>
                <a:cs typeface="DM Sans"/>
                <a:sym typeface="DM Sans"/>
              </a:rPr>
              <a:t>Passo a passo:</a:t>
            </a:r>
            <a:endParaRPr b="1" sz="1000">
              <a:solidFill>
                <a:srgbClr val="494C67"/>
              </a:solidFill>
              <a:latin typeface="DM Sans"/>
              <a:ea typeface="DM Sans"/>
              <a:cs typeface="DM Sans"/>
              <a:sym typeface="DM Sans"/>
            </a:endParaRPr>
          </a:p>
          <a:p>
            <a:pPr indent="-177800" lvl="0" marL="228600" rtl="0" algn="l">
              <a:lnSpc>
                <a:spcPct val="115000"/>
              </a:lnSpc>
              <a:spcBef>
                <a:spcPts val="0"/>
              </a:spcBef>
              <a:spcAft>
                <a:spcPts val="0"/>
              </a:spcAft>
              <a:buClr>
                <a:srgbClr val="494C67"/>
              </a:buClr>
              <a:buSzPts val="1000"/>
              <a:buFont typeface="DM Sans"/>
              <a:buChar char="●"/>
            </a:pPr>
            <a:r>
              <a:rPr lang="pt-BR" sz="1000">
                <a:solidFill>
                  <a:srgbClr val="494C67"/>
                </a:solidFill>
                <a:latin typeface="DM Sans"/>
                <a:ea typeface="DM Sans"/>
                <a:cs typeface="DM Sans"/>
                <a:sym typeface="DM Sans"/>
              </a:rPr>
              <a:t>Alterar status da linha na RM para “Prorrogado”.</a:t>
            </a:r>
            <a:endParaRPr sz="1000">
              <a:solidFill>
                <a:srgbClr val="494C67"/>
              </a:solidFill>
              <a:latin typeface="DM Sans"/>
              <a:ea typeface="DM Sans"/>
              <a:cs typeface="DM Sans"/>
              <a:sym typeface="DM Sans"/>
            </a:endParaRPr>
          </a:p>
          <a:p>
            <a:pPr indent="-177800" lvl="0" marL="228600" rtl="0" algn="l">
              <a:lnSpc>
                <a:spcPct val="115000"/>
              </a:lnSpc>
              <a:spcBef>
                <a:spcPts val="0"/>
              </a:spcBef>
              <a:spcAft>
                <a:spcPts val="0"/>
              </a:spcAft>
              <a:buClr>
                <a:srgbClr val="494C67"/>
              </a:buClr>
              <a:buSzPts val="1000"/>
              <a:buFont typeface="DM Sans"/>
              <a:buChar char="●"/>
            </a:pPr>
            <a:r>
              <a:rPr lang="pt-BR" sz="1000">
                <a:solidFill>
                  <a:srgbClr val="494C67"/>
                </a:solidFill>
                <a:latin typeface="DM Sans"/>
                <a:ea typeface="DM Sans"/>
                <a:cs typeface="DM Sans"/>
                <a:sym typeface="DM Sans"/>
              </a:rPr>
              <a:t>Atualizar a data de </a:t>
            </a:r>
            <a:r>
              <a:rPr lang="pt-BR" sz="1000">
                <a:solidFill>
                  <a:srgbClr val="494C67"/>
                </a:solidFill>
                <a:latin typeface="DM Sans"/>
                <a:ea typeface="DM Sans"/>
                <a:cs typeface="DM Sans"/>
                <a:sym typeface="DM Sans"/>
              </a:rPr>
              <a:t>iní</a:t>
            </a:r>
            <a:r>
              <a:rPr lang="pt-BR" sz="1000">
                <a:solidFill>
                  <a:srgbClr val="494C67"/>
                </a:solidFill>
                <a:latin typeface="DM Sans"/>
                <a:ea typeface="DM Sans"/>
                <a:cs typeface="DM Sans"/>
                <a:sym typeface="DM Sans"/>
              </a:rPr>
              <a:t>cio (destacar em amarelo).</a:t>
            </a:r>
            <a:endParaRPr sz="1000">
              <a:solidFill>
                <a:srgbClr val="494C67"/>
              </a:solidFill>
              <a:latin typeface="DM Sans"/>
              <a:ea typeface="DM Sans"/>
              <a:cs typeface="DM Sans"/>
              <a:sym typeface="DM Sans"/>
            </a:endParaRPr>
          </a:p>
          <a:p>
            <a:pPr indent="-177800" lvl="0" marL="228600" rtl="0" algn="l">
              <a:lnSpc>
                <a:spcPct val="115000"/>
              </a:lnSpc>
              <a:spcBef>
                <a:spcPts val="0"/>
              </a:spcBef>
              <a:spcAft>
                <a:spcPts val="0"/>
              </a:spcAft>
              <a:buClr>
                <a:srgbClr val="494C67"/>
              </a:buClr>
              <a:buSzPts val="1000"/>
              <a:buFont typeface="DM Sans"/>
              <a:buChar char="●"/>
            </a:pPr>
            <a:r>
              <a:rPr lang="pt-BR" sz="1000">
                <a:solidFill>
                  <a:srgbClr val="494C67"/>
                </a:solidFill>
                <a:latin typeface="DM Sans"/>
                <a:ea typeface="DM Sans"/>
                <a:cs typeface="DM Sans"/>
                <a:sym typeface="DM Sans"/>
              </a:rPr>
              <a:t>Sinalizar qual linha sofreu prorrogação na task do Jira.</a:t>
            </a:r>
            <a:endParaRPr sz="1000">
              <a:solidFill>
                <a:srgbClr val="494C67"/>
              </a:solidFill>
              <a:latin typeface="DM Sans"/>
              <a:ea typeface="DM Sans"/>
              <a:cs typeface="DM Sans"/>
              <a:sym typeface="DM Sans"/>
            </a:endParaRPr>
          </a:p>
        </p:txBody>
      </p:sp>
      <p:pic>
        <p:nvPicPr>
          <p:cNvPr descr="Tornado White.png" id="258" name="Google Shape;258;p28"/>
          <p:cNvPicPr preferRelativeResize="0"/>
          <p:nvPr/>
        </p:nvPicPr>
        <p:blipFill rotWithShape="1">
          <a:blip r:embed="rId3">
            <a:alphaModFix/>
          </a:blip>
          <a:srcRect b="0" l="0" r="0" t="0"/>
          <a:stretch/>
        </p:blipFill>
        <p:spPr>
          <a:xfrm>
            <a:off x="76199" y="383391"/>
            <a:ext cx="545413" cy="539109"/>
          </a:xfrm>
          <a:prstGeom prst="rect">
            <a:avLst/>
          </a:prstGeom>
          <a:noFill/>
          <a:ln>
            <a:noFill/>
          </a:ln>
        </p:spPr>
      </p:pic>
      <p:sp>
        <p:nvSpPr>
          <p:cNvPr id="259" name="Google Shape;259;p28"/>
          <p:cNvSpPr txBox="1"/>
          <p:nvPr/>
        </p:nvSpPr>
        <p:spPr>
          <a:xfrm>
            <a:off x="5508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l">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Stormx for Unilever</a:t>
            </a:r>
            <a:endParaRPr b="1" i="0" sz="500" u="none" cap="none" strike="noStrike">
              <a:solidFill>
                <a:srgbClr val="484D67"/>
              </a:solidFill>
              <a:latin typeface="Helvetica Neue"/>
              <a:ea typeface="Helvetica Neue"/>
              <a:cs typeface="Helvetica Neue"/>
              <a:sym typeface="Helvetica Neue"/>
            </a:endParaRPr>
          </a:p>
        </p:txBody>
      </p:sp>
      <p:sp>
        <p:nvSpPr>
          <p:cNvPr id="260" name="Google Shape;260;p28"/>
          <p:cNvSpPr txBox="1"/>
          <p:nvPr/>
        </p:nvSpPr>
        <p:spPr>
          <a:xfrm>
            <a:off x="689594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r">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All rights reserved to Stormx @</a:t>
            </a:r>
            <a:r>
              <a:rPr b="1" lang="pt-BR" sz="500">
                <a:solidFill>
                  <a:srgbClr val="484D67"/>
                </a:solidFill>
                <a:latin typeface="Helvetica Neue"/>
                <a:ea typeface="Helvetica Neue"/>
                <a:cs typeface="Helvetica Neue"/>
                <a:sym typeface="Helvetica Neue"/>
              </a:rPr>
              <a:t>2026</a:t>
            </a:r>
            <a:r>
              <a:rPr b="1" i="0" lang="pt-BR" sz="500" u="none" cap="none" strike="noStrike">
                <a:solidFill>
                  <a:srgbClr val="484D67"/>
                </a:solidFill>
                <a:latin typeface="Helvetica Neue"/>
                <a:ea typeface="Helvetica Neue"/>
                <a:cs typeface="Helvetica Neue"/>
                <a:sym typeface="Helvetica Neue"/>
              </a:rPr>
              <a:t> // Digital Forward</a:t>
            </a:r>
            <a:endParaRPr b="1" i="0" sz="500" u="none" cap="none" strike="noStrike">
              <a:solidFill>
                <a:srgbClr val="484D67"/>
              </a:solidFill>
              <a:latin typeface="Helvetica Neue"/>
              <a:ea typeface="Helvetica Neue"/>
              <a:cs typeface="Helvetica Neue"/>
              <a:sym typeface="Helvetica Neue"/>
            </a:endParaRPr>
          </a:p>
        </p:txBody>
      </p:sp>
      <p:pic>
        <p:nvPicPr>
          <p:cNvPr id="261" name="Google Shape;261;p28" title="Grafismo_Raio_05.png"/>
          <p:cNvPicPr preferRelativeResize="0"/>
          <p:nvPr/>
        </p:nvPicPr>
        <p:blipFill rotWithShape="1">
          <a:blip r:embed="rId4">
            <a:alphaModFix/>
          </a:blip>
          <a:srcRect b="0" l="0" r="0" t="0"/>
          <a:stretch/>
        </p:blipFill>
        <p:spPr>
          <a:xfrm>
            <a:off x="6215220" y="0"/>
            <a:ext cx="1676399" cy="5143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5" name="Shape 265"/>
        <p:cNvGrpSpPr/>
        <p:nvPr/>
      </p:nvGrpSpPr>
      <p:grpSpPr>
        <a:xfrm>
          <a:off x="0" y="0"/>
          <a:ext cx="0" cy="0"/>
          <a:chOff x="0" y="0"/>
          <a:chExt cx="0" cy="0"/>
        </a:xfrm>
      </p:grpSpPr>
      <p:sp>
        <p:nvSpPr>
          <p:cNvPr id="266" name="Google Shape;266;p29"/>
          <p:cNvSpPr/>
          <p:nvPr/>
        </p:nvSpPr>
        <p:spPr>
          <a:xfrm>
            <a:off x="319617" y="152400"/>
            <a:ext cx="1167900" cy="128700"/>
          </a:xfrm>
          <a:prstGeom prst="roundRect">
            <a:avLst>
              <a:gd fmla="val 50000" name="adj"/>
            </a:avLst>
          </a:prstGeom>
          <a:solidFill>
            <a:srgbClr val="484D6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pt-BR" sz="600" u="none" cap="none" strike="noStrike">
                <a:solidFill>
                  <a:srgbClr val="F2F2F2"/>
                </a:solidFill>
                <a:latin typeface="DM Sans Black"/>
                <a:ea typeface="DM Sans Black"/>
                <a:cs typeface="DM Sans Black"/>
                <a:sym typeface="DM Sans Black"/>
              </a:rPr>
              <a:t>Unilever | Operação </a:t>
            </a:r>
            <a:r>
              <a:rPr lang="pt-BR" sz="600">
                <a:solidFill>
                  <a:srgbClr val="F2F2F2"/>
                </a:solidFill>
                <a:latin typeface="DM Sans Black"/>
                <a:ea typeface="DM Sans Black"/>
                <a:cs typeface="DM Sans Black"/>
                <a:sym typeface="DM Sans Black"/>
              </a:rPr>
              <a:t>2026</a:t>
            </a:r>
            <a:endParaRPr b="0" i="0" sz="500" u="none" cap="none" strike="noStrike">
              <a:solidFill>
                <a:srgbClr val="000000"/>
              </a:solidFill>
              <a:latin typeface="DM Sans Black"/>
              <a:ea typeface="DM Sans Black"/>
              <a:cs typeface="DM Sans Black"/>
              <a:sym typeface="DM Sans Black"/>
            </a:endParaRPr>
          </a:p>
        </p:txBody>
      </p:sp>
      <p:sp>
        <p:nvSpPr>
          <p:cNvPr id="267" name="Google Shape;267;p29"/>
          <p:cNvSpPr/>
          <p:nvPr/>
        </p:nvSpPr>
        <p:spPr>
          <a:xfrm>
            <a:off x="152400" y="152401"/>
            <a:ext cx="129000" cy="128700"/>
          </a:xfrm>
          <a:prstGeom prst="ellipse">
            <a:avLst/>
          </a:prstGeom>
          <a:solidFill>
            <a:srgbClr val="14E6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268" name="Google Shape;268;p29"/>
          <p:cNvSpPr txBox="1"/>
          <p:nvPr/>
        </p:nvSpPr>
        <p:spPr>
          <a:xfrm>
            <a:off x="535500" y="461438"/>
            <a:ext cx="7732200" cy="411000"/>
          </a:xfrm>
          <a:prstGeom prst="rect">
            <a:avLst/>
          </a:prstGeom>
          <a:noFill/>
          <a:ln>
            <a:noFill/>
          </a:ln>
        </p:spPr>
        <p:txBody>
          <a:bodyPr anchorCtr="0" anchor="t" bIns="57225" lIns="57225" spcFirstLastPara="1" rIns="57225" wrap="square" tIns="57225">
            <a:spAutoFit/>
          </a:bodyPr>
          <a:lstStyle/>
          <a:p>
            <a:pPr indent="0" lvl="0" marL="0" marR="0" rtl="0" algn="l">
              <a:lnSpc>
                <a:spcPct val="80000"/>
              </a:lnSpc>
              <a:spcBef>
                <a:spcPts val="0"/>
              </a:spcBef>
              <a:spcAft>
                <a:spcPts val="0"/>
              </a:spcAft>
              <a:buClr>
                <a:srgbClr val="D3B7F7"/>
              </a:buClr>
              <a:buSzPts val="2800"/>
              <a:buFont typeface="Helvetica Neue"/>
              <a:buNone/>
            </a:pPr>
            <a:r>
              <a:rPr b="1" i="0" lang="pt-BR" sz="2400" u="none" cap="none" strike="noStrike">
                <a:solidFill>
                  <a:srgbClr val="14E6FC"/>
                </a:solidFill>
                <a:latin typeface="Helvetica Neue"/>
                <a:ea typeface="Helvetica Neue"/>
                <a:cs typeface="Helvetica Neue"/>
                <a:sym typeface="Helvetica Neue"/>
              </a:rPr>
              <a:t>RM | </a:t>
            </a:r>
            <a:r>
              <a:rPr b="1" lang="pt-BR" sz="2400">
                <a:solidFill>
                  <a:srgbClr val="14E6FC"/>
                </a:solidFill>
                <a:latin typeface="Helvetica Neue"/>
                <a:ea typeface="Helvetica Neue"/>
                <a:cs typeface="Helvetica Neue"/>
                <a:sym typeface="Helvetica Neue"/>
              </a:rPr>
              <a:t>Responsabilidade pelas Atualizações</a:t>
            </a:r>
            <a:endParaRPr b="1" i="0" sz="2400" u="none" cap="none" strike="noStrike">
              <a:solidFill>
                <a:srgbClr val="14E6FC"/>
              </a:solidFill>
              <a:latin typeface="Helvetica Neue"/>
              <a:ea typeface="Helvetica Neue"/>
              <a:cs typeface="Helvetica Neue"/>
              <a:sym typeface="Helvetica Neue"/>
            </a:endParaRPr>
          </a:p>
        </p:txBody>
      </p:sp>
      <p:sp>
        <p:nvSpPr>
          <p:cNvPr id="269" name="Google Shape;269;p29"/>
          <p:cNvSpPr txBox="1"/>
          <p:nvPr>
            <p:ph idx="4294967295" type="body"/>
          </p:nvPr>
        </p:nvSpPr>
        <p:spPr>
          <a:xfrm>
            <a:off x="229650" y="1334100"/>
            <a:ext cx="6565500" cy="325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pt-BR" sz="1000">
                <a:solidFill>
                  <a:srgbClr val="494C67"/>
                </a:solidFill>
                <a:latin typeface="DM Sans"/>
                <a:ea typeface="DM Sans"/>
                <a:cs typeface="DM Sans"/>
                <a:sym typeface="DM Sans"/>
              </a:rPr>
              <a:t>A Stormx é a única responsável por atualizar os dados estruturais da RM, incluindo criação de novos campos, alteração de regras, inclusão de novas listas suspensas (dropdowns) e ajustes de lógica.</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None/>
            </a:pPr>
            <a:r>
              <a:rPr lang="pt-BR" sz="1000">
                <a:solidFill>
                  <a:srgbClr val="494C67"/>
                </a:solidFill>
                <a:latin typeface="DM Sans"/>
                <a:ea typeface="DM Sans"/>
                <a:cs typeface="DM Sans"/>
                <a:sym typeface="DM Sans"/>
              </a:rPr>
              <a:t>Essas atualizações podem ocorrer de acordo com:</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None/>
            </a:pPr>
            <a:r>
              <a:t/>
            </a:r>
            <a:endParaRPr sz="1000">
              <a:solidFill>
                <a:srgbClr val="494C67"/>
              </a:solidFill>
              <a:latin typeface="DM Sans"/>
              <a:ea typeface="DM Sans"/>
              <a:cs typeface="DM Sans"/>
              <a:sym typeface="DM Sans"/>
            </a:endParaRPr>
          </a:p>
          <a:p>
            <a:pPr indent="-177800" lvl="0" marL="228600" rtl="0" algn="l">
              <a:lnSpc>
                <a:spcPct val="115000"/>
              </a:lnSpc>
              <a:spcBef>
                <a:spcPts val="0"/>
              </a:spcBef>
              <a:spcAft>
                <a:spcPts val="0"/>
              </a:spcAft>
              <a:buClr>
                <a:srgbClr val="494C67"/>
              </a:buClr>
              <a:buSzPts val="1000"/>
              <a:buFont typeface="DM Sans"/>
              <a:buChar char="●"/>
            </a:pPr>
            <a:r>
              <a:rPr lang="pt-BR" sz="1000">
                <a:solidFill>
                  <a:srgbClr val="494C67"/>
                </a:solidFill>
                <a:latin typeface="DM Sans"/>
                <a:ea typeface="DM Sans"/>
                <a:cs typeface="DM Sans"/>
                <a:sym typeface="DM Sans"/>
              </a:rPr>
              <a:t>Atualizações semanais do Galileo;</a:t>
            </a:r>
            <a:endParaRPr sz="1000">
              <a:solidFill>
                <a:srgbClr val="494C67"/>
              </a:solidFill>
              <a:latin typeface="DM Sans"/>
              <a:ea typeface="DM Sans"/>
              <a:cs typeface="DM Sans"/>
              <a:sym typeface="DM Sans"/>
            </a:endParaRPr>
          </a:p>
          <a:p>
            <a:pPr indent="-177800" lvl="0" marL="228600" rtl="0" algn="l">
              <a:lnSpc>
                <a:spcPct val="115000"/>
              </a:lnSpc>
              <a:spcBef>
                <a:spcPts val="0"/>
              </a:spcBef>
              <a:spcAft>
                <a:spcPts val="0"/>
              </a:spcAft>
              <a:buClr>
                <a:srgbClr val="494C67"/>
              </a:buClr>
              <a:buSzPts val="1000"/>
              <a:buFont typeface="DM Sans"/>
              <a:buChar char="●"/>
            </a:pPr>
            <a:r>
              <a:rPr lang="pt-BR" sz="1000">
                <a:solidFill>
                  <a:srgbClr val="494C67"/>
                </a:solidFill>
                <a:latin typeface="DM Sans"/>
                <a:ea typeface="DM Sans"/>
                <a:cs typeface="DM Sans"/>
                <a:sym typeface="DM Sans"/>
              </a:rPr>
              <a:t>Novidades ou ajustes no FreeText;</a:t>
            </a:r>
            <a:endParaRPr sz="1000">
              <a:solidFill>
                <a:srgbClr val="494C67"/>
              </a:solidFill>
              <a:latin typeface="DM Sans"/>
              <a:ea typeface="DM Sans"/>
              <a:cs typeface="DM Sans"/>
              <a:sym typeface="DM Sans"/>
            </a:endParaRPr>
          </a:p>
          <a:p>
            <a:pPr indent="-177800" lvl="0" marL="228600" rtl="0" algn="l">
              <a:lnSpc>
                <a:spcPct val="115000"/>
              </a:lnSpc>
              <a:spcBef>
                <a:spcPts val="0"/>
              </a:spcBef>
              <a:spcAft>
                <a:spcPts val="0"/>
              </a:spcAft>
              <a:buClr>
                <a:srgbClr val="494C67"/>
              </a:buClr>
              <a:buSzPts val="1000"/>
              <a:buFont typeface="DM Sans"/>
              <a:buChar char="●"/>
            </a:pPr>
            <a:r>
              <a:rPr lang="pt-BR" sz="1000">
                <a:solidFill>
                  <a:srgbClr val="494C67"/>
                </a:solidFill>
                <a:latin typeface="DM Sans"/>
                <a:ea typeface="DM Sans"/>
                <a:cs typeface="DM Sans"/>
                <a:sym typeface="DM Sans"/>
              </a:rPr>
              <a:t>Inclusão de novas opções de dropdown;</a:t>
            </a:r>
            <a:endParaRPr sz="1000">
              <a:solidFill>
                <a:srgbClr val="494C67"/>
              </a:solidFill>
              <a:latin typeface="DM Sans"/>
              <a:ea typeface="DM Sans"/>
              <a:cs typeface="DM Sans"/>
              <a:sym typeface="DM Sans"/>
            </a:endParaRPr>
          </a:p>
          <a:p>
            <a:pPr indent="-177800" lvl="0" marL="228600" rtl="0" algn="l">
              <a:lnSpc>
                <a:spcPct val="115000"/>
              </a:lnSpc>
              <a:spcBef>
                <a:spcPts val="0"/>
              </a:spcBef>
              <a:spcAft>
                <a:spcPts val="0"/>
              </a:spcAft>
              <a:buClr>
                <a:srgbClr val="494C67"/>
              </a:buClr>
              <a:buSzPts val="1000"/>
              <a:buFont typeface="DM Sans"/>
              <a:buChar char="●"/>
            </a:pPr>
            <a:r>
              <a:rPr lang="pt-BR" sz="1000">
                <a:solidFill>
                  <a:srgbClr val="494C67"/>
                </a:solidFill>
                <a:latin typeface="DM Sans"/>
                <a:ea typeface="DM Sans"/>
                <a:cs typeface="DM Sans"/>
                <a:sym typeface="DM Sans"/>
              </a:rPr>
              <a:t>Alterações estruturais necessárias para adequação a novos planos de mídia;</a:t>
            </a:r>
            <a:endParaRPr sz="1000">
              <a:solidFill>
                <a:srgbClr val="494C67"/>
              </a:solidFill>
              <a:latin typeface="DM Sans"/>
              <a:ea typeface="DM Sans"/>
              <a:cs typeface="DM Sans"/>
              <a:sym typeface="DM Sans"/>
            </a:endParaRPr>
          </a:p>
          <a:p>
            <a:pPr indent="-177800" lvl="0" marL="228600" rtl="0" algn="l">
              <a:lnSpc>
                <a:spcPct val="115000"/>
              </a:lnSpc>
              <a:spcBef>
                <a:spcPts val="0"/>
              </a:spcBef>
              <a:spcAft>
                <a:spcPts val="0"/>
              </a:spcAft>
              <a:buClr>
                <a:srgbClr val="494C67"/>
              </a:buClr>
              <a:buSzPts val="1000"/>
              <a:buFont typeface="DM Sans"/>
              <a:buChar char="●"/>
            </a:pPr>
            <a:r>
              <a:rPr lang="pt-BR" sz="1000">
                <a:solidFill>
                  <a:srgbClr val="494C67"/>
                </a:solidFill>
                <a:latin typeface="DM Sans"/>
                <a:ea typeface="DM Sans"/>
                <a:cs typeface="DM Sans"/>
                <a:sym typeface="DM Sans"/>
              </a:rPr>
              <a:t>Ajustes técnicos que impactem a padronização da taxonomia.</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None/>
            </a:pPr>
            <a:r>
              <a:rPr lang="pt-BR" sz="1000">
                <a:solidFill>
                  <a:srgbClr val="494C67"/>
                </a:solidFill>
                <a:latin typeface="DM Sans"/>
                <a:ea typeface="DM Sans"/>
                <a:cs typeface="DM Sans"/>
                <a:sym typeface="DM Sans"/>
              </a:rPr>
              <a:t>Caso identifique que falta alguma opção de dropdown na RM, solicitar à </a:t>
            </a:r>
            <a:r>
              <a:rPr lang="pt-BR" sz="1000">
                <a:solidFill>
                  <a:srgbClr val="494C67"/>
                </a:solidFill>
                <a:latin typeface="DM Sans"/>
                <a:ea typeface="DM Sans"/>
                <a:cs typeface="DM Sans"/>
                <a:sym typeface="DM Sans"/>
              </a:rPr>
              <a:t>Carolina (Stormx) </a:t>
            </a:r>
            <a:r>
              <a:rPr lang="pt-BR" sz="1000">
                <a:solidFill>
                  <a:srgbClr val="494C67"/>
                </a:solidFill>
                <a:latin typeface="DM Sans"/>
                <a:ea typeface="DM Sans"/>
                <a:cs typeface="DM Sans"/>
                <a:sym typeface="DM Sans"/>
              </a:rPr>
              <a:t>a inclusão.</a:t>
            </a:r>
            <a:endParaRPr sz="1000">
              <a:solidFill>
                <a:srgbClr val="494C67"/>
              </a:solidFill>
              <a:latin typeface="DM Sans"/>
              <a:ea typeface="DM Sans"/>
              <a:cs typeface="DM Sans"/>
              <a:sym typeface="DM Sans"/>
            </a:endParaRPr>
          </a:p>
        </p:txBody>
      </p:sp>
      <p:pic>
        <p:nvPicPr>
          <p:cNvPr descr="Tornado White.png" id="270" name="Google Shape;270;p29"/>
          <p:cNvPicPr preferRelativeResize="0"/>
          <p:nvPr/>
        </p:nvPicPr>
        <p:blipFill rotWithShape="1">
          <a:blip r:embed="rId3">
            <a:alphaModFix/>
          </a:blip>
          <a:srcRect b="0" l="0" r="0" t="0"/>
          <a:stretch/>
        </p:blipFill>
        <p:spPr>
          <a:xfrm>
            <a:off x="76199" y="383391"/>
            <a:ext cx="545413" cy="539109"/>
          </a:xfrm>
          <a:prstGeom prst="rect">
            <a:avLst/>
          </a:prstGeom>
          <a:noFill/>
          <a:ln>
            <a:noFill/>
          </a:ln>
        </p:spPr>
      </p:pic>
      <p:sp>
        <p:nvSpPr>
          <p:cNvPr id="271" name="Google Shape;271;p29"/>
          <p:cNvSpPr txBox="1"/>
          <p:nvPr/>
        </p:nvSpPr>
        <p:spPr>
          <a:xfrm>
            <a:off x="5508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l">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Stormx for Unilever</a:t>
            </a:r>
            <a:endParaRPr b="1" i="0" sz="500" u="none" cap="none" strike="noStrike">
              <a:solidFill>
                <a:srgbClr val="484D67"/>
              </a:solidFill>
              <a:latin typeface="Helvetica Neue"/>
              <a:ea typeface="Helvetica Neue"/>
              <a:cs typeface="Helvetica Neue"/>
              <a:sym typeface="Helvetica Neue"/>
            </a:endParaRPr>
          </a:p>
        </p:txBody>
      </p:sp>
      <p:sp>
        <p:nvSpPr>
          <p:cNvPr id="272" name="Google Shape;272;p29"/>
          <p:cNvSpPr txBox="1"/>
          <p:nvPr/>
        </p:nvSpPr>
        <p:spPr>
          <a:xfrm>
            <a:off x="689594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r">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All rights reserved to Stormx @</a:t>
            </a:r>
            <a:r>
              <a:rPr b="1" lang="pt-BR" sz="500">
                <a:solidFill>
                  <a:srgbClr val="484D67"/>
                </a:solidFill>
                <a:latin typeface="Helvetica Neue"/>
                <a:ea typeface="Helvetica Neue"/>
                <a:cs typeface="Helvetica Neue"/>
                <a:sym typeface="Helvetica Neue"/>
              </a:rPr>
              <a:t>2026</a:t>
            </a:r>
            <a:r>
              <a:rPr b="1" i="0" lang="pt-BR" sz="500" u="none" cap="none" strike="noStrike">
                <a:solidFill>
                  <a:srgbClr val="484D67"/>
                </a:solidFill>
                <a:latin typeface="Helvetica Neue"/>
                <a:ea typeface="Helvetica Neue"/>
                <a:cs typeface="Helvetica Neue"/>
                <a:sym typeface="Helvetica Neue"/>
              </a:rPr>
              <a:t> // Digital Forward</a:t>
            </a:r>
            <a:endParaRPr b="1" i="0" sz="500" u="none" cap="none" strike="noStrike">
              <a:solidFill>
                <a:srgbClr val="484D67"/>
              </a:solidFill>
              <a:latin typeface="Helvetica Neue"/>
              <a:ea typeface="Helvetica Neue"/>
              <a:cs typeface="Helvetica Neue"/>
              <a:sym typeface="Helvetica Neue"/>
            </a:endParaRPr>
          </a:p>
        </p:txBody>
      </p:sp>
      <p:pic>
        <p:nvPicPr>
          <p:cNvPr id="273" name="Google Shape;273;p29" title="Grafismo_Raio_05.png"/>
          <p:cNvPicPr preferRelativeResize="0"/>
          <p:nvPr/>
        </p:nvPicPr>
        <p:blipFill rotWithShape="1">
          <a:blip r:embed="rId4">
            <a:alphaModFix/>
          </a:blip>
          <a:srcRect b="0" l="0" r="0" t="0"/>
          <a:stretch/>
        </p:blipFill>
        <p:spPr>
          <a:xfrm>
            <a:off x="6215220" y="0"/>
            <a:ext cx="1676399" cy="5143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7" name="Shape 277"/>
        <p:cNvGrpSpPr/>
        <p:nvPr/>
      </p:nvGrpSpPr>
      <p:grpSpPr>
        <a:xfrm>
          <a:off x="0" y="0"/>
          <a:ext cx="0" cy="0"/>
          <a:chOff x="0" y="0"/>
          <a:chExt cx="0" cy="0"/>
        </a:xfrm>
      </p:grpSpPr>
      <p:sp>
        <p:nvSpPr>
          <p:cNvPr id="278" name="Google Shape;278;p30"/>
          <p:cNvSpPr/>
          <p:nvPr/>
        </p:nvSpPr>
        <p:spPr>
          <a:xfrm>
            <a:off x="319617" y="152400"/>
            <a:ext cx="1167900" cy="128700"/>
          </a:xfrm>
          <a:prstGeom prst="roundRect">
            <a:avLst>
              <a:gd fmla="val 50000" name="adj"/>
            </a:avLst>
          </a:prstGeom>
          <a:solidFill>
            <a:srgbClr val="484D6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pt-BR" sz="600" u="none" cap="none" strike="noStrike">
                <a:solidFill>
                  <a:srgbClr val="F2F2F2"/>
                </a:solidFill>
                <a:latin typeface="DM Sans Black"/>
                <a:ea typeface="DM Sans Black"/>
                <a:cs typeface="DM Sans Black"/>
                <a:sym typeface="DM Sans Black"/>
              </a:rPr>
              <a:t>Unilever | Operação </a:t>
            </a:r>
            <a:r>
              <a:rPr lang="pt-BR" sz="600">
                <a:solidFill>
                  <a:srgbClr val="F2F2F2"/>
                </a:solidFill>
                <a:latin typeface="DM Sans Black"/>
                <a:ea typeface="DM Sans Black"/>
                <a:cs typeface="DM Sans Black"/>
                <a:sym typeface="DM Sans Black"/>
              </a:rPr>
              <a:t>2026</a:t>
            </a:r>
            <a:endParaRPr b="0" i="0" sz="500" u="none" cap="none" strike="noStrike">
              <a:solidFill>
                <a:srgbClr val="000000"/>
              </a:solidFill>
              <a:latin typeface="DM Sans Black"/>
              <a:ea typeface="DM Sans Black"/>
              <a:cs typeface="DM Sans Black"/>
              <a:sym typeface="DM Sans Black"/>
            </a:endParaRPr>
          </a:p>
        </p:txBody>
      </p:sp>
      <p:sp>
        <p:nvSpPr>
          <p:cNvPr id="279" name="Google Shape;279;p30"/>
          <p:cNvSpPr/>
          <p:nvPr/>
        </p:nvSpPr>
        <p:spPr>
          <a:xfrm>
            <a:off x="152400" y="152401"/>
            <a:ext cx="129000" cy="128700"/>
          </a:xfrm>
          <a:prstGeom prst="ellipse">
            <a:avLst/>
          </a:prstGeom>
          <a:solidFill>
            <a:srgbClr val="14E6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280" name="Google Shape;280;p30"/>
          <p:cNvSpPr txBox="1"/>
          <p:nvPr/>
        </p:nvSpPr>
        <p:spPr>
          <a:xfrm>
            <a:off x="535500" y="461438"/>
            <a:ext cx="7732200" cy="411000"/>
          </a:xfrm>
          <a:prstGeom prst="rect">
            <a:avLst/>
          </a:prstGeom>
          <a:noFill/>
          <a:ln>
            <a:noFill/>
          </a:ln>
        </p:spPr>
        <p:txBody>
          <a:bodyPr anchorCtr="0" anchor="t" bIns="57225" lIns="57225" spcFirstLastPara="1" rIns="57225" wrap="square" tIns="57225">
            <a:spAutoFit/>
          </a:bodyPr>
          <a:lstStyle/>
          <a:p>
            <a:pPr indent="0" lvl="0" marL="0" marR="0" rtl="0" algn="l">
              <a:lnSpc>
                <a:spcPct val="80000"/>
              </a:lnSpc>
              <a:spcBef>
                <a:spcPts val="0"/>
              </a:spcBef>
              <a:spcAft>
                <a:spcPts val="0"/>
              </a:spcAft>
              <a:buClr>
                <a:srgbClr val="D3B7F7"/>
              </a:buClr>
              <a:buSzPts val="2800"/>
              <a:buFont typeface="Helvetica Neue"/>
              <a:buNone/>
            </a:pPr>
            <a:r>
              <a:rPr b="1" i="0" lang="pt-BR" sz="2400" u="none" cap="none" strike="noStrike">
                <a:solidFill>
                  <a:srgbClr val="14E6FC"/>
                </a:solidFill>
                <a:latin typeface="Helvetica Neue"/>
                <a:ea typeface="Helvetica Neue"/>
                <a:cs typeface="Helvetica Neue"/>
                <a:sym typeface="Helvetica Neue"/>
              </a:rPr>
              <a:t>RM | </a:t>
            </a:r>
            <a:r>
              <a:rPr b="1" lang="pt-BR" sz="2400">
                <a:solidFill>
                  <a:srgbClr val="14E6FC"/>
                </a:solidFill>
                <a:latin typeface="Helvetica Neue"/>
                <a:ea typeface="Helvetica Neue"/>
                <a:cs typeface="Helvetica Neue"/>
                <a:sym typeface="Helvetica Neue"/>
              </a:rPr>
              <a:t>Versionamento e Uso</a:t>
            </a:r>
            <a:endParaRPr b="1" i="0" sz="2400" u="none" cap="none" strike="noStrike">
              <a:solidFill>
                <a:srgbClr val="14E6FC"/>
              </a:solidFill>
              <a:latin typeface="Helvetica Neue"/>
              <a:ea typeface="Helvetica Neue"/>
              <a:cs typeface="Helvetica Neue"/>
              <a:sym typeface="Helvetica Neue"/>
            </a:endParaRPr>
          </a:p>
        </p:txBody>
      </p:sp>
      <p:sp>
        <p:nvSpPr>
          <p:cNvPr id="281" name="Google Shape;281;p30"/>
          <p:cNvSpPr txBox="1"/>
          <p:nvPr>
            <p:ph idx="4294967295" type="body"/>
          </p:nvPr>
        </p:nvSpPr>
        <p:spPr>
          <a:xfrm>
            <a:off x="229650" y="1334100"/>
            <a:ext cx="6565500" cy="325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pt-BR" sz="1000">
                <a:solidFill>
                  <a:srgbClr val="494C67"/>
                </a:solidFill>
                <a:latin typeface="DM Sans"/>
                <a:ea typeface="DM Sans"/>
                <a:cs typeface="DM Sans"/>
                <a:sym typeface="DM Sans"/>
              </a:rPr>
              <a:t>Apenas a Stormx pode criar novas versões da RM e realizar alterações estruturais. O time de mídia deve sempre usar a versão mais recente e, para cada campanha, criar apenas uma cópia dessa versão, nunca uma nova versão.</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None/>
            </a:pPr>
            <a:r>
              <a:rPr lang="pt-BR" sz="1000">
                <a:solidFill>
                  <a:srgbClr val="494C67"/>
                </a:solidFill>
                <a:latin typeface="DM Sans"/>
                <a:ea typeface="DM Sans"/>
                <a:cs typeface="DM Sans"/>
                <a:sym typeface="DM Sans"/>
              </a:rPr>
              <a:t>Cada campanha deve ter apenas uma RM ativa. Não é permitido criar RMs adicionais para uma campanha que já possui uma RM em aberto, pois isso gera duplicidade de informações e compromete o controle de status das solicitações.</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None/>
            </a:pPr>
            <a:r>
              <a:rPr lang="pt-BR" sz="1000">
                <a:solidFill>
                  <a:srgbClr val="494C67"/>
                </a:solidFill>
                <a:latin typeface="DM Sans"/>
                <a:ea typeface="DM Sans"/>
                <a:cs typeface="DM Sans"/>
                <a:sym typeface="DM Sans"/>
              </a:rPr>
              <a:t>Se já existir uma RM aberta para determinada campanha, ela deve ser utilizada até o encerramento da campanha. </a:t>
            </a:r>
            <a:r>
              <a:rPr b="1" lang="pt-BR" sz="1000">
                <a:solidFill>
                  <a:srgbClr val="494C67"/>
                </a:solidFill>
                <a:latin typeface="DM Sans"/>
                <a:ea typeface="DM Sans"/>
                <a:cs typeface="DM Sans"/>
                <a:sym typeface="DM Sans"/>
              </a:rPr>
              <a:t>Caso seja necessário migrar para uma nova versão, a RM anterior deve ser desativada, garantindo que apenas uma RM esteja ativa por campanha.</a:t>
            </a:r>
            <a:endParaRPr b="1" sz="1000">
              <a:solidFill>
                <a:srgbClr val="494C67"/>
              </a:solidFill>
              <a:latin typeface="DM Sans"/>
              <a:ea typeface="DM Sans"/>
              <a:cs typeface="DM Sans"/>
              <a:sym typeface="DM Sans"/>
            </a:endParaRPr>
          </a:p>
          <a:p>
            <a:pPr indent="0" lvl="0" marL="0" rtl="0" algn="l">
              <a:lnSpc>
                <a:spcPct val="115000"/>
              </a:lnSpc>
              <a:spcBef>
                <a:spcPts val="0"/>
              </a:spcBef>
              <a:spcAft>
                <a:spcPts val="0"/>
              </a:spcAft>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None/>
            </a:pPr>
            <a:r>
              <a:rPr lang="pt-BR" sz="1000">
                <a:solidFill>
                  <a:srgbClr val="494C67"/>
                </a:solidFill>
                <a:latin typeface="DM Sans"/>
                <a:ea typeface="DM Sans"/>
                <a:cs typeface="DM Sans"/>
                <a:sym typeface="DM Sans"/>
              </a:rPr>
              <a:t>Ajustes de taxonomia ou novas solicitações para a mesma campanha devem ser feitos na RM ativa, garantindo organização, rastreabilidade e centralização das informações.</a:t>
            </a:r>
            <a:endParaRPr sz="1000">
              <a:solidFill>
                <a:srgbClr val="494C67"/>
              </a:solidFill>
              <a:latin typeface="DM Sans"/>
              <a:ea typeface="DM Sans"/>
              <a:cs typeface="DM Sans"/>
              <a:sym typeface="DM Sans"/>
            </a:endParaRPr>
          </a:p>
        </p:txBody>
      </p:sp>
      <p:pic>
        <p:nvPicPr>
          <p:cNvPr descr="Tornado White.png" id="282" name="Google Shape;282;p30"/>
          <p:cNvPicPr preferRelativeResize="0"/>
          <p:nvPr/>
        </p:nvPicPr>
        <p:blipFill rotWithShape="1">
          <a:blip r:embed="rId3">
            <a:alphaModFix/>
          </a:blip>
          <a:srcRect b="0" l="0" r="0" t="0"/>
          <a:stretch/>
        </p:blipFill>
        <p:spPr>
          <a:xfrm>
            <a:off x="76199" y="383391"/>
            <a:ext cx="545413" cy="539109"/>
          </a:xfrm>
          <a:prstGeom prst="rect">
            <a:avLst/>
          </a:prstGeom>
          <a:noFill/>
          <a:ln>
            <a:noFill/>
          </a:ln>
        </p:spPr>
      </p:pic>
      <p:sp>
        <p:nvSpPr>
          <p:cNvPr id="283" name="Google Shape;283;p30"/>
          <p:cNvSpPr txBox="1"/>
          <p:nvPr/>
        </p:nvSpPr>
        <p:spPr>
          <a:xfrm>
            <a:off x="5508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l">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Stormx for Unilever</a:t>
            </a:r>
            <a:endParaRPr b="1" i="0" sz="500" u="none" cap="none" strike="noStrike">
              <a:solidFill>
                <a:srgbClr val="484D67"/>
              </a:solidFill>
              <a:latin typeface="Helvetica Neue"/>
              <a:ea typeface="Helvetica Neue"/>
              <a:cs typeface="Helvetica Neue"/>
              <a:sym typeface="Helvetica Neue"/>
            </a:endParaRPr>
          </a:p>
        </p:txBody>
      </p:sp>
      <p:sp>
        <p:nvSpPr>
          <p:cNvPr id="284" name="Google Shape;284;p30"/>
          <p:cNvSpPr txBox="1"/>
          <p:nvPr/>
        </p:nvSpPr>
        <p:spPr>
          <a:xfrm>
            <a:off x="689594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r">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All rights reserved to Stormx @</a:t>
            </a:r>
            <a:r>
              <a:rPr b="1" lang="pt-BR" sz="500">
                <a:solidFill>
                  <a:srgbClr val="484D67"/>
                </a:solidFill>
                <a:latin typeface="Helvetica Neue"/>
                <a:ea typeface="Helvetica Neue"/>
                <a:cs typeface="Helvetica Neue"/>
                <a:sym typeface="Helvetica Neue"/>
              </a:rPr>
              <a:t>2026</a:t>
            </a:r>
            <a:r>
              <a:rPr b="1" i="0" lang="pt-BR" sz="500" u="none" cap="none" strike="noStrike">
                <a:solidFill>
                  <a:srgbClr val="484D67"/>
                </a:solidFill>
                <a:latin typeface="Helvetica Neue"/>
                <a:ea typeface="Helvetica Neue"/>
                <a:cs typeface="Helvetica Neue"/>
                <a:sym typeface="Helvetica Neue"/>
              </a:rPr>
              <a:t> // Digital Forward</a:t>
            </a:r>
            <a:endParaRPr b="1" i="0" sz="500" u="none" cap="none" strike="noStrike">
              <a:solidFill>
                <a:srgbClr val="484D67"/>
              </a:solidFill>
              <a:latin typeface="Helvetica Neue"/>
              <a:ea typeface="Helvetica Neue"/>
              <a:cs typeface="Helvetica Neue"/>
              <a:sym typeface="Helvetica Neue"/>
            </a:endParaRPr>
          </a:p>
        </p:txBody>
      </p:sp>
      <p:pic>
        <p:nvPicPr>
          <p:cNvPr id="285" name="Google Shape;285;p30" title="Grafismo_Raio_05.png"/>
          <p:cNvPicPr preferRelativeResize="0"/>
          <p:nvPr/>
        </p:nvPicPr>
        <p:blipFill rotWithShape="1">
          <a:blip r:embed="rId4">
            <a:alphaModFix/>
          </a:blip>
          <a:srcRect b="0" l="0" r="0" t="0"/>
          <a:stretch/>
        </p:blipFill>
        <p:spPr>
          <a:xfrm>
            <a:off x="6215220" y="0"/>
            <a:ext cx="1676399" cy="5143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9" name="Shape 289"/>
        <p:cNvGrpSpPr/>
        <p:nvPr/>
      </p:nvGrpSpPr>
      <p:grpSpPr>
        <a:xfrm>
          <a:off x="0" y="0"/>
          <a:ext cx="0" cy="0"/>
          <a:chOff x="0" y="0"/>
          <a:chExt cx="0" cy="0"/>
        </a:xfrm>
      </p:grpSpPr>
      <p:sp>
        <p:nvSpPr>
          <p:cNvPr id="290" name="Google Shape;290;p31"/>
          <p:cNvSpPr/>
          <p:nvPr/>
        </p:nvSpPr>
        <p:spPr>
          <a:xfrm>
            <a:off x="319617" y="152400"/>
            <a:ext cx="1167900" cy="128700"/>
          </a:xfrm>
          <a:prstGeom prst="roundRect">
            <a:avLst>
              <a:gd fmla="val 50000" name="adj"/>
            </a:avLst>
          </a:prstGeom>
          <a:solidFill>
            <a:srgbClr val="484D6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pt-BR" sz="600" u="none" cap="none" strike="noStrike">
                <a:solidFill>
                  <a:srgbClr val="F2F2F2"/>
                </a:solidFill>
                <a:latin typeface="DM Sans Black"/>
                <a:ea typeface="DM Sans Black"/>
                <a:cs typeface="DM Sans Black"/>
                <a:sym typeface="DM Sans Black"/>
              </a:rPr>
              <a:t>Unilever | Operação </a:t>
            </a:r>
            <a:r>
              <a:rPr lang="pt-BR" sz="600">
                <a:solidFill>
                  <a:srgbClr val="F2F2F2"/>
                </a:solidFill>
                <a:latin typeface="DM Sans Black"/>
                <a:ea typeface="DM Sans Black"/>
                <a:cs typeface="DM Sans Black"/>
                <a:sym typeface="DM Sans Black"/>
              </a:rPr>
              <a:t>2026</a:t>
            </a:r>
            <a:endParaRPr b="0" i="0" sz="500" u="none" cap="none" strike="noStrike">
              <a:solidFill>
                <a:srgbClr val="000000"/>
              </a:solidFill>
              <a:latin typeface="DM Sans Black"/>
              <a:ea typeface="DM Sans Black"/>
              <a:cs typeface="DM Sans Black"/>
              <a:sym typeface="DM Sans Black"/>
            </a:endParaRPr>
          </a:p>
        </p:txBody>
      </p:sp>
      <p:sp>
        <p:nvSpPr>
          <p:cNvPr id="291" name="Google Shape;291;p31"/>
          <p:cNvSpPr/>
          <p:nvPr/>
        </p:nvSpPr>
        <p:spPr>
          <a:xfrm>
            <a:off x="152400" y="152401"/>
            <a:ext cx="129000" cy="128700"/>
          </a:xfrm>
          <a:prstGeom prst="ellipse">
            <a:avLst/>
          </a:prstGeom>
          <a:solidFill>
            <a:srgbClr val="14E6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292" name="Google Shape;292;p31"/>
          <p:cNvSpPr txBox="1"/>
          <p:nvPr/>
        </p:nvSpPr>
        <p:spPr>
          <a:xfrm>
            <a:off x="535499" y="461438"/>
            <a:ext cx="3307500" cy="411000"/>
          </a:xfrm>
          <a:prstGeom prst="rect">
            <a:avLst/>
          </a:prstGeom>
          <a:noFill/>
          <a:ln>
            <a:noFill/>
          </a:ln>
        </p:spPr>
        <p:txBody>
          <a:bodyPr anchorCtr="0" anchor="t" bIns="57225" lIns="57225" spcFirstLastPara="1" rIns="57225" wrap="square" tIns="57225">
            <a:spAutoFit/>
          </a:bodyPr>
          <a:lstStyle/>
          <a:p>
            <a:pPr indent="0" lvl="0" marL="0" marR="0" rtl="0" algn="l">
              <a:lnSpc>
                <a:spcPct val="80000"/>
              </a:lnSpc>
              <a:spcBef>
                <a:spcPts val="0"/>
              </a:spcBef>
              <a:spcAft>
                <a:spcPts val="0"/>
              </a:spcAft>
              <a:buClr>
                <a:srgbClr val="D3B7F7"/>
              </a:buClr>
              <a:buSzPts val="2800"/>
              <a:buFont typeface="Helvetica Neue"/>
              <a:buNone/>
            </a:pPr>
            <a:r>
              <a:rPr b="1" i="0" lang="pt-BR" sz="2400" u="none" cap="none" strike="noStrike">
                <a:solidFill>
                  <a:srgbClr val="14E6FC"/>
                </a:solidFill>
                <a:latin typeface="Helvetica Neue"/>
                <a:ea typeface="Helvetica Neue"/>
                <a:cs typeface="Helvetica Neue"/>
                <a:sym typeface="Helvetica Neue"/>
              </a:rPr>
              <a:t>Jira</a:t>
            </a:r>
            <a:endParaRPr b="1" i="0" sz="2400" u="none" cap="none" strike="noStrike">
              <a:solidFill>
                <a:srgbClr val="14E6FC"/>
              </a:solidFill>
              <a:latin typeface="Helvetica Neue"/>
              <a:ea typeface="Helvetica Neue"/>
              <a:cs typeface="Helvetica Neue"/>
              <a:sym typeface="Helvetica Neue"/>
            </a:endParaRPr>
          </a:p>
        </p:txBody>
      </p:sp>
      <p:sp>
        <p:nvSpPr>
          <p:cNvPr id="293" name="Google Shape;293;p31"/>
          <p:cNvSpPr txBox="1"/>
          <p:nvPr>
            <p:ph idx="4294967295" type="body"/>
          </p:nvPr>
        </p:nvSpPr>
        <p:spPr>
          <a:xfrm>
            <a:off x="216825" y="1334100"/>
            <a:ext cx="6565500" cy="308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300"/>
              <a:buNone/>
            </a:pPr>
            <a:r>
              <a:rPr lang="pt-BR" sz="1000">
                <a:solidFill>
                  <a:srgbClr val="494C67"/>
                </a:solidFill>
                <a:latin typeface="DM Sans"/>
                <a:ea typeface="DM Sans"/>
                <a:cs typeface="DM Sans"/>
                <a:sym typeface="DM Sans"/>
              </a:rPr>
              <a:t>Para que a Stormx possa </a:t>
            </a:r>
            <a:r>
              <a:rPr lang="pt-BR" sz="1000">
                <a:solidFill>
                  <a:srgbClr val="494C67"/>
                </a:solidFill>
                <a:latin typeface="DM Sans"/>
                <a:ea typeface="DM Sans"/>
                <a:cs typeface="DM Sans"/>
                <a:sym typeface="DM Sans"/>
              </a:rPr>
              <a:t>ini</a:t>
            </a:r>
            <a:r>
              <a:rPr lang="pt-BR" sz="1000">
                <a:solidFill>
                  <a:srgbClr val="494C67"/>
                </a:solidFill>
                <a:latin typeface="DM Sans"/>
                <a:ea typeface="DM Sans"/>
                <a:cs typeface="DM Sans"/>
                <a:sym typeface="DM Sans"/>
              </a:rPr>
              <a:t>ciar o desenvolvimento das taxonomias, é necessário que os mídias criem uma tarefa no Jira contendo todas as informações necessárias para a solicitação. O link da RM (com o plano de mídia integrado) deve ser incluído na descrição da task. </a:t>
            </a:r>
            <a:r>
              <a:rPr b="1" lang="pt-BR" sz="1000">
                <a:solidFill>
                  <a:srgbClr val="494C67"/>
                </a:solidFill>
                <a:latin typeface="DM Sans"/>
                <a:ea typeface="DM Sans"/>
                <a:cs typeface="DM Sans"/>
                <a:sym typeface="DM Sans"/>
              </a:rPr>
              <a:t>Caso a campanha seja implementada via </a:t>
            </a:r>
            <a:r>
              <a:rPr b="1" i="1" lang="pt-BR" sz="1000">
                <a:solidFill>
                  <a:srgbClr val="494C67"/>
                </a:solidFill>
                <a:latin typeface="DM Sans"/>
                <a:ea typeface="DM Sans"/>
                <a:cs typeface="DM Sans"/>
                <a:sym typeface="DM Sans"/>
              </a:rPr>
              <a:t>tag</a:t>
            </a:r>
            <a:r>
              <a:rPr b="1" lang="pt-BR" sz="1000">
                <a:solidFill>
                  <a:srgbClr val="494C67"/>
                </a:solidFill>
                <a:latin typeface="DM Sans"/>
                <a:ea typeface="DM Sans"/>
                <a:cs typeface="DM Sans"/>
                <a:sym typeface="DM Sans"/>
              </a:rPr>
              <a:t>, as peças também devem ser enviadas, seja via link drive, dropbox ou wetransfer.</a:t>
            </a:r>
            <a:endParaRPr sz="1000">
              <a:solidFill>
                <a:srgbClr val="494C67"/>
              </a:solidFill>
              <a:latin typeface="DM Sans"/>
              <a:ea typeface="DM Sans"/>
              <a:cs typeface="DM Sans"/>
              <a:sym typeface="DM Sans"/>
            </a:endParaRPr>
          </a:p>
          <a:p>
            <a:pPr indent="0" lvl="0" marL="0" rtl="0" algn="l">
              <a:spcBef>
                <a:spcPts val="1200"/>
              </a:spcBef>
              <a:spcAft>
                <a:spcPts val="0"/>
              </a:spcAft>
              <a:buSzPts val="1300"/>
              <a:buNone/>
            </a:pPr>
            <a:r>
              <a:rPr lang="pt-BR" sz="1000">
                <a:solidFill>
                  <a:srgbClr val="494C67"/>
                </a:solidFill>
                <a:latin typeface="DM Sans"/>
                <a:ea typeface="DM Sans"/>
                <a:cs typeface="DM Sans"/>
                <a:sym typeface="DM Sans"/>
              </a:rPr>
              <a:t>Essa tarefa será a task pai da campanha e permanecerá com o status "Em andamento" até o seu encerramento.</a:t>
            </a:r>
            <a:endParaRPr sz="1000">
              <a:solidFill>
                <a:srgbClr val="494C67"/>
              </a:solidFill>
              <a:latin typeface="DM Sans"/>
              <a:ea typeface="DM Sans"/>
              <a:cs typeface="DM Sans"/>
              <a:sym typeface="DM Sans"/>
            </a:endParaRPr>
          </a:p>
          <a:p>
            <a:pPr indent="0" lvl="0" marL="0" rtl="0" algn="l">
              <a:spcBef>
                <a:spcPts val="1200"/>
              </a:spcBef>
              <a:spcAft>
                <a:spcPts val="0"/>
              </a:spcAft>
              <a:buSzPts val="1300"/>
              <a:buNone/>
            </a:pPr>
            <a:r>
              <a:rPr lang="pt-BR" sz="1000">
                <a:solidFill>
                  <a:srgbClr val="494C67"/>
                </a:solidFill>
                <a:latin typeface="DM Sans"/>
                <a:ea typeface="DM Sans"/>
                <a:cs typeface="DM Sans"/>
                <a:sym typeface="DM Sans"/>
              </a:rPr>
              <a:t>Durante toda a campanha, novas solicitações de taxonomias, alterações, cancelamentos e prorrogações </a:t>
            </a:r>
            <a:r>
              <a:rPr b="1" lang="pt-BR" sz="1000">
                <a:solidFill>
                  <a:srgbClr val="494C67"/>
                </a:solidFill>
                <a:latin typeface="DM Sans"/>
                <a:ea typeface="DM Sans"/>
                <a:cs typeface="DM Sans"/>
                <a:sym typeface="DM Sans"/>
              </a:rPr>
              <a:t>devem</a:t>
            </a:r>
            <a:r>
              <a:rPr lang="pt-BR" sz="1000">
                <a:solidFill>
                  <a:srgbClr val="494C67"/>
                </a:solidFill>
                <a:latin typeface="DM Sans"/>
                <a:ea typeface="DM Sans"/>
                <a:cs typeface="DM Sans"/>
                <a:sym typeface="DM Sans"/>
              </a:rPr>
              <a:t> ser sinalizados na task pai e atualizados na RM, conforme o fluxo def</a:t>
            </a:r>
            <a:r>
              <a:rPr lang="pt-BR" sz="1000">
                <a:solidFill>
                  <a:srgbClr val="494C67"/>
                </a:solidFill>
                <a:latin typeface="DM Sans"/>
                <a:ea typeface="DM Sans"/>
                <a:cs typeface="DM Sans"/>
                <a:sym typeface="DM Sans"/>
              </a:rPr>
              <a:t>ini</a:t>
            </a:r>
            <a:r>
              <a:rPr lang="pt-BR" sz="1000">
                <a:solidFill>
                  <a:srgbClr val="494C67"/>
                </a:solidFill>
                <a:latin typeface="DM Sans"/>
                <a:ea typeface="DM Sans"/>
                <a:cs typeface="DM Sans"/>
                <a:sym typeface="DM Sans"/>
              </a:rPr>
              <a:t>do.</a:t>
            </a:r>
            <a:endParaRPr sz="1000">
              <a:solidFill>
                <a:srgbClr val="494C67"/>
              </a:solidFill>
              <a:latin typeface="DM Sans"/>
              <a:ea typeface="DM Sans"/>
              <a:cs typeface="DM Sans"/>
              <a:sym typeface="DM Sans"/>
            </a:endParaRPr>
          </a:p>
          <a:p>
            <a:pPr indent="0" lvl="0" marL="0" rtl="0" algn="l">
              <a:spcBef>
                <a:spcPts val="1200"/>
              </a:spcBef>
              <a:spcAft>
                <a:spcPts val="1200"/>
              </a:spcAft>
              <a:buClr>
                <a:schemeClr val="dk1"/>
              </a:buClr>
              <a:buSzPts val="1300"/>
              <a:buFont typeface="Arial"/>
              <a:buNone/>
            </a:pPr>
            <a:r>
              <a:rPr lang="pt-BR" sz="1000">
                <a:solidFill>
                  <a:srgbClr val="494C67"/>
                </a:solidFill>
                <a:latin typeface="DM Sans"/>
                <a:ea typeface="DM Sans"/>
                <a:cs typeface="DM Sans"/>
                <a:sym typeface="DM Sans"/>
              </a:rPr>
              <a:t>A partir dessa solicitação, a Stormx cria as subtarefas internas para controle das demandas, desenvolvimento das taxonomias e acompanhamento do QA, que corresponde à validação da taxonomia após a implementação realizada pelos mídias da </a:t>
            </a:r>
            <a:r>
              <a:rPr lang="pt-BR" sz="1000">
                <a:solidFill>
                  <a:srgbClr val="494C67"/>
                </a:solidFill>
                <a:latin typeface="DM Sans"/>
                <a:ea typeface="DM Sans"/>
                <a:cs typeface="DM Sans"/>
                <a:sym typeface="DM Sans"/>
              </a:rPr>
              <a:t>Ini</a:t>
            </a:r>
            <a:r>
              <a:rPr lang="pt-BR" sz="1000">
                <a:solidFill>
                  <a:srgbClr val="494C67"/>
                </a:solidFill>
                <a:latin typeface="DM Sans"/>
                <a:ea typeface="DM Sans"/>
                <a:cs typeface="DM Sans"/>
                <a:sym typeface="DM Sans"/>
              </a:rPr>
              <a:t>tiative.</a:t>
            </a:r>
            <a:endParaRPr sz="1000">
              <a:solidFill>
                <a:srgbClr val="494C67"/>
              </a:solidFill>
              <a:latin typeface="DM Sans"/>
              <a:ea typeface="DM Sans"/>
              <a:cs typeface="DM Sans"/>
              <a:sym typeface="DM Sans"/>
            </a:endParaRPr>
          </a:p>
        </p:txBody>
      </p:sp>
      <p:pic>
        <p:nvPicPr>
          <p:cNvPr descr="Tornado White.png" id="294" name="Google Shape;294;p31"/>
          <p:cNvPicPr preferRelativeResize="0"/>
          <p:nvPr/>
        </p:nvPicPr>
        <p:blipFill rotWithShape="1">
          <a:blip r:embed="rId3">
            <a:alphaModFix/>
          </a:blip>
          <a:srcRect b="0" l="0" r="0" t="0"/>
          <a:stretch/>
        </p:blipFill>
        <p:spPr>
          <a:xfrm>
            <a:off x="76199" y="383391"/>
            <a:ext cx="545413" cy="539109"/>
          </a:xfrm>
          <a:prstGeom prst="rect">
            <a:avLst/>
          </a:prstGeom>
          <a:noFill/>
          <a:ln>
            <a:noFill/>
          </a:ln>
        </p:spPr>
      </p:pic>
      <p:sp>
        <p:nvSpPr>
          <p:cNvPr id="295" name="Google Shape;295;p31"/>
          <p:cNvSpPr txBox="1"/>
          <p:nvPr/>
        </p:nvSpPr>
        <p:spPr>
          <a:xfrm>
            <a:off x="689594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r">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All rights reserved to Stormx @</a:t>
            </a:r>
            <a:r>
              <a:rPr b="1" lang="pt-BR" sz="500">
                <a:solidFill>
                  <a:srgbClr val="484D67"/>
                </a:solidFill>
                <a:latin typeface="Helvetica Neue"/>
                <a:ea typeface="Helvetica Neue"/>
                <a:cs typeface="Helvetica Neue"/>
                <a:sym typeface="Helvetica Neue"/>
              </a:rPr>
              <a:t>2026</a:t>
            </a:r>
            <a:r>
              <a:rPr b="1" i="0" lang="pt-BR" sz="500" u="none" cap="none" strike="noStrike">
                <a:solidFill>
                  <a:srgbClr val="484D67"/>
                </a:solidFill>
                <a:latin typeface="Helvetica Neue"/>
                <a:ea typeface="Helvetica Neue"/>
                <a:cs typeface="Helvetica Neue"/>
                <a:sym typeface="Helvetica Neue"/>
              </a:rPr>
              <a:t> // Digital Forward</a:t>
            </a:r>
            <a:endParaRPr b="1" i="0" sz="500" u="none" cap="none" strike="noStrike">
              <a:solidFill>
                <a:srgbClr val="484D67"/>
              </a:solidFill>
              <a:latin typeface="Helvetica Neue"/>
              <a:ea typeface="Helvetica Neue"/>
              <a:cs typeface="Helvetica Neue"/>
              <a:sym typeface="Helvetica Neue"/>
            </a:endParaRPr>
          </a:p>
        </p:txBody>
      </p:sp>
      <p:sp>
        <p:nvSpPr>
          <p:cNvPr id="296" name="Google Shape;296;p31"/>
          <p:cNvSpPr txBox="1"/>
          <p:nvPr/>
        </p:nvSpPr>
        <p:spPr>
          <a:xfrm>
            <a:off x="5508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l">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Stormx for Unilever</a:t>
            </a:r>
            <a:endParaRPr b="1" i="0" sz="500" u="none" cap="none" strike="noStrike">
              <a:solidFill>
                <a:srgbClr val="484D67"/>
              </a:solidFill>
              <a:latin typeface="Helvetica Neue"/>
              <a:ea typeface="Helvetica Neue"/>
              <a:cs typeface="Helvetica Neue"/>
              <a:sym typeface="Helvetica Neue"/>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0" name="Shape 300"/>
        <p:cNvGrpSpPr/>
        <p:nvPr/>
      </p:nvGrpSpPr>
      <p:grpSpPr>
        <a:xfrm>
          <a:off x="0" y="0"/>
          <a:ext cx="0" cy="0"/>
          <a:chOff x="0" y="0"/>
          <a:chExt cx="0" cy="0"/>
        </a:xfrm>
      </p:grpSpPr>
      <p:sp>
        <p:nvSpPr>
          <p:cNvPr id="301" name="Google Shape;301;p32"/>
          <p:cNvSpPr/>
          <p:nvPr/>
        </p:nvSpPr>
        <p:spPr>
          <a:xfrm>
            <a:off x="319617" y="152400"/>
            <a:ext cx="1167900" cy="128700"/>
          </a:xfrm>
          <a:prstGeom prst="roundRect">
            <a:avLst>
              <a:gd fmla="val 50000" name="adj"/>
            </a:avLst>
          </a:prstGeom>
          <a:solidFill>
            <a:srgbClr val="484D6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pt-BR" sz="600" u="none" cap="none" strike="noStrike">
                <a:solidFill>
                  <a:srgbClr val="F2F2F2"/>
                </a:solidFill>
                <a:latin typeface="DM Sans Black"/>
                <a:ea typeface="DM Sans Black"/>
                <a:cs typeface="DM Sans Black"/>
                <a:sym typeface="DM Sans Black"/>
              </a:rPr>
              <a:t>Unilever | Operação </a:t>
            </a:r>
            <a:r>
              <a:rPr lang="pt-BR" sz="600">
                <a:solidFill>
                  <a:srgbClr val="F2F2F2"/>
                </a:solidFill>
                <a:latin typeface="DM Sans Black"/>
                <a:ea typeface="DM Sans Black"/>
                <a:cs typeface="DM Sans Black"/>
                <a:sym typeface="DM Sans Black"/>
              </a:rPr>
              <a:t>2026</a:t>
            </a:r>
            <a:endParaRPr b="0" i="0" sz="500" u="none" cap="none" strike="noStrike">
              <a:solidFill>
                <a:srgbClr val="000000"/>
              </a:solidFill>
              <a:latin typeface="DM Sans Black"/>
              <a:ea typeface="DM Sans Black"/>
              <a:cs typeface="DM Sans Black"/>
              <a:sym typeface="DM Sans Black"/>
            </a:endParaRPr>
          </a:p>
        </p:txBody>
      </p:sp>
      <p:sp>
        <p:nvSpPr>
          <p:cNvPr id="302" name="Google Shape;302;p32"/>
          <p:cNvSpPr/>
          <p:nvPr/>
        </p:nvSpPr>
        <p:spPr>
          <a:xfrm>
            <a:off x="152400" y="152401"/>
            <a:ext cx="129000" cy="128700"/>
          </a:xfrm>
          <a:prstGeom prst="ellipse">
            <a:avLst/>
          </a:prstGeom>
          <a:solidFill>
            <a:srgbClr val="14E6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303" name="Google Shape;303;p32"/>
          <p:cNvSpPr txBox="1"/>
          <p:nvPr/>
        </p:nvSpPr>
        <p:spPr>
          <a:xfrm>
            <a:off x="535499" y="461438"/>
            <a:ext cx="3307500" cy="411000"/>
          </a:xfrm>
          <a:prstGeom prst="rect">
            <a:avLst/>
          </a:prstGeom>
          <a:noFill/>
          <a:ln>
            <a:noFill/>
          </a:ln>
        </p:spPr>
        <p:txBody>
          <a:bodyPr anchorCtr="0" anchor="t" bIns="57225" lIns="57225" spcFirstLastPara="1" rIns="57225" wrap="square" tIns="57225">
            <a:spAutoFit/>
          </a:bodyPr>
          <a:lstStyle/>
          <a:p>
            <a:pPr indent="0" lvl="0" marL="0" marR="0" rtl="0" algn="l">
              <a:lnSpc>
                <a:spcPct val="80000"/>
              </a:lnSpc>
              <a:spcBef>
                <a:spcPts val="0"/>
              </a:spcBef>
              <a:spcAft>
                <a:spcPts val="0"/>
              </a:spcAft>
              <a:buClr>
                <a:srgbClr val="D3B7F7"/>
              </a:buClr>
              <a:buSzPts val="2800"/>
              <a:buFont typeface="Helvetica Neue"/>
              <a:buNone/>
            </a:pPr>
            <a:r>
              <a:rPr b="1" i="0" lang="pt-BR" sz="2400" u="none" cap="none" strike="noStrike">
                <a:solidFill>
                  <a:srgbClr val="14E6FC"/>
                </a:solidFill>
                <a:latin typeface="Helvetica Neue"/>
                <a:ea typeface="Helvetica Neue"/>
                <a:cs typeface="Helvetica Neue"/>
                <a:sym typeface="Helvetica Neue"/>
              </a:rPr>
              <a:t>Jira </a:t>
            </a:r>
            <a:r>
              <a:rPr b="1" lang="pt-BR" sz="2400">
                <a:solidFill>
                  <a:srgbClr val="14E6FC"/>
                </a:solidFill>
                <a:latin typeface="Helvetica Neue"/>
                <a:ea typeface="Helvetica Neue"/>
                <a:cs typeface="Helvetica Neue"/>
                <a:sym typeface="Helvetica Neue"/>
              </a:rPr>
              <a:t>| Como Acessar</a:t>
            </a:r>
            <a:endParaRPr b="1" i="0" sz="2400" u="none" cap="none" strike="noStrike">
              <a:solidFill>
                <a:srgbClr val="14E6FC"/>
              </a:solidFill>
              <a:latin typeface="Helvetica Neue"/>
              <a:ea typeface="Helvetica Neue"/>
              <a:cs typeface="Helvetica Neue"/>
              <a:sym typeface="Helvetica Neue"/>
            </a:endParaRPr>
          </a:p>
        </p:txBody>
      </p:sp>
      <p:sp>
        <p:nvSpPr>
          <p:cNvPr id="304" name="Google Shape;304;p32"/>
          <p:cNvSpPr txBox="1"/>
          <p:nvPr>
            <p:ph idx="4294967295" type="body"/>
          </p:nvPr>
        </p:nvSpPr>
        <p:spPr>
          <a:xfrm>
            <a:off x="229650" y="1334100"/>
            <a:ext cx="6565500" cy="33309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pt-BR" sz="1000">
                <a:solidFill>
                  <a:srgbClr val="494C67"/>
                </a:solidFill>
                <a:latin typeface="DM Sans"/>
                <a:ea typeface="DM Sans"/>
                <a:cs typeface="DM Sans"/>
                <a:sym typeface="DM Sans"/>
              </a:rPr>
              <a:t>Para consultar qual e-mail corresponde ao seu time, acesse a Planilha de acesso ao Jira Stormx.</a:t>
            </a:r>
            <a:endParaRPr sz="1000">
              <a:solidFill>
                <a:srgbClr val="494C67"/>
              </a:solidFill>
              <a:latin typeface="DM Sans"/>
              <a:ea typeface="DM Sans"/>
              <a:cs typeface="DM Sans"/>
              <a:sym typeface="DM Sans"/>
            </a:endParaRPr>
          </a:p>
          <a:p>
            <a:pPr indent="0" lvl="0" marL="0" rtl="0" algn="just">
              <a:lnSpc>
                <a:spcPct val="115000"/>
              </a:lnSpc>
              <a:spcBef>
                <a:spcPts val="0"/>
              </a:spcBef>
              <a:spcAft>
                <a:spcPts val="0"/>
              </a:spcAft>
              <a:buNone/>
            </a:pPr>
            <a:r>
              <a:t/>
            </a:r>
            <a:endParaRPr sz="1000">
              <a:solidFill>
                <a:srgbClr val="494C67"/>
              </a:solidFill>
              <a:latin typeface="DM Sans"/>
              <a:ea typeface="DM Sans"/>
              <a:cs typeface="DM Sans"/>
              <a:sym typeface="DM Sans"/>
            </a:endParaRPr>
          </a:p>
          <a:p>
            <a:pPr indent="-177800" lvl="0" marL="228600" rtl="0" algn="just">
              <a:lnSpc>
                <a:spcPct val="115000"/>
              </a:lnSpc>
              <a:spcBef>
                <a:spcPts val="0"/>
              </a:spcBef>
              <a:spcAft>
                <a:spcPts val="0"/>
              </a:spcAft>
              <a:buClr>
                <a:srgbClr val="494C67"/>
              </a:buClr>
              <a:buSzPts val="1000"/>
              <a:buFont typeface="DM Sans"/>
              <a:buAutoNum type="arabicPeriod"/>
            </a:pPr>
            <a:r>
              <a:rPr lang="pt-BR" sz="1000">
                <a:solidFill>
                  <a:srgbClr val="494C67"/>
                </a:solidFill>
                <a:latin typeface="DM Sans"/>
                <a:ea typeface="DM Sans"/>
                <a:cs typeface="DM Sans"/>
                <a:sym typeface="DM Sans"/>
              </a:rPr>
              <a:t>Acesse o link do 1Password correspondente ao seu time (</a:t>
            </a:r>
            <a:r>
              <a:rPr lang="pt-BR" sz="1000" u="sng">
                <a:solidFill>
                  <a:schemeClr val="hlink"/>
                </a:solidFill>
                <a:latin typeface="DM Sans"/>
                <a:ea typeface="DM Sans"/>
                <a:cs typeface="DM Sans"/>
                <a:sym typeface="DM Sans"/>
                <a:hlinkClick r:id="rId3"/>
              </a:rPr>
              <a:t>link para acesso</a:t>
            </a:r>
            <a:r>
              <a:rPr lang="pt-BR" sz="1000">
                <a:solidFill>
                  <a:srgbClr val="494C67"/>
                </a:solidFill>
                <a:latin typeface="DM Sans"/>
                <a:ea typeface="DM Sans"/>
                <a:cs typeface="DM Sans"/>
                <a:sym typeface="DM Sans"/>
              </a:rPr>
              <a:t>).</a:t>
            </a:r>
            <a:endParaRPr sz="1000">
              <a:solidFill>
                <a:srgbClr val="494C67"/>
              </a:solidFill>
              <a:latin typeface="DM Sans"/>
              <a:ea typeface="DM Sans"/>
              <a:cs typeface="DM Sans"/>
              <a:sym typeface="DM Sans"/>
            </a:endParaRPr>
          </a:p>
          <a:p>
            <a:pPr indent="-177800" lvl="0" marL="228600" rtl="0" algn="just">
              <a:lnSpc>
                <a:spcPct val="115000"/>
              </a:lnSpc>
              <a:spcBef>
                <a:spcPts val="0"/>
              </a:spcBef>
              <a:spcAft>
                <a:spcPts val="0"/>
              </a:spcAft>
              <a:buClr>
                <a:srgbClr val="494C67"/>
              </a:buClr>
              <a:buSzPts val="1000"/>
              <a:buFont typeface="DM Sans"/>
              <a:buAutoNum type="arabicPeriod"/>
            </a:pPr>
            <a:r>
              <a:rPr lang="pt-BR" sz="1000">
                <a:solidFill>
                  <a:srgbClr val="494C67"/>
                </a:solidFill>
                <a:latin typeface="DM Sans"/>
                <a:ea typeface="DM Sans"/>
                <a:cs typeface="DM Sans"/>
                <a:sym typeface="DM Sans"/>
              </a:rPr>
              <a:t>Faça login no Google (accounts.google.com) utilizando o e-mail, a senha e o token disponíveis no 1Password.</a:t>
            </a:r>
            <a:endParaRPr sz="1000">
              <a:solidFill>
                <a:srgbClr val="494C67"/>
              </a:solidFill>
              <a:latin typeface="DM Sans"/>
              <a:ea typeface="DM Sans"/>
              <a:cs typeface="DM Sans"/>
              <a:sym typeface="DM Sans"/>
            </a:endParaRPr>
          </a:p>
          <a:p>
            <a:pPr indent="-177800" lvl="0" marL="228600" rtl="0" algn="just">
              <a:lnSpc>
                <a:spcPct val="115000"/>
              </a:lnSpc>
              <a:spcBef>
                <a:spcPts val="0"/>
              </a:spcBef>
              <a:spcAft>
                <a:spcPts val="0"/>
              </a:spcAft>
              <a:buClr>
                <a:srgbClr val="494C67"/>
              </a:buClr>
              <a:buSzPts val="1000"/>
              <a:buFont typeface="DM Sans"/>
              <a:buAutoNum type="arabicPeriod"/>
            </a:pPr>
            <a:r>
              <a:rPr lang="pt-BR" sz="1000">
                <a:solidFill>
                  <a:srgbClr val="494C67"/>
                </a:solidFill>
                <a:latin typeface="DM Sans"/>
                <a:ea typeface="DM Sans"/>
                <a:cs typeface="DM Sans"/>
                <a:sym typeface="DM Sans"/>
              </a:rPr>
              <a:t>Acesse o Jira e clique em "Continuar com o Google". Não é necessário informar e-mail e senha diretamente na plataforma.</a:t>
            </a:r>
            <a:endParaRPr sz="1000">
              <a:solidFill>
                <a:srgbClr val="494C67"/>
              </a:solidFill>
              <a:latin typeface="DM Sans"/>
              <a:ea typeface="DM Sans"/>
              <a:cs typeface="DM Sans"/>
              <a:sym typeface="DM Sans"/>
            </a:endParaRPr>
          </a:p>
          <a:p>
            <a:pPr indent="0" lvl="0" marL="0" rtl="0" algn="just">
              <a:lnSpc>
                <a:spcPct val="115000"/>
              </a:lnSpc>
              <a:spcBef>
                <a:spcPts val="0"/>
              </a:spcBef>
              <a:spcAft>
                <a:spcPts val="0"/>
              </a:spcAft>
              <a:buNone/>
            </a:pPr>
            <a:r>
              <a:t/>
            </a:r>
            <a:endParaRPr sz="1000">
              <a:solidFill>
                <a:srgbClr val="494C67"/>
              </a:solidFill>
              <a:latin typeface="DM Sans"/>
              <a:ea typeface="DM Sans"/>
              <a:cs typeface="DM Sans"/>
              <a:sym typeface="DM Sans"/>
            </a:endParaRPr>
          </a:p>
          <a:p>
            <a:pPr indent="0" lvl="0" marL="0" rtl="0" algn="just">
              <a:lnSpc>
                <a:spcPct val="115000"/>
              </a:lnSpc>
              <a:spcBef>
                <a:spcPts val="0"/>
              </a:spcBef>
              <a:spcAft>
                <a:spcPts val="0"/>
              </a:spcAft>
              <a:buNone/>
            </a:pPr>
            <a:r>
              <a:rPr lang="pt-BR" sz="1000">
                <a:solidFill>
                  <a:srgbClr val="494C67"/>
                </a:solidFill>
                <a:latin typeface="DM Sans"/>
                <a:ea typeface="DM Sans"/>
                <a:cs typeface="DM Sans"/>
                <a:sym typeface="DM Sans"/>
              </a:rPr>
              <a:t>Qualquer pessoa com acesso ao 1Password consegue acessar o Jira. Como os logins são separados por time, é importante confirmar que está utilizando o e-mail correto do seu time antes de abrir uma tarefa, para que a demanda não seja criada em nome de outro time.</a:t>
            </a:r>
            <a:endParaRPr sz="1000">
              <a:solidFill>
                <a:srgbClr val="494C67"/>
              </a:solidFill>
              <a:latin typeface="DM Sans"/>
              <a:ea typeface="DM Sans"/>
              <a:cs typeface="DM Sans"/>
              <a:sym typeface="DM Sans"/>
            </a:endParaRPr>
          </a:p>
        </p:txBody>
      </p:sp>
      <p:pic>
        <p:nvPicPr>
          <p:cNvPr descr="Tornado White.png" id="305" name="Google Shape;305;p32"/>
          <p:cNvPicPr preferRelativeResize="0"/>
          <p:nvPr/>
        </p:nvPicPr>
        <p:blipFill rotWithShape="1">
          <a:blip r:embed="rId4">
            <a:alphaModFix/>
          </a:blip>
          <a:srcRect b="0" l="0" r="0" t="0"/>
          <a:stretch/>
        </p:blipFill>
        <p:spPr>
          <a:xfrm>
            <a:off x="76199" y="383391"/>
            <a:ext cx="545413" cy="539109"/>
          </a:xfrm>
          <a:prstGeom prst="rect">
            <a:avLst/>
          </a:prstGeom>
          <a:noFill/>
          <a:ln>
            <a:noFill/>
          </a:ln>
        </p:spPr>
      </p:pic>
      <p:sp>
        <p:nvSpPr>
          <p:cNvPr id="306" name="Google Shape;306;p32"/>
          <p:cNvSpPr txBox="1"/>
          <p:nvPr/>
        </p:nvSpPr>
        <p:spPr>
          <a:xfrm>
            <a:off x="689594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r">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All rights reserved to Stormx @</a:t>
            </a:r>
            <a:r>
              <a:rPr b="1" lang="pt-BR" sz="500">
                <a:solidFill>
                  <a:srgbClr val="484D67"/>
                </a:solidFill>
                <a:latin typeface="Helvetica Neue"/>
                <a:ea typeface="Helvetica Neue"/>
                <a:cs typeface="Helvetica Neue"/>
                <a:sym typeface="Helvetica Neue"/>
              </a:rPr>
              <a:t>2026</a:t>
            </a:r>
            <a:r>
              <a:rPr b="1" i="0" lang="pt-BR" sz="500" u="none" cap="none" strike="noStrike">
                <a:solidFill>
                  <a:srgbClr val="484D67"/>
                </a:solidFill>
                <a:latin typeface="Helvetica Neue"/>
                <a:ea typeface="Helvetica Neue"/>
                <a:cs typeface="Helvetica Neue"/>
                <a:sym typeface="Helvetica Neue"/>
              </a:rPr>
              <a:t> // Digital Forward</a:t>
            </a:r>
            <a:endParaRPr b="1" i="0" sz="500" u="none" cap="none" strike="noStrike">
              <a:solidFill>
                <a:srgbClr val="484D67"/>
              </a:solidFill>
              <a:latin typeface="Helvetica Neue"/>
              <a:ea typeface="Helvetica Neue"/>
              <a:cs typeface="Helvetica Neue"/>
              <a:sym typeface="Helvetica Neue"/>
            </a:endParaRPr>
          </a:p>
        </p:txBody>
      </p:sp>
      <p:sp>
        <p:nvSpPr>
          <p:cNvPr id="307" name="Google Shape;307;p32"/>
          <p:cNvSpPr txBox="1"/>
          <p:nvPr/>
        </p:nvSpPr>
        <p:spPr>
          <a:xfrm>
            <a:off x="5508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l">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Stormx for Unilever</a:t>
            </a:r>
            <a:endParaRPr b="1" i="0" sz="500" u="none" cap="none" strike="noStrike">
              <a:solidFill>
                <a:srgbClr val="484D67"/>
              </a:solidFill>
              <a:latin typeface="Helvetica Neue"/>
              <a:ea typeface="Helvetica Neue"/>
              <a:cs typeface="Helvetica Neue"/>
              <a:sym typeface="Helvetica Neue"/>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1" name="Shape 311"/>
        <p:cNvGrpSpPr/>
        <p:nvPr/>
      </p:nvGrpSpPr>
      <p:grpSpPr>
        <a:xfrm>
          <a:off x="0" y="0"/>
          <a:ext cx="0" cy="0"/>
          <a:chOff x="0" y="0"/>
          <a:chExt cx="0" cy="0"/>
        </a:xfrm>
      </p:grpSpPr>
      <p:sp>
        <p:nvSpPr>
          <p:cNvPr id="312" name="Google Shape;312;p33"/>
          <p:cNvSpPr/>
          <p:nvPr/>
        </p:nvSpPr>
        <p:spPr>
          <a:xfrm>
            <a:off x="319617" y="152400"/>
            <a:ext cx="1167900" cy="128700"/>
          </a:xfrm>
          <a:prstGeom prst="roundRect">
            <a:avLst>
              <a:gd fmla="val 50000" name="adj"/>
            </a:avLst>
          </a:prstGeom>
          <a:solidFill>
            <a:srgbClr val="484D6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pt-BR" sz="600" u="none" cap="none" strike="noStrike">
                <a:solidFill>
                  <a:srgbClr val="F2F2F2"/>
                </a:solidFill>
                <a:latin typeface="DM Sans Black"/>
                <a:ea typeface="DM Sans Black"/>
                <a:cs typeface="DM Sans Black"/>
                <a:sym typeface="DM Sans Black"/>
              </a:rPr>
              <a:t>Unilever | Operação </a:t>
            </a:r>
            <a:r>
              <a:rPr lang="pt-BR" sz="600">
                <a:solidFill>
                  <a:srgbClr val="F2F2F2"/>
                </a:solidFill>
                <a:latin typeface="DM Sans Black"/>
                <a:ea typeface="DM Sans Black"/>
                <a:cs typeface="DM Sans Black"/>
                <a:sym typeface="DM Sans Black"/>
              </a:rPr>
              <a:t>2026</a:t>
            </a:r>
            <a:endParaRPr b="0" i="0" sz="500" u="none" cap="none" strike="noStrike">
              <a:solidFill>
                <a:srgbClr val="000000"/>
              </a:solidFill>
              <a:latin typeface="DM Sans Black"/>
              <a:ea typeface="DM Sans Black"/>
              <a:cs typeface="DM Sans Black"/>
              <a:sym typeface="DM Sans Black"/>
            </a:endParaRPr>
          </a:p>
        </p:txBody>
      </p:sp>
      <p:sp>
        <p:nvSpPr>
          <p:cNvPr id="313" name="Google Shape;313;p33"/>
          <p:cNvSpPr/>
          <p:nvPr/>
        </p:nvSpPr>
        <p:spPr>
          <a:xfrm>
            <a:off x="152400" y="152401"/>
            <a:ext cx="129000" cy="128700"/>
          </a:xfrm>
          <a:prstGeom prst="ellipse">
            <a:avLst/>
          </a:prstGeom>
          <a:solidFill>
            <a:srgbClr val="14E6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314" name="Google Shape;314;p33"/>
          <p:cNvSpPr txBox="1"/>
          <p:nvPr/>
        </p:nvSpPr>
        <p:spPr>
          <a:xfrm>
            <a:off x="535500" y="461438"/>
            <a:ext cx="7732200" cy="411000"/>
          </a:xfrm>
          <a:prstGeom prst="rect">
            <a:avLst/>
          </a:prstGeom>
          <a:noFill/>
          <a:ln>
            <a:noFill/>
          </a:ln>
        </p:spPr>
        <p:txBody>
          <a:bodyPr anchorCtr="0" anchor="t" bIns="57225" lIns="57225" spcFirstLastPara="1" rIns="57225" wrap="square" tIns="57225">
            <a:spAutoFit/>
          </a:bodyPr>
          <a:lstStyle/>
          <a:p>
            <a:pPr indent="0" lvl="0" marL="0" marR="0" rtl="0" algn="l">
              <a:lnSpc>
                <a:spcPct val="80000"/>
              </a:lnSpc>
              <a:spcBef>
                <a:spcPts val="0"/>
              </a:spcBef>
              <a:spcAft>
                <a:spcPts val="0"/>
              </a:spcAft>
              <a:buClr>
                <a:srgbClr val="D3B7F7"/>
              </a:buClr>
              <a:buSzPts val="2800"/>
              <a:buFont typeface="Helvetica Neue"/>
              <a:buNone/>
            </a:pPr>
            <a:r>
              <a:rPr b="1" i="0" lang="pt-BR" sz="2400" u="none" cap="none" strike="noStrike">
                <a:solidFill>
                  <a:srgbClr val="14E6FC"/>
                </a:solidFill>
                <a:latin typeface="Helvetica Neue"/>
                <a:ea typeface="Helvetica Neue"/>
                <a:cs typeface="Helvetica Neue"/>
                <a:sym typeface="Helvetica Neue"/>
              </a:rPr>
              <a:t>SLA</a:t>
            </a:r>
            <a:endParaRPr b="1" i="0" sz="2400" u="none" cap="none" strike="noStrike">
              <a:solidFill>
                <a:srgbClr val="14E6FC"/>
              </a:solidFill>
              <a:latin typeface="Helvetica Neue"/>
              <a:ea typeface="Helvetica Neue"/>
              <a:cs typeface="Helvetica Neue"/>
              <a:sym typeface="Helvetica Neue"/>
            </a:endParaRPr>
          </a:p>
        </p:txBody>
      </p:sp>
      <p:pic>
        <p:nvPicPr>
          <p:cNvPr descr="Tornado White.png" id="315" name="Google Shape;315;p33"/>
          <p:cNvPicPr preferRelativeResize="0"/>
          <p:nvPr/>
        </p:nvPicPr>
        <p:blipFill rotWithShape="1">
          <a:blip r:embed="rId3">
            <a:alphaModFix/>
          </a:blip>
          <a:srcRect b="0" l="0" r="0" t="0"/>
          <a:stretch/>
        </p:blipFill>
        <p:spPr>
          <a:xfrm>
            <a:off x="76199" y="383391"/>
            <a:ext cx="545413" cy="539109"/>
          </a:xfrm>
          <a:prstGeom prst="rect">
            <a:avLst/>
          </a:prstGeom>
          <a:noFill/>
          <a:ln>
            <a:noFill/>
          </a:ln>
        </p:spPr>
      </p:pic>
      <p:sp>
        <p:nvSpPr>
          <p:cNvPr id="316" name="Google Shape;316;p33"/>
          <p:cNvSpPr txBox="1"/>
          <p:nvPr/>
        </p:nvSpPr>
        <p:spPr>
          <a:xfrm>
            <a:off x="5508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l">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Stormx for Unilever</a:t>
            </a:r>
            <a:endParaRPr b="1" i="0" sz="500" u="none" cap="none" strike="noStrike">
              <a:solidFill>
                <a:srgbClr val="484D67"/>
              </a:solidFill>
              <a:latin typeface="Helvetica Neue"/>
              <a:ea typeface="Helvetica Neue"/>
              <a:cs typeface="Helvetica Neue"/>
              <a:sym typeface="Helvetica Neue"/>
            </a:endParaRPr>
          </a:p>
        </p:txBody>
      </p:sp>
      <p:sp>
        <p:nvSpPr>
          <p:cNvPr id="317" name="Google Shape;317;p33"/>
          <p:cNvSpPr txBox="1"/>
          <p:nvPr/>
        </p:nvSpPr>
        <p:spPr>
          <a:xfrm>
            <a:off x="689594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r">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All rights reserved to Stormx @</a:t>
            </a:r>
            <a:r>
              <a:rPr b="1" lang="pt-BR" sz="500">
                <a:solidFill>
                  <a:srgbClr val="484D67"/>
                </a:solidFill>
                <a:latin typeface="Helvetica Neue"/>
                <a:ea typeface="Helvetica Neue"/>
                <a:cs typeface="Helvetica Neue"/>
                <a:sym typeface="Helvetica Neue"/>
              </a:rPr>
              <a:t>2026</a:t>
            </a:r>
            <a:r>
              <a:rPr b="1" i="0" lang="pt-BR" sz="500" u="none" cap="none" strike="noStrike">
                <a:solidFill>
                  <a:srgbClr val="484D67"/>
                </a:solidFill>
                <a:latin typeface="Helvetica Neue"/>
                <a:ea typeface="Helvetica Neue"/>
                <a:cs typeface="Helvetica Neue"/>
                <a:sym typeface="Helvetica Neue"/>
              </a:rPr>
              <a:t> // Digital Forward</a:t>
            </a:r>
            <a:endParaRPr b="1" i="0" sz="500" u="none" cap="none" strike="noStrike">
              <a:solidFill>
                <a:srgbClr val="484D67"/>
              </a:solidFill>
              <a:latin typeface="Helvetica Neue"/>
              <a:ea typeface="Helvetica Neue"/>
              <a:cs typeface="Helvetica Neue"/>
              <a:sym typeface="Helvetica Neue"/>
            </a:endParaRPr>
          </a:p>
        </p:txBody>
      </p:sp>
      <p:sp>
        <p:nvSpPr>
          <p:cNvPr id="318" name="Google Shape;318;p33"/>
          <p:cNvSpPr/>
          <p:nvPr/>
        </p:nvSpPr>
        <p:spPr>
          <a:xfrm>
            <a:off x="2809500" y="2165350"/>
            <a:ext cx="1287300" cy="271800"/>
          </a:xfrm>
          <a:prstGeom prst="roundRect">
            <a:avLst>
              <a:gd fmla="val 50000" name="adj"/>
            </a:avLst>
          </a:prstGeom>
          <a:solidFill>
            <a:srgbClr val="CEB7F4"/>
          </a:solidFill>
          <a:ln>
            <a:noFill/>
          </a:ln>
        </p:spPr>
        <p:txBody>
          <a:bodyPr anchorCtr="0" anchor="ctr" bIns="70075" lIns="70075" spcFirstLastPara="1" rIns="70075" wrap="square" tIns="70075">
            <a:noAutofit/>
          </a:bodyPr>
          <a:lstStyle/>
          <a:p>
            <a:pPr indent="0" lvl="0" marL="0" marR="0" rtl="0" algn="ctr">
              <a:lnSpc>
                <a:spcPct val="100000"/>
              </a:lnSpc>
              <a:spcBef>
                <a:spcPts val="0"/>
              </a:spcBef>
              <a:spcAft>
                <a:spcPts val="0"/>
              </a:spcAft>
              <a:buClr>
                <a:srgbClr val="000000"/>
              </a:buClr>
              <a:buSzPts val="1000"/>
              <a:buFont typeface="Arial"/>
              <a:buNone/>
            </a:pPr>
            <a:r>
              <a:rPr b="1" i="0" lang="pt-BR" sz="1000" u="none" cap="none" strike="noStrike">
                <a:solidFill>
                  <a:srgbClr val="FFFFFF"/>
                </a:solidFill>
                <a:latin typeface="DM Sans"/>
                <a:ea typeface="DM Sans"/>
                <a:cs typeface="DM Sans"/>
                <a:sym typeface="DM Sans"/>
              </a:rPr>
              <a:t>Criação</a:t>
            </a:r>
            <a:endParaRPr b="1" i="0" sz="1000" u="none" cap="none" strike="noStrike">
              <a:solidFill>
                <a:srgbClr val="FFFFFF"/>
              </a:solidFill>
              <a:latin typeface="DM Sans"/>
              <a:ea typeface="DM Sans"/>
              <a:cs typeface="DM Sans"/>
              <a:sym typeface="DM Sans"/>
            </a:endParaRPr>
          </a:p>
        </p:txBody>
      </p:sp>
      <p:sp>
        <p:nvSpPr>
          <p:cNvPr id="319" name="Google Shape;319;p33"/>
          <p:cNvSpPr/>
          <p:nvPr/>
        </p:nvSpPr>
        <p:spPr>
          <a:xfrm>
            <a:off x="957300" y="2513200"/>
            <a:ext cx="1776000" cy="457200"/>
          </a:xfrm>
          <a:prstGeom prst="roundRect">
            <a:avLst>
              <a:gd fmla="val 9698" name="adj"/>
            </a:avLst>
          </a:prstGeom>
          <a:solidFill>
            <a:srgbClr val="15E6FC"/>
          </a:solidFill>
          <a:ln>
            <a:noFill/>
          </a:ln>
        </p:spPr>
        <p:txBody>
          <a:bodyPr anchorCtr="0" anchor="ctr" bIns="70075" lIns="70075" spcFirstLastPara="1" rIns="70075" wrap="square" tIns="70075">
            <a:noAutofit/>
          </a:bodyPr>
          <a:lstStyle/>
          <a:p>
            <a:pPr indent="0" lvl="0" marL="0" marR="0" rtl="0" algn="ctr">
              <a:lnSpc>
                <a:spcPct val="100000"/>
              </a:lnSpc>
              <a:spcBef>
                <a:spcPts val="0"/>
              </a:spcBef>
              <a:spcAft>
                <a:spcPts val="0"/>
              </a:spcAft>
              <a:buClr>
                <a:srgbClr val="000000"/>
              </a:buClr>
              <a:buSzPts val="1000"/>
              <a:buFont typeface="Arial"/>
              <a:buNone/>
            </a:pPr>
            <a:r>
              <a:rPr b="1" i="0" lang="pt-BR" sz="1000" u="none" cap="none" strike="noStrike">
                <a:solidFill>
                  <a:srgbClr val="494C67"/>
                </a:solidFill>
                <a:latin typeface="DM Sans"/>
                <a:ea typeface="DM Sans"/>
                <a:cs typeface="DM Sans"/>
                <a:sym typeface="DM Sans"/>
              </a:rPr>
              <a:t>Até 10 inserções</a:t>
            </a:r>
            <a:endParaRPr b="1" i="0" sz="1000" u="none" cap="none" strike="noStrike">
              <a:solidFill>
                <a:srgbClr val="494C67"/>
              </a:solidFill>
              <a:latin typeface="DM Sans"/>
              <a:ea typeface="DM Sans"/>
              <a:cs typeface="DM Sans"/>
              <a:sym typeface="DM Sans"/>
            </a:endParaRPr>
          </a:p>
        </p:txBody>
      </p:sp>
      <p:sp>
        <p:nvSpPr>
          <p:cNvPr id="320" name="Google Shape;320;p33"/>
          <p:cNvSpPr/>
          <p:nvPr/>
        </p:nvSpPr>
        <p:spPr>
          <a:xfrm>
            <a:off x="957300" y="3046600"/>
            <a:ext cx="1776000" cy="457200"/>
          </a:xfrm>
          <a:prstGeom prst="roundRect">
            <a:avLst>
              <a:gd fmla="val 9698" name="adj"/>
            </a:avLst>
          </a:prstGeom>
          <a:solidFill>
            <a:srgbClr val="15E6FC"/>
          </a:solidFill>
          <a:ln>
            <a:noFill/>
          </a:ln>
        </p:spPr>
        <p:txBody>
          <a:bodyPr anchorCtr="0" anchor="ctr" bIns="70075" lIns="70075" spcFirstLastPara="1" rIns="70075" wrap="square" tIns="70075">
            <a:noAutofit/>
          </a:bodyPr>
          <a:lstStyle/>
          <a:p>
            <a:pPr indent="0" lvl="0" marL="0" marR="0" rtl="0" algn="ctr">
              <a:lnSpc>
                <a:spcPct val="100000"/>
              </a:lnSpc>
              <a:spcBef>
                <a:spcPts val="0"/>
              </a:spcBef>
              <a:spcAft>
                <a:spcPts val="0"/>
              </a:spcAft>
              <a:buClr>
                <a:srgbClr val="000000"/>
              </a:buClr>
              <a:buSzPts val="1000"/>
              <a:buFont typeface="Arial"/>
              <a:buNone/>
            </a:pPr>
            <a:r>
              <a:rPr b="1" i="0" lang="pt-BR" sz="1000" u="none" cap="none" strike="noStrike">
                <a:solidFill>
                  <a:srgbClr val="494C67"/>
                </a:solidFill>
                <a:latin typeface="DM Sans"/>
                <a:ea typeface="DM Sans"/>
                <a:cs typeface="DM Sans"/>
                <a:sym typeface="DM Sans"/>
              </a:rPr>
              <a:t>Até 40 inserções</a:t>
            </a:r>
            <a:endParaRPr b="1" i="0" sz="1000" u="none" cap="none" strike="noStrike">
              <a:solidFill>
                <a:srgbClr val="494C67"/>
              </a:solidFill>
              <a:latin typeface="DM Sans"/>
              <a:ea typeface="DM Sans"/>
              <a:cs typeface="DM Sans"/>
              <a:sym typeface="DM Sans"/>
            </a:endParaRPr>
          </a:p>
        </p:txBody>
      </p:sp>
      <p:sp>
        <p:nvSpPr>
          <p:cNvPr id="321" name="Google Shape;321;p33"/>
          <p:cNvSpPr/>
          <p:nvPr/>
        </p:nvSpPr>
        <p:spPr>
          <a:xfrm>
            <a:off x="957300" y="3579999"/>
            <a:ext cx="1776000" cy="457200"/>
          </a:xfrm>
          <a:prstGeom prst="roundRect">
            <a:avLst>
              <a:gd fmla="val 9698" name="adj"/>
            </a:avLst>
          </a:prstGeom>
          <a:solidFill>
            <a:srgbClr val="15E6FC"/>
          </a:solidFill>
          <a:ln>
            <a:noFill/>
          </a:ln>
        </p:spPr>
        <p:txBody>
          <a:bodyPr anchorCtr="0" anchor="ctr" bIns="70075" lIns="70075" spcFirstLastPara="1" rIns="70075" wrap="square" tIns="70075">
            <a:noAutofit/>
          </a:bodyPr>
          <a:lstStyle/>
          <a:p>
            <a:pPr indent="0" lvl="0" marL="0" marR="0" rtl="0" algn="ctr">
              <a:lnSpc>
                <a:spcPct val="100000"/>
              </a:lnSpc>
              <a:spcBef>
                <a:spcPts val="0"/>
              </a:spcBef>
              <a:spcAft>
                <a:spcPts val="0"/>
              </a:spcAft>
              <a:buClr>
                <a:srgbClr val="000000"/>
              </a:buClr>
              <a:buSzPts val="1000"/>
              <a:buFont typeface="Arial"/>
              <a:buNone/>
            </a:pPr>
            <a:r>
              <a:rPr b="1" i="0" lang="pt-BR" sz="1000" u="none" cap="none" strike="noStrike">
                <a:solidFill>
                  <a:srgbClr val="494C67"/>
                </a:solidFill>
                <a:latin typeface="DM Sans"/>
                <a:ea typeface="DM Sans"/>
                <a:cs typeface="DM Sans"/>
                <a:sym typeface="DM Sans"/>
              </a:rPr>
              <a:t>Até 100 inserções</a:t>
            </a:r>
            <a:endParaRPr b="1" i="0" sz="1000" u="none" cap="none" strike="noStrike">
              <a:solidFill>
                <a:srgbClr val="494C67"/>
              </a:solidFill>
              <a:latin typeface="DM Sans"/>
              <a:ea typeface="DM Sans"/>
              <a:cs typeface="DM Sans"/>
              <a:sym typeface="DM Sans"/>
            </a:endParaRPr>
          </a:p>
        </p:txBody>
      </p:sp>
      <p:sp>
        <p:nvSpPr>
          <p:cNvPr id="322" name="Google Shape;322;p33"/>
          <p:cNvSpPr/>
          <p:nvPr/>
        </p:nvSpPr>
        <p:spPr>
          <a:xfrm>
            <a:off x="957300" y="4113400"/>
            <a:ext cx="1776000" cy="457200"/>
          </a:xfrm>
          <a:prstGeom prst="roundRect">
            <a:avLst>
              <a:gd fmla="val 9698" name="adj"/>
            </a:avLst>
          </a:prstGeom>
          <a:solidFill>
            <a:srgbClr val="15E6FC"/>
          </a:solidFill>
          <a:ln>
            <a:noFill/>
          </a:ln>
        </p:spPr>
        <p:txBody>
          <a:bodyPr anchorCtr="0" anchor="ctr" bIns="70075" lIns="70075" spcFirstLastPara="1" rIns="70075" wrap="square" tIns="70075">
            <a:noAutofit/>
          </a:bodyPr>
          <a:lstStyle/>
          <a:p>
            <a:pPr indent="0" lvl="0" marL="0" marR="0" rtl="0" algn="ctr">
              <a:lnSpc>
                <a:spcPct val="100000"/>
              </a:lnSpc>
              <a:spcBef>
                <a:spcPts val="0"/>
              </a:spcBef>
              <a:spcAft>
                <a:spcPts val="0"/>
              </a:spcAft>
              <a:buClr>
                <a:srgbClr val="000000"/>
              </a:buClr>
              <a:buSzPts val="1000"/>
              <a:buFont typeface="Arial"/>
              <a:buNone/>
            </a:pPr>
            <a:r>
              <a:rPr b="1" i="0" lang="pt-BR" sz="1000" u="none" cap="none" strike="noStrike">
                <a:solidFill>
                  <a:srgbClr val="494C67"/>
                </a:solidFill>
                <a:latin typeface="DM Sans"/>
                <a:ea typeface="DM Sans"/>
                <a:cs typeface="DM Sans"/>
                <a:sym typeface="DM Sans"/>
              </a:rPr>
              <a:t>Acima de 100 inserções</a:t>
            </a:r>
            <a:endParaRPr b="1" i="0" sz="1000" u="none" cap="none" strike="noStrike">
              <a:solidFill>
                <a:srgbClr val="494C67"/>
              </a:solidFill>
              <a:latin typeface="DM Sans"/>
              <a:ea typeface="DM Sans"/>
              <a:cs typeface="DM Sans"/>
              <a:sym typeface="DM Sans"/>
            </a:endParaRPr>
          </a:p>
        </p:txBody>
      </p:sp>
      <p:sp>
        <p:nvSpPr>
          <p:cNvPr id="323" name="Google Shape;323;p33"/>
          <p:cNvSpPr/>
          <p:nvPr/>
        </p:nvSpPr>
        <p:spPr>
          <a:xfrm>
            <a:off x="2809500" y="2513200"/>
            <a:ext cx="1287300" cy="457200"/>
          </a:xfrm>
          <a:prstGeom prst="roundRect">
            <a:avLst>
              <a:gd fmla="val 9698" name="adj"/>
            </a:avLst>
          </a:prstGeom>
          <a:solidFill>
            <a:srgbClr val="484D67"/>
          </a:solidFill>
          <a:ln>
            <a:noFill/>
          </a:ln>
        </p:spPr>
        <p:txBody>
          <a:bodyPr anchorCtr="0" anchor="ctr" bIns="70075" lIns="70075" spcFirstLastPara="1" rIns="70075" wrap="square" tIns="70075">
            <a:noAutofit/>
          </a:bodyPr>
          <a:lstStyle/>
          <a:p>
            <a:pPr indent="0" lvl="0" marL="0" marR="0" rtl="0" algn="ctr">
              <a:lnSpc>
                <a:spcPct val="100000"/>
              </a:lnSpc>
              <a:spcBef>
                <a:spcPts val="0"/>
              </a:spcBef>
              <a:spcAft>
                <a:spcPts val="0"/>
              </a:spcAft>
              <a:buClr>
                <a:srgbClr val="000000"/>
              </a:buClr>
              <a:buSzPts val="1000"/>
              <a:buFont typeface="Arial"/>
              <a:buNone/>
            </a:pPr>
            <a:r>
              <a:rPr b="1" i="0" lang="pt-BR" sz="1000" u="none" cap="none" strike="noStrike">
                <a:solidFill>
                  <a:schemeClr val="lt1"/>
                </a:solidFill>
                <a:latin typeface="DM Sans"/>
                <a:ea typeface="DM Sans"/>
                <a:cs typeface="DM Sans"/>
                <a:sym typeface="DM Sans"/>
              </a:rPr>
              <a:t>1h</a:t>
            </a:r>
            <a:endParaRPr b="1" i="0" sz="1000" u="none" cap="none" strike="noStrike">
              <a:solidFill>
                <a:srgbClr val="FFFFFF"/>
              </a:solidFill>
              <a:latin typeface="DM Sans"/>
              <a:ea typeface="DM Sans"/>
              <a:cs typeface="DM Sans"/>
              <a:sym typeface="DM Sans"/>
            </a:endParaRPr>
          </a:p>
        </p:txBody>
      </p:sp>
      <p:sp>
        <p:nvSpPr>
          <p:cNvPr id="324" name="Google Shape;324;p33"/>
          <p:cNvSpPr/>
          <p:nvPr/>
        </p:nvSpPr>
        <p:spPr>
          <a:xfrm>
            <a:off x="2809500" y="3046600"/>
            <a:ext cx="1287300" cy="457200"/>
          </a:xfrm>
          <a:prstGeom prst="roundRect">
            <a:avLst>
              <a:gd fmla="val 9698" name="adj"/>
            </a:avLst>
          </a:prstGeom>
          <a:solidFill>
            <a:srgbClr val="484D67"/>
          </a:solidFill>
          <a:ln>
            <a:noFill/>
          </a:ln>
        </p:spPr>
        <p:txBody>
          <a:bodyPr anchorCtr="0" anchor="ctr" bIns="70075" lIns="70075" spcFirstLastPara="1" rIns="70075" wrap="square" tIns="70075">
            <a:noAutofit/>
          </a:bodyPr>
          <a:lstStyle/>
          <a:p>
            <a:pPr indent="0" lvl="0" marL="0" marR="0" rtl="0" algn="ctr">
              <a:lnSpc>
                <a:spcPct val="100000"/>
              </a:lnSpc>
              <a:spcBef>
                <a:spcPts val="0"/>
              </a:spcBef>
              <a:spcAft>
                <a:spcPts val="0"/>
              </a:spcAft>
              <a:buClr>
                <a:srgbClr val="000000"/>
              </a:buClr>
              <a:buSzPts val="1000"/>
              <a:buFont typeface="Arial"/>
              <a:buNone/>
            </a:pPr>
            <a:r>
              <a:rPr b="1" lang="pt-BR" sz="1000">
                <a:solidFill>
                  <a:schemeClr val="lt1"/>
                </a:solidFill>
                <a:latin typeface="DM Sans"/>
                <a:ea typeface="DM Sans"/>
                <a:cs typeface="DM Sans"/>
                <a:sym typeface="DM Sans"/>
              </a:rPr>
              <a:t>2</a:t>
            </a:r>
            <a:r>
              <a:rPr b="1" i="0" lang="pt-BR" sz="1000" u="none" cap="none" strike="noStrike">
                <a:solidFill>
                  <a:schemeClr val="lt1"/>
                </a:solidFill>
                <a:latin typeface="DM Sans"/>
                <a:ea typeface="DM Sans"/>
                <a:cs typeface="DM Sans"/>
                <a:sym typeface="DM Sans"/>
              </a:rPr>
              <a:t>h</a:t>
            </a:r>
            <a:endParaRPr b="1" i="0" sz="1000" u="none" cap="none" strike="noStrike">
              <a:solidFill>
                <a:srgbClr val="FFFFFF"/>
              </a:solidFill>
              <a:latin typeface="DM Sans"/>
              <a:ea typeface="DM Sans"/>
              <a:cs typeface="DM Sans"/>
              <a:sym typeface="DM Sans"/>
            </a:endParaRPr>
          </a:p>
        </p:txBody>
      </p:sp>
      <p:sp>
        <p:nvSpPr>
          <p:cNvPr id="325" name="Google Shape;325;p33"/>
          <p:cNvSpPr/>
          <p:nvPr/>
        </p:nvSpPr>
        <p:spPr>
          <a:xfrm>
            <a:off x="2809500" y="3579999"/>
            <a:ext cx="1287300" cy="457200"/>
          </a:xfrm>
          <a:prstGeom prst="roundRect">
            <a:avLst>
              <a:gd fmla="val 9698" name="adj"/>
            </a:avLst>
          </a:prstGeom>
          <a:solidFill>
            <a:srgbClr val="484D67"/>
          </a:solidFill>
          <a:ln>
            <a:noFill/>
          </a:ln>
        </p:spPr>
        <p:txBody>
          <a:bodyPr anchorCtr="0" anchor="ctr" bIns="70075" lIns="70075" spcFirstLastPara="1" rIns="70075" wrap="square" tIns="70075">
            <a:noAutofit/>
          </a:bodyPr>
          <a:lstStyle/>
          <a:p>
            <a:pPr indent="0" lvl="0" marL="0" marR="0" rtl="0" algn="ctr">
              <a:lnSpc>
                <a:spcPct val="100000"/>
              </a:lnSpc>
              <a:spcBef>
                <a:spcPts val="0"/>
              </a:spcBef>
              <a:spcAft>
                <a:spcPts val="0"/>
              </a:spcAft>
              <a:buClr>
                <a:srgbClr val="000000"/>
              </a:buClr>
              <a:buSzPts val="1000"/>
              <a:buFont typeface="Arial"/>
              <a:buNone/>
            </a:pPr>
            <a:r>
              <a:rPr b="1" lang="pt-BR" sz="1000">
                <a:solidFill>
                  <a:srgbClr val="FFFFFF"/>
                </a:solidFill>
                <a:latin typeface="DM Sans"/>
                <a:ea typeface="DM Sans"/>
                <a:cs typeface="DM Sans"/>
                <a:sym typeface="DM Sans"/>
              </a:rPr>
              <a:t>5</a:t>
            </a:r>
            <a:r>
              <a:rPr b="1" i="0" lang="pt-BR" sz="1000" u="none" cap="none" strike="noStrike">
                <a:solidFill>
                  <a:srgbClr val="FFFFFF"/>
                </a:solidFill>
                <a:latin typeface="DM Sans"/>
                <a:ea typeface="DM Sans"/>
                <a:cs typeface="DM Sans"/>
                <a:sym typeface="DM Sans"/>
              </a:rPr>
              <a:t>h</a:t>
            </a:r>
            <a:endParaRPr b="1" i="0" sz="1000" u="none" cap="none" strike="noStrike">
              <a:solidFill>
                <a:srgbClr val="FFFFFF"/>
              </a:solidFill>
              <a:latin typeface="DM Sans"/>
              <a:ea typeface="DM Sans"/>
              <a:cs typeface="DM Sans"/>
              <a:sym typeface="DM Sans"/>
            </a:endParaRPr>
          </a:p>
        </p:txBody>
      </p:sp>
      <p:sp>
        <p:nvSpPr>
          <p:cNvPr id="326" name="Google Shape;326;p33"/>
          <p:cNvSpPr/>
          <p:nvPr/>
        </p:nvSpPr>
        <p:spPr>
          <a:xfrm>
            <a:off x="2809500" y="4113400"/>
            <a:ext cx="1287300" cy="457200"/>
          </a:xfrm>
          <a:prstGeom prst="roundRect">
            <a:avLst>
              <a:gd fmla="val 9698" name="adj"/>
            </a:avLst>
          </a:prstGeom>
          <a:solidFill>
            <a:srgbClr val="484D67"/>
          </a:solidFill>
          <a:ln>
            <a:noFill/>
          </a:ln>
        </p:spPr>
        <p:txBody>
          <a:bodyPr anchorCtr="0" anchor="ctr" bIns="70075" lIns="70075" spcFirstLastPara="1" rIns="70075" wrap="square" tIns="70075">
            <a:noAutofit/>
          </a:bodyPr>
          <a:lstStyle/>
          <a:p>
            <a:pPr indent="0" lvl="0" marL="0" marR="0" rtl="0" algn="ctr">
              <a:lnSpc>
                <a:spcPct val="100000"/>
              </a:lnSpc>
              <a:spcBef>
                <a:spcPts val="0"/>
              </a:spcBef>
              <a:spcAft>
                <a:spcPts val="0"/>
              </a:spcAft>
              <a:buClr>
                <a:srgbClr val="000000"/>
              </a:buClr>
              <a:buSzPts val="1000"/>
              <a:buFont typeface="Arial"/>
              <a:buNone/>
            </a:pPr>
            <a:r>
              <a:rPr b="1" lang="pt-BR" sz="1000">
                <a:solidFill>
                  <a:srgbClr val="FFFFFF"/>
                </a:solidFill>
                <a:latin typeface="DM Sans"/>
                <a:ea typeface="DM Sans"/>
                <a:cs typeface="DM Sans"/>
                <a:sym typeface="DM Sans"/>
              </a:rPr>
              <a:t>16h</a:t>
            </a:r>
            <a:endParaRPr b="1" i="0" sz="1000" u="none" cap="none" strike="noStrike">
              <a:solidFill>
                <a:srgbClr val="FFFFFF"/>
              </a:solidFill>
              <a:latin typeface="DM Sans"/>
              <a:ea typeface="DM Sans"/>
              <a:cs typeface="DM Sans"/>
              <a:sym typeface="DM Sans"/>
            </a:endParaRPr>
          </a:p>
        </p:txBody>
      </p:sp>
      <p:sp>
        <p:nvSpPr>
          <p:cNvPr id="327" name="Google Shape;327;p33"/>
          <p:cNvSpPr/>
          <p:nvPr/>
        </p:nvSpPr>
        <p:spPr>
          <a:xfrm>
            <a:off x="4172851" y="2513200"/>
            <a:ext cx="1287300" cy="457200"/>
          </a:xfrm>
          <a:prstGeom prst="roundRect">
            <a:avLst>
              <a:gd fmla="val 9698" name="adj"/>
            </a:avLst>
          </a:prstGeom>
          <a:solidFill>
            <a:srgbClr val="484D67"/>
          </a:solidFill>
          <a:ln>
            <a:noFill/>
          </a:ln>
        </p:spPr>
        <p:txBody>
          <a:bodyPr anchorCtr="0" anchor="ctr" bIns="70075" lIns="70075" spcFirstLastPara="1" rIns="70075" wrap="square" tIns="70075">
            <a:noAutofit/>
          </a:bodyPr>
          <a:lstStyle/>
          <a:p>
            <a:pPr indent="0" lvl="0" marL="0" marR="0" rtl="0" algn="ctr">
              <a:lnSpc>
                <a:spcPct val="100000"/>
              </a:lnSpc>
              <a:spcBef>
                <a:spcPts val="0"/>
              </a:spcBef>
              <a:spcAft>
                <a:spcPts val="0"/>
              </a:spcAft>
              <a:buClr>
                <a:srgbClr val="000000"/>
              </a:buClr>
              <a:buSzPts val="1000"/>
              <a:buFont typeface="Arial"/>
              <a:buNone/>
            </a:pPr>
            <a:r>
              <a:rPr b="1" lang="pt-BR" sz="1000">
                <a:solidFill>
                  <a:schemeClr val="lt1"/>
                </a:solidFill>
                <a:latin typeface="DM Sans"/>
                <a:ea typeface="DM Sans"/>
                <a:cs typeface="DM Sans"/>
                <a:sym typeface="DM Sans"/>
              </a:rPr>
              <a:t>30m</a:t>
            </a:r>
            <a:endParaRPr b="1" i="0" sz="1000" u="none" cap="none" strike="noStrike">
              <a:solidFill>
                <a:srgbClr val="FFFFFF"/>
              </a:solidFill>
              <a:latin typeface="DM Sans"/>
              <a:ea typeface="DM Sans"/>
              <a:cs typeface="DM Sans"/>
              <a:sym typeface="DM Sans"/>
            </a:endParaRPr>
          </a:p>
        </p:txBody>
      </p:sp>
      <p:sp>
        <p:nvSpPr>
          <p:cNvPr id="328" name="Google Shape;328;p33"/>
          <p:cNvSpPr/>
          <p:nvPr/>
        </p:nvSpPr>
        <p:spPr>
          <a:xfrm>
            <a:off x="4172851" y="3046600"/>
            <a:ext cx="1287300" cy="457200"/>
          </a:xfrm>
          <a:prstGeom prst="roundRect">
            <a:avLst>
              <a:gd fmla="val 9698" name="adj"/>
            </a:avLst>
          </a:prstGeom>
          <a:solidFill>
            <a:srgbClr val="484D67"/>
          </a:solidFill>
          <a:ln>
            <a:noFill/>
          </a:ln>
        </p:spPr>
        <p:txBody>
          <a:bodyPr anchorCtr="0" anchor="ctr" bIns="70075" lIns="70075" spcFirstLastPara="1" rIns="70075" wrap="square" tIns="70075">
            <a:noAutofit/>
          </a:bodyPr>
          <a:lstStyle/>
          <a:p>
            <a:pPr indent="0" lvl="0" marL="0" marR="0" rtl="0" algn="ctr">
              <a:lnSpc>
                <a:spcPct val="100000"/>
              </a:lnSpc>
              <a:spcBef>
                <a:spcPts val="0"/>
              </a:spcBef>
              <a:spcAft>
                <a:spcPts val="0"/>
              </a:spcAft>
              <a:buClr>
                <a:srgbClr val="000000"/>
              </a:buClr>
              <a:buSzPts val="1000"/>
              <a:buFont typeface="Arial"/>
              <a:buNone/>
            </a:pPr>
            <a:r>
              <a:rPr b="1" lang="pt-BR" sz="1000">
                <a:solidFill>
                  <a:schemeClr val="lt1"/>
                </a:solidFill>
                <a:latin typeface="DM Sans"/>
                <a:ea typeface="DM Sans"/>
                <a:cs typeface="DM Sans"/>
                <a:sym typeface="DM Sans"/>
              </a:rPr>
              <a:t>1</a:t>
            </a:r>
            <a:r>
              <a:rPr b="1" i="0" lang="pt-BR" sz="1000" u="none" cap="none" strike="noStrike">
                <a:solidFill>
                  <a:schemeClr val="lt1"/>
                </a:solidFill>
                <a:latin typeface="DM Sans"/>
                <a:ea typeface="DM Sans"/>
                <a:cs typeface="DM Sans"/>
                <a:sym typeface="DM Sans"/>
              </a:rPr>
              <a:t>h</a:t>
            </a:r>
            <a:endParaRPr b="1" i="0" sz="1000" u="none" cap="none" strike="noStrike">
              <a:solidFill>
                <a:srgbClr val="FFFFFF"/>
              </a:solidFill>
              <a:latin typeface="DM Sans"/>
              <a:ea typeface="DM Sans"/>
              <a:cs typeface="DM Sans"/>
              <a:sym typeface="DM Sans"/>
            </a:endParaRPr>
          </a:p>
        </p:txBody>
      </p:sp>
      <p:sp>
        <p:nvSpPr>
          <p:cNvPr id="329" name="Google Shape;329;p33"/>
          <p:cNvSpPr/>
          <p:nvPr/>
        </p:nvSpPr>
        <p:spPr>
          <a:xfrm>
            <a:off x="4172851" y="3579999"/>
            <a:ext cx="1287300" cy="457200"/>
          </a:xfrm>
          <a:prstGeom prst="roundRect">
            <a:avLst>
              <a:gd fmla="val 9698" name="adj"/>
            </a:avLst>
          </a:prstGeom>
          <a:solidFill>
            <a:srgbClr val="484D67"/>
          </a:solidFill>
          <a:ln>
            <a:noFill/>
          </a:ln>
        </p:spPr>
        <p:txBody>
          <a:bodyPr anchorCtr="0" anchor="ctr" bIns="70075" lIns="70075" spcFirstLastPara="1" rIns="70075" wrap="square" tIns="70075">
            <a:noAutofit/>
          </a:bodyPr>
          <a:lstStyle/>
          <a:p>
            <a:pPr indent="0" lvl="0" marL="0" marR="0" rtl="0" algn="ctr">
              <a:lnSpc>
                <a:spcPct val="100000"/>
              </a:lnSpc>
              <a:spcBef>
                <a:spcPts val="0"/>
              </a:spcBef>
              <a:spcAft>
                <a:spcPts val="0"/>
              </a:spcAft>
              <a:buClr>
                <a:srgbClr val="000000"/>
              </a:buClr>
              <a:buSzPts val="1000"/>
              <a:buFont typeface="Arial"/>
              <a:buNone/>
            </a:pPr>
            <a:r>
              <a:rPr b="1" lang="pt-BR" sz="1000">
                <a:solidFill>
                  <a:srgbClr val="FFFFFF"/>
                </a:solidFill>
                <a:latin typeface="DM Sans"/>
                <a:ea typeface="DM Sans"/>
                <a:cs typeface="DM Sans"/>
                <a:sym typeface="DM Sans"/>
              </a:rPr>
              <a:t>3</a:t>
            </a:r>
            <a:r>
              <a:rPr b="1" i="0" lang="pt-BR" sz="1000" u="none" cap="none" strike="noStrike">
                <a:solidFill>
                  <a:srgbClr val="FFFFFF"/>
                </a:solidFill>
                <a:latin typeface="DM Sans"/>
                <a:ea typeface="DM Sans"/>
                <a:cs typeface="DM Sans"/>
                <a:sym typeface="DM Sans"/>
              </a:rPr>
              <a:t>h</a:t>
            </a:r>
            <a:endParaRPr b="1" i="0" sz="1000" u="none" cap="none" strike="noStrike">
              <a:solidFill>
                <a:srgbClr val="FFFFFF"/>
              </a:solidFill>
              <a:latin typeface="DM Sans"/>
              <a:ea typeface="DM Sans"/>
              <a:cs typeface="DM Sans"/>
              <a:sym typeface="DM Sans"/>
            </a:endParaRPr>
          </a:p>
        </p:txBody>
      </p:sp>
      <p:sp>
        <p:nvSpPr>
          <p:cNvPr id="330" name="Google Shape;330;p33"/>
          <p:cNvSpPr/>
          <p:nvPr/>
        </p:nvSpPr>
        <p:spPr>
          <a:xfrm>
            <a:off x="4172851" y="4113400"/>
            <a:ext cx="1287300" cy="457200"/>
          </a:xfrm>
          <a:prstGeom prst="roundRect">
            <a:avLst>
              <a:gd fmla="val 9698" name="adj"/>
            </a:avLst>
          </a:prstGeom>
          <a:solidFill>
            <a:srgbClr val="484D67"/>
          </a:solidFill>
          <a:ln>
            <a:noFill/>
          </a:ln>
        </p:spPr>
        <p:txBody>
          <a:bodyPr anchorCtr="0" anchor="ctr" bIns="70075" lIns="70075" spcFirstLastPara="1" rIns="70075" wrap="square" tIns="70075">
            <a:noAutofit/>
          </a:bodyPr>
          <a:lstStyle/>
          <a:p>
            <a:pPr indent="0" lvl="0" marL="0" marR="0" rtl="0" algn="ctr">
              <a:lnSpc>
                <a:spcPct val="100000"/>
              </a:lnSpc>
              <a:spcBef>
                <a:spcPts val="0"/>
              </a:spcBef>
              <a:spcAft>
                <a:spcPts val="0"/>
              </a:spcAft>
              <a:buClr>
                <a:srgbClr val="000000"/>
              </a:buClr>
              <a:buSzPts val="1000"/>
              <a:buFont typeface="Arial"/>
              <a:buNone/>
            </a:pPr>
            <a:r>
              <a:rPr b="1" lang="pt-BR" sz="1000">
                <a:solidFill>
                  <a:srgbClr val="FFFFFF"/>
                </a:solidFill>
                <a:latin typeface="DM Sans"/>
                <a:ea typeface="DM Sans"/>
                <a:cs typeface="DM Sans"/>
                <a:sym typeface="DM Sans"/>
              </a:rPr>
              <a:t>10h</a:t>
            </a:r>
            <a:endParaRPr b="1" i="0" sz="1000" u="none" cap="none" strike="noStrike">
              <a:solidFill>
                <a:srgbClr val="FFFFFF"/>
              </a:solidFill>
              <a:latin typeface="DM Sans"/>
              <a:ea typeface="DM Sans"/>
              <a:cs typeface="DM Sans"/>
              <a:sym typeface="DM Sans"/>
            </a:endParaRPr>
          </a:p>
        </p:txBody>
      </p:sp>
      <p:sp>
        <p:nvSpPr>
          <p:cNvPr id="331" name="Google Shape;331;p33"/>
          <p:cNvSpPr/>
          <p:nvPr/>
        </p:nvSpPr>
        <p:spPr>
          <a:xfrm>
            <a:off x="5536194" y="2513200"/>
            <a:ext cx="1287300" cy="457200"/>
          </a:xfrm>
          <a:prstGeom prst="roundRect">
            <a:avLst>
              <a:gd fmla="val 9698" name="adj"/>
            </a:avLst>
          </a:prstGeom>
          <a:solidFill>
            <a:srgbClr val="484D67"/>
          </a:solidFill>
          <a:ln>
            <a:noFill/>
          </a:ln>
        </p:spPr>
        <p:txBody>
          <a:bodyPr anchorCtr="0" anchor="ctr" bIns="70075" lIns="70075" spcFirstLastPara="1" rIns="70075" wrap="square" tIns="70075">
            <a:noAutofit/>
          </a:bodyPr>
          <a:lstStyle/>
          <a:p>
            <a:pPr indent="0" lvl="0" marL="0" marR="0" rtl="0" algn="ctr">
              <a:lnSpc>
                <a:spcPct val="100000"/>
              </a:lnSpc>
              <a:spcBef>
                <a:spcPts val="0"/>
              </a:spcBef>
              <a:spcAft>
                <a:spcPts val="0"/>
              </a:spcAft>
              <a:buClr>
                <a:srgbClr val="000000"/>
              </a:buClr>
              <a:buSzPts val="1000"/>
              <a:buFont typeface="Arial"/>
              <a:buNone/>
            </a:pPr>
            <a:r>
              <a:rPr b="1" lang="pt-BR" sz="1000">
                <a:solidFill>
                  <a:schemeClr val="lt1"/>
                </a:solidFill>
                <a:latin typeface="DM Sans"/>
                <a:ea typeface="DM Sans"/>
                <a:cs typeface="DM Sans"/>
                <a:sym typeface="DM Sans"/>
              </a:rPr>
              <a:t>10m</a:t>
            </a:r>
            <a:endParaRPr b="1" i="0" sz="1000" u="none" cap="none" strike="noStrike">
              <a:solidFill>
                <a:srgbClr val="FFFFFF"/>
              </a:solidFill>
              <a:latin typeface="DM Sans"/>
              <a:ea typeface="DM Sans"/>
              <a:cs typeface="DM Sans"/>
              <a:sym typeface="DM Sans"/>
            </a:endParaRPr>
          </a:p>
        </p:txBody>
      </p:sp>
      <p:sp>
        <p:nvSpPr>
          <p:cNvPr id="332" name="Google Shape;332;p33"/>
          <p:cNvSpPr/>
          <p:nvPr/>
        </p:nvSpPr>
        <p:spPr>
          <a:xfrm>
            <a:off x="5536194" y="3046600"/>
            <a:ext cx="1287300" cy="457200"/>
          </a:xfrm>
          <a:prstGeom prst="roundRect">
            <a:avLst>
              <a:gd fmla="val 9698" name="adj"/>
            </a:avLst>
          </a:prstGeom>
          <a:solidFill>
            <a:srgbClr val="484D67"/>
          </a:solidFill>
          <a:ln>
            <a:noFill/>
          </a:ln>
        </p:spPr>
        <p:txBody>
          <a:bodyPr anchorCtr="0" anchor="ctr" bIns="70075" lIns="70075" spcFirstLastPara="1" rIns="70075" wrap="square" tIns="70075">
            <a:noAutofit/>
          </a:bodyPr>
          <a:lstStyle/>
          <a:p>
            <a:pPr indent="0" lvl="0" marL="0" marR="0" rtl="0" algn="ctr">
              <a:lnSpc>
                <a:spcPct val="100000"/>
              </a:lnSpc>
              <a:spcBef>
                <a:spcPts val="0"/>
              </a:spcBef>
              <a:spcAft>
                <a:spcPts val="0"/>
              </a:spcAft>
              <a:buClr>
                <a:srgbClr val="000000"/>
              </a:buClr>
              <a:buSzPts val="1000"/>
              <a:buFont typeface="Arial"/>
              <a:buNone/>
            </a:pPr>
            <a:r>
              <a:rPr b="1" lang="pt-BR" sz="1000">
                <a:solidFill>
                  <a:schemeClr val="lt1"/>
                </a:solidFill>
                <a:latin typeface="DM Sans"/>
                <a:ea typeface="DM Sans"/>
                <a:cs typeface="DM Sans"/>
                <a:sym typeface="DM Sans"/>
              </a:rPr>
              <a:t>10m</a:t>
            </a:r>
            <a:endParaRPr b="1" i="0" sz="1000" u="none" cap="none" strike="noStrike">
              <a:solidFill>
                <a:srgbClr val="FFFFFF"/>
              </a:solidFill>
              <a:latin typeface="DM Sans"/>
              <a:ea typeface="DM Sans"/>
              <a:cs typeface="DM Sans"/>
              <a:sym typeface="DM Sans"/>
            </a:endParaRPr>
          </a:p>
        </p:txBody>
      </p:sp>
      <p:sp>
        <p:nvSpPr>
          <p:cNvPr id="333" name="Google Shape;333;p33"/>
          <p:cNvSpPr/>
          <p:nvPr/>
        </p:nvSpPr>
        <p:spPr>
          <a:xfrm>
            <a:off x="5536194" y="3579999"/>
            <a:ext cx="1287300" cy="457200"/>
          </a:xfrm>
          <a:prstGeom prst="roundRect">
            <a:avLst>
              <a:gd fmla="val 9698" name="adj"/>
            </a:avLst>
          </a:prstGeom>
          <a:solidFill>
            <a:srgbClr val="484D67"/>
          </a:solidFill>
          <a:ln>
            <a:noFill/>
          </a:ln>
        </p:spPr>
        <p:txBody>
          <a:bodyPr anchorCtr="0" anchor="ctr" bIns="70075" lIns="70075" spcFirstLastPara="1" rIns="70075" wrap="square" tIns="70075">
            <a:noAutofit/>
          </a:bodyPr>
          <a:lstStyle/>
          <a:p>
            <a:pPr indent="0" lvl="0" marL="0" marR="0" rtl="0" algn="ctr">
              <a:lnSpc>
                <a:spcPct val="100000"/>
              </a:lnSpc>
              <a:spcBef>
                <a:spcPts val="0"/>
              </a:spcBef>
              <a:spcAft>
                <a:spcPts val="0"/>
              </a:spcAft>
              <a:buClr>
                <a:srgbClr val="000000"/>
              </a:buClr>
              <a:buSzPts val="1000"/>
              <a:buFont typeface="Arial"/>
              <a:buNone/>
            </a:pPr>
            <a:r>
              <a:rPr b="1" lang="pt-BR" sz="1000">
                <a:solidFill>
                  <a:srgbClr val="FFFFFF"/>
                </a:solidFill>
                <a:latin typeface="DM Sans"/>
                <a:ea typeface="DM Sans"/>
                <a:cs typeface="DM Sans"/>
                <a:sym typeface="DM Sans"/>
              </a:rPr>
              <a:t>20m</a:t>
            </a:r>
            <a:endParaRPr b="1" i="0" sz="1000" u="none" cap="none" strike="noStrike">
              <a:solidFill>
                <a:srgbClr val="FFFFFF"/>
              </a:solidFill>
              <a:latin typeface="DM Sans"/>
              <a:ea typeface="DM Sans"/>
              <a:cs typeface="DM Sans"/>
              <a:sym typeface="DM Sans"/>
            </a:endParaRPr>
          </a:p>
        </p:txBody>
      </p:sp>
      <p:sp>
        <p:nvSpPr>
          <p:cNvPr id="334" name="Google Shape;334;p33"/>
          <p:cNvSpPr/>
          <p:nvPr/>
        </p:nvSpPr>
        <p:spPr>
          <a:xfrm>
            <a:off x="5536194" y="4113400"/>
            <a:ext cx="1287300" cy="457200"/>
          </a:xfrm>
          <a:prstGeom prst="roundRect">
            <a:avLst>
              <a:gd fmla="val 9698" name="adj"/>
            </a:avLst>
          </a:prstGeom>
          <a:solidFill>
            <a:srgbClr val="484D67"/>
          </a:solidFill>
          <a:ln>
            <a:noFill/>
          </a:ln>
        </p:spPr>
        <p:txBody>
          <a:bodyPr anchorCtr="0" anchor="ctr" bIns="70075" lIns="70075" spcFirstLastPara="1" rIns="70075" wrap="square" tIns="70075">
            <a:noAutofit/>
          </a:bodyPr>
          <a:lstStyle/>
          <a:p>
            <a:pPr indent="0" lvl="0" marL="0" marR="0" rtl="0" algn="ctr">
              <a:lnSpc>
                <a:spcPct val="100000"/>
              </a:lnSpc>
              <a:spcBef>
                <a:spcPts val="0"/>
              </a:spcBef>
              <a:spcAft>
                <a:spcPts val="0"/>
              </a:spcAft>
              <a:buClr>
                <a:srgbClr val="000000"/>
              </a:buClr>
              <a:buSzPts val="1000"/>
              <a:buFont typeface="Arial"/>
              <a:buNone/>
            </a:pPr>
            <a:r>
              <a:rPr b="1" lang="pt-BR" sz="1000">
                <a:solidFill>
                  <a:srgbClr val="FFFFFF"/>
                </a:solidFill>
                <a:latin typeface="DM Sans"/>
                <a:ea typeface="DM Sans"/>
                <a:cs typeface="DM Sans"/>
                <a:sym typeface="DM Sans"/>
              </a:rPr>
              <a:t>20m</a:t>
            </a:r>
            <a:endParaRPr b="1" i="0" sz="1000" u="none" cap="none" strike="noStrike">
              <a:solidFill>
                <a:srgbClr val="FFFFFF"/>
              </a:solidFill>
              <a:latin typeface="DM Sans"/>
              <a:ea typeface="DM Sans"/>
              <a:cs typeface="DM Sans"/>
              <a:sym typeface="DM Sans"/>
            </a:endParaRPr>
          </a:p>
        </p:txBody>
      </p:sp>
      <p:sp>
        <p:nvSpPr>
          <p:cNvPr id="335" name="Google Shape;335;p33"/>
          <p:cNvSpPr/>
          <p:nvPr/>
        </p:nvSpPr>
        <p:spPr>
          <a:xfrm>
            <a:off x="6899544" y="2513200"/>
            <a:ext cx="1287300" cy="457200"/>
          </a:xfrm>
          <a:prstGeom prst="roundRect">
            <a:avLst>
              <a:gd fmla="val 9698" name="adj"/>
            </a:avLst>
          </a:prstGeom>
          <a:solidFill>
            <a:srgbClr val="484D67"/>
          </a:solidFill>
          <a:ln>
            <a:noFill/>
          </a:ln>
        </p:spPr>
        <p:txBody>
          <a:bodyPr anchorCtr="0" anchor="ctr" bIns="70075" lIns="70075" spcFirstLastPara="1" rIns="70075" wrap="square" tIns="70075">
            <a:noAutofit/>
          </a:bodyPr>
          <a:lstStyle/>
          <a:p>
            <a:pPr indent="0" lvl="0" marL="0" marR="0" rtl="0" algn="ctr">
              <a:lnSpc>
                <a:spcPct val="100000"/>
              </a:lnSpc>
              <a:spcBef>
                <a:spcPts val="0"/>
              </a:spcBef>
              <a:spcAft>
                <a:spcPts val="0"/>
              </a:spcAft>
              <a:buClr>
                <a:srgbClr val="000000"/>
              </a:buClr>
              <a:buSzPts val="1000"/>
              <a:buFont typeface="Arial"/>
              <a:buNone/>
            </a:pPr>
            <a:r>
              <a:rPr b="1" lang="pt-BR" sz="1000">
                <a:solidFill>
                  <a:schemeClr val="lt1"/>
                </a:solidFill>
                <a:latin typeface="DM Sans"/>
                <a:ea typeface="DM Sans"/>
                <a:cs typeface="DM Sans"/>
                <a:sym typeface="DM Sans"/>
              </a:rPr>
              <a:t>8 dias</a:t>
            </a:r>
            <a:endParaRPr b="1" i="0" sz="1000" u="none" cap="none" strike="noStrike">
              <a:solidFill>
                <a:schemeClr val="lt1"/>
              </a:solidFill>
              <a:latin typeface="DM Sans"/>
              <a:ea typeface="DM Sans"/>
              <a:cs typeface="DM Sans"/>
              <a:sym typeface="DM Sans"/>
            </a:endParaRPr>
          </a:p>
        </p:txBody>
      </p:sp>
      <p:sp>
        <p:nvSpPr>
          <p:cNvPr id="336" name="Google Shape;336;p33"/>
          <p:cNvSpPr/>
          <p:nvPr/>
        </p:nvSpPr>
        <p:spPr>
          <a:xfrm>
            <a:off x="6899544" y="3046600"/>
            <a:ext cx="1287300" cy="457200"/>
          </a:xfrm>
          <a:prstGeom prst="roundRect">
            <a:avLst>
              <a:gd fmla="val 9698" name="adj"/>
            </a:avLst>
          </a:prstGeom>
          <a:solidFill>
            <a:srgbClr val="484D67"/>
          </a:solidFill>
          <a:ln>
            <a:noFill/>
          </a:ln>
        </p:spPr>
        <p:txBody>
          <a:bodyPr anchorCtr="0" anchor="ctr" bIns="70075" lIns="70075" spcFirstLastPara="1" rIns="70075" wrap="square" tIns="70075">
            <a:noAutofit/>
          </a:bodyPr>
          <a:lstStyle/>
          <a:p>
            <a:pPr indent="0" lvl="0" marL="0" marR="0" rtl="0" algn="ctr">
              <a:lnSpc>
                <a:spcPct val="100000"/>
              </a:lnSpc>
              <a:spcBef>
                <a:spcPts val="0"/>
              </a:spcBef>
              <a:spcAft>
                <a:spcPts val="0"/>
              </a:spcAft>
              <a:buClr>
                <a:srgbClr val="000000"/>
              </a:buClr>
              <a:buSzPts val="1000"/>
              <a:buFont typeface="Arial"/>
              <a:buNone/>
            </a:pPr>
            <a:r>
              <a:rPr b="1" lang="pt-BR" sz="1000">
                <a:solidFill>
                  <a:schemeClr val="lt1"/>
                </a:solidFill>
                <a:latin typeface="DM Sans"/>
                <a:ea typeface="DM Sans"/>
                <a:cs typeface="DM Sans"/>
                <a:sym typeface="DM Sans"/>
              </a:rPr>
              <a:t>15 dias</a:t>
            </a:r>
            <a:endParaRPr b="1" i="0" sz="1000" u="none" cap="none" strike="noStrike">
              <a:solidFill>
                <a:schemeClr val="lt1"/>
              </a:solidFill>
              <a:latin typeface="DM Sans"/>
              <a:ea typeface="DM Sans"/>
              <a:cs typeface="DM Sans"/>
              <a:sym typeface="DM Sans"/>
            </a:endParaRPr>
          </a:p>
        </p:txBody>
      </p:sp>
      <p:sp>
        <p:nvSpPr>
          <p:cNvPr id="337" name="Google Shape;337;p33"/>
          <p:cNvSpPr/>
          <p:nvPr/>
        </p:nvSpPr>
        <p:spPr>
          <a:xfrm>
            <a:off x="6899544" y="3579999"/>
            <a:ext cx="1287300" cy="457200"/>
          </a:xfrm>
          <a:prstGeom prst="roundRect">
            <a:avLst>
              <a:gd fmla="val 9698" name="adj"/>
            </a:avLst>
          </a:prstGeom>
          <a:solidFill>
            <a:srgbClr val="484D67"/>
          </a:solidFill>
          <a:ln>
            <a:noFill/>
          </a:ln>
        </p:spPr>
        <p:txBody>
          <a:bodyPr anchorCtr="0" anchor="ctr" bIns="70075" lIns="70075" spcFirstLastPara="1" rIns="70075" wrap="square" tIns="70075">
            <a:noAutofit/>
          </a:bodyPr>
          <a:lstStyle/>
          <a:p>
            <a:pPr indent="0" lvl="0" marL="0" marR="0" rtl="0" algn="ctr">
              <a:lnSpc>
                <a:spcPct val="100000"/>
              </a:lnSpc>
              <a:spcBef>
                <a:spcPts val="0"/>
              </a:spcBef>
              <a:spcAft>
                <a:spcPts val="0"/>
              </a:spcAft>
              <a:buClr>
                <a:srgbClr val="000000"/>
              </a:buClr>
              <a:buSzPts val="1000"/>
              <a:buFont typeface="Arial"/>
              <a:buNone/>
            </a:pPr>
            <a:r>
              <a:rPr b="1" lang="pt-BR" sz="1000">
                <a:solidFill>
                  <a:schemeClr val="lt1"/>
                </a:solidFill>
                <a:latin typeface="DM Sans"/>
                <a:ea typeface="DM Sans"/>
                <a:cs typeface="DM Sans"/>
                <a:sym typeface="DM Sans"/>
              </a:rPr>
              <a:t>15 dias</a:t>
            </a:r>
            <a:endParaRPr b="1" i="0" sz="1000" u="none" cap="none" strike="noStrike">
              <a:solidFill>
                <a:srgbClr val="FFFFFF"/>
              </a:solidFill>
              <a:latin typeface="DM Sans"/>
              <a:ea typeface="DM Sans"/>
              <a:cs typeface="DM Sans"/>
              <a:sym typeface="DM Sans"/>
            </a:endParaRPr>
          </a:p>
        </p:txBody>
      </p:sp>
      <p:sp>
        <p:nvSpPr>
          <p:cNvPr id="338" name="Google Shape;338;p33"/>
          <p:cNvSpPr/>
          <p:nvPr/>
        </p:nvSpPr>
        <p:spPr>
          <a:xfrm>
            <a:off x="6899544" y="4113400"/>
            <a:ext cx="1287300" cy="457200"/>
          </a:xfrm>
          <a:prstGeom prst="roundRect">
            <a:avLst>
              <a:gd fmla="val 9698" name="adj"/>
            </a:avLst>
          </a:prstGeom>
          <a:solidFill>
            <a:srgbClr val="484D67"/>
          </a:solidFill>
          <a:ln>
            <a:noFill/>
          </a:ln>
        </p:spPr>
        <p:txBody>
          <a:bodyPr anchorCtr="0" anchor="ctr" bIns="70075" lIns="70075" spcFirstLastPara="1" rIns="70075" wrap="square" tIns="70075">
            <a:noAutofit/>
          </a:bodyPr>
          <a:lstStyle/>
          <a:p>
            <a:pPr indent="0" lvl="0" marL="0" marR="0" rtl="0" algn="ctr">
              <a:lnSpc>
                <a:spcPct val="100000"/>
              </a:lnSpc>
              <a:spcBef>
                <a:spcPts val="0"/>
              </a:spcBef>
              <a:spcAft>
                <a:spcPts val="0"/>
              </a:spcAft>
              <a:buClr>
                <a:srgbClr val="000000"/>
              </a:buClr>
              <a:buSzPts val="1000"/>
              <a:buFont typeface="Arial"/>
              <a:buNone/>
            </a:pPr>
            <a:r>
              <a:rPr b="1" lang="pt-BR" sz="1000">
                <a:solidFill>
                  <a:schemeClr val="lt1"/>
                </a:solidFill>
                <a:latin typeface="DM Sans"/>
                <a:ea typeface="DM Sans"/>
                <a:cs typeface="DM Sans"/>
                <a:sym typeface="DM Sans"/>
              </a:rPr>
              <a:t>20 dias</a:t>
            </a:r>
            <a:endParaRPr b="1" i="0" sz="1000" u="none" cap="none" strike="noStrike">
              <a:solidFill>
                <a:srgbClr val="FFFFFF"/>
              </a:solidFill>
              <a:latin typeface="DM Sans"/>
              <a:ea typeface="DM Sans"/>
              <a:cs typeface="DM Sans"/>
              <a:sym typeface="DM Sans"/>
            </a:endParaRPr>
          </a:p>
        </p:txBody>
      </p:sp>
      <p:sp>
        <p:nvSpPr>
          <p:cNvPr id="339" name="Google Shape;339;p33"/>
          <p:cNvSpPr/>
          <p:nvPr/>
        </p:nvSpPr>
        <p:spPr>
          <a:xfrm>
            <a:off x="4172850" y="2165350"/>
            <a:ext cx="1287300" cy="271800"/>
          </a:xfrm>
          <a:prstGeom prst="roundRect">
            <a:avLst>
              <a:gd fmla="val 50000" name="adj"/>
            </a:avLst>
          </a:prstGeom>
          <a:solidFill>
            <a:srgbClr val="CEB7F4"/>
          </a:solidFill>
          <a:ln>
            <a:noFill/>
          </a:ln>
        </p:spPr>
        <p:txBody>
          <a:bodyPr anchorCtr="0" anchor="ctr" bIns="70075" lIns="70075" spcFirstLastPara="1" rIns="70075" wrap="square" tIns="70075">
            <a:noAutofit/>
          </a:bodyPr>
          <a:lstStyle/>
          <a:p>
            <a:pPr indent="0" lvl="0" marL="0" marR="0" rtl="0" algn="ctr">
              <a:lnSpc>
                <a:spcPct val="100000"/>
              </a:lnSpc>
              <a:spcBef>
                <a:spcPts val="0"/>
              </a:spcBef>
              <a:spcAft>
                <a:spcPts val="0"/>
              </a:spcAft>
              <a:buClr>
                <a:srgbClr val="000000"/>
              </a:buClr>
              <a:buSzPts val="1000"/>
              <a:buFont typeface="Arial"/>
              <a:buNone/>
            </a:pPr>
            <a:r>
              <a:rPr b="1" i="0" lang="pt-BR" sz="1000" u="none" cap="none" strike="noStrike">
                <a:solidFill>
                  <a:srgbClr val="FFFFFF"/>
                </a:solidFill>
                <a:latin typeface="DM Sans"/>
                <a:ea typeface="DM Sans"/>
                <a:cs typeface="DM Sans"/>
                <a:sym typeface="DM Sans"/>
              </a:rPr>
              <a:t>Alteração</a:t>
            </a:r>
            <a:endParaRPr b="1" i="0" sz="1000" u="none" cap="none" strike="noStrike">
              <a:solidFill>
                <a:srgbClr val="FFFFFF"/>
              </a:solidFill>
              <a:latin typeface="DM Sans"/>
              <a:ea typeface="DM Sans"/>
              <a:cs typeface="DM Sans"/>
              <a:sym typeface="DM Sans"/>
            </a:endParaRPr>
          </a:p>
        </p:txBody>
      </p:sp>
      <p:sp>
        <p:nvSpPr>
          <p:cNvPr id="340" name="Google Shape;340;p33"/>
          <p:cNvSpPr/>
          <p:nvPr/>
        </p:nvSpPr>
        <p:spPr>
          <a:xfrm>
            <a:off x="5536200" y="2165350"/>
            <a:ext cx="1287300" cy="271800"/>
          </a:xfrm>
          <a:prstGeom prst="roundRect">
            <a:avLst>
              <a:gd fmla="val 50000" name="adj"/>
            </a:avLst>
          </a:prstGeom>
          <a:solidFill>
            <a:srgbClr val="CEB7F4"/>
          </a:solidFill>
          <a:ln>
            <a:noFill/>
          </a:ln>
        </p:spPr>
        <p:txBody>
          <a:bodyPr anchorCtr="0" anchor="ctr" bIns="70075" lIns="70075" spcFirstLastPara="1" rIns="70075" wrap="square" tIns="70075">
            <a:noAutofit/>
          </a:bodyPr>
          <a:lstStyle/>
          <a:p>
            <a:pPr indent="0" lvl="0" marL="0" marR="0" rtl="0" algn="ctr">
              <a:lnSpc>
                <a:spcPct val="100000"/>
              </a:lnSpc>
              <a:spcBef>
                <a:spcPts val="0"/>
              </a:spcBef>
              <a:spcAft>
                <a:spcPts val="0"/>
              </a:spcAft>
              <a:buClr>
                <a:srgbClr val="000000"/>
              </a:buClr>
              <a:buSzPts val="1000"/>
              <a:buFont typeface="Arial"/>
              <a:buNone/>
            </a:pPr>
            <a:r>
              <a:rPr b="1" i="0" lang="pt-BR" sz="1000" u="none" cap="none" strike="noStrike">
                <a:solidFill>
                  <a:srgbClr val="FFFFFF"/>
                </a:solidFill>
                <a:latin typeface="DM Sans"/>
                <a:ea typeface="DM Sans"/>
                <a:cs typeface="DM Sans"/>
                <a:sym typeface="DM Sans"/>
              </a:rPr>
              <a:t>Pausas</a:t>
            </a:r>
            <a:endParaRPr b="1" i="0" sz="1000" u="none" cap="none" strike="noStrike">
              <a:solidFill>
                <a:srgbClr val="FFFFFF"/>
              </a:solidFill>
              <a:latin typeface="DM Sans"/>
              <a:ea typeface="DM Sans"/>
              <a:cs typeface="DM Sans"/>
              <a:sym typeface="DM Sans"/>
            </a:endParaRPr>
          </a:p>
        </p:txBody>
      </p:sp>
      <p:sp>
        <p:nvSpPr>
          <p:cNvPr id="341" name="Google Shape;341;p33"/>
          <p:cNvSpPr/>
          <p:nvPr/>
        </p:nvSpPr>
        <p:spPr>
          <a:xfrm>
            <a:off x="6899550" y="2165350"/>
            <a:ext cx="1287300" cy="271800"/>
          </a:xfrm>
          <a:prstGeom prst="roundRect">
            <a:avLst>
              <a:gd fmla="val 50000" name="adj"/>
            </a:avLst>
          </a:prstGeom>
          <a:solidFill>
            <a:srgbClr val="CEB7F4"/>
          </a:solidFill>
          <a:ln>
            <a:noFill/>
          </a:ln>
        </p:spPr>
        <p:txBody>
          <a:bodyPr anchorCtr="0" anchor="ctr" bIns="70075" lIns="70075" spcFirstLastPara="1" rIns="70075" wrap="square" tIns="70075">
            <a:noAutofit/>
          </a:bodyPr>
          <a:lstStyle/>
          <a:p>
            <a:pPr indent="0" lvl="0" marL="0" marR="0" rtl="0" algn="ctr">
              <a:lnSpc>
                <a:spcPct val="100000"/>
              </a:lnSpc>
              <a:spcBef>
                <a:spcPts val="0"/>
              </a:spcBef>
              <a:spcAft>
                <a:spcPts val="0"/>
              </a:spcAft>
              <a:buClr>
                <a:srgbClr val="000000"/>
              </a:buClr>
              <a:buSzPts val="1000"/>
              <a:buFont typeface="Arial"/>
              <a:buNone/>
            </a:pPr>
            <a:r>
              <a:rPr b="1" i="0" lang="pt-BR" sz="1000" u="none" cap="none" strike="noStrike">
                <a:solidFill>
                  <a:srgbClr val="FFFFFF"/>
                </a:solidFill>
                <a:latin typeface="DM Sans"/>
                <a:ea typeface="DM Sans"/>
                <a:cs typeface="DM Sans"/>
                <a:sym typeface="DM Sans"/>
              </a:rPr>
              <a:t>QA</a:t>
            </a:r>
            <a:endParaRPr b="1" i="0" sz="1000" u="none" cap="none" strike="noStrike">
              <a:solidFill>
                <a:srgbClr val="FFFFFF"/>
              </a:solidFill>
              <a:latin typeface="DM Sans"/>
              <a:ea typeface="DM Sans"/>
              <a:cs typeface="DM Sans"/>
              <a:sym typeface="DM Sans"/>
            </a:endParaRPr>
          </a:p>
        </p:txBody>
      </p:sp>
      <p:sp>
        <p:nvSpPr>
          <p:cNvPr id="342" name="Google Shape;342;p33"/>
          <p:cNvSpPr txBox="1"/>
          <p:nvPr>
            <p:ph idx="4294967295" type="body"/>
          </p:nvPr>
        </p:nvSpPr>
        <p:spPr>
          <a:xfrm>
            <a:off x="867028" y="857559"/>
            <a:ext cx="7995600" cy="1235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pt-BR" sz="1000">
                <a:solidFill>
                  <a:srgbClr val="494C67"/>
                </a:solidFill>
                <a:latin typeface="DM Sans"/>
                <a:ea typeface="DM Sans"/>
                <a:cs typeface="DM Sans"/>
                <a:sym typeface="DM Sans"/>
              </a:rPr>
              <a:t>O atendimento e a operação funcionam</a:t>
            </a:r>
            <a:r>
              <a:rPr b="1" lang="pt-BR" sz="1000">
                <a:solidFill>
                  <a:srgbClr val="494C67"/>
                </a:solidFill>
                <a:latin typeface="DM Sans"/>
                <a:ea typeface="DM Sans"/>
                <a:cs typeface="DM Sans"/>
                <a:sym typeface="DM Sans"/>
              </a:rPr>
              <a:t> das 9h30 às 18h30, de segunda a sexta-feira.</a:t>
            </a:r>
            <a:endParaRPr b="1"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1 - Solicitações recebidas até às 16h são atendidas no mesmo dia.</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2 - Após as 16h serão atendidas no dia seguinte.</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3 - Solicitações urgentes devem ser informadas até às 12h do dia vigente.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4 - War Room: devem ser informadas com 3 dias úteis de antecedência.</a:t>
            </a:r>
            <a:endParaRPr sz="1000">
              <a:solidFill>
                <a:srgbClr val="494C67"/>
              </a:solidFill>
              <a:latin typeface="DM Sans"/>
              <a:ea typeface="DM Sans"/>
              <a:cs typeface="DM Sans"/>
              <a:sym typeface="DM Sans"/>
            </a:endParaRPr>
          </a:p>
        </p:txBody>
      </p:sp>
      <p:sp>
        <p:nvSpPr>
          <p:cNvPr id="343" name="Google Shape;343;p33"/>
          <p:cNvSpPr txBox="1"/>
          <p:nvPr>
            <p:ph idx="4294967295" type="body"/>
          </p:nvPr>
        </p:nvSpPr>
        <p:spPr>
          <a:xfrm>
            <a:off x="867025" y="4570596"/>
            <a:ext cx="7995600" cy="271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pt-BR" sz="900">
                <a:solidFill>
                  <a:srgbClr val="EBFF20"/>
                </a:solidFill>
                <a:highlight>
                  <a:srgbClr val="484D67"/>
                </a:highlight>
                <a:latin typeface="DM Sans"/>
                <a:ea typeface="DM Sans"/>
                <a:cs typeface="DM Sans"/>
                <a:sym typeface="DM Sans"/>
              </a:rPr>
              <a:t>*Não contempla SLA de criação de rastreadores da Flashtalking.</a:t>
            </a:r>
            <a:endParaRPr b="1" sz="900">
              <a:solidFill>
                <a:srgbClr val="EBFF20"/>
              </a:solidFill>
              <a:highlight>
                <a:srgbClr val="484D67"/>
              </a:highlight>
              <a:latin typeface="DM Sans"/>
              <a:ea typeface="DM Sans"/>
              <a:cs typeface="DM Sans"/>
              <a:sym typeface="DM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7" name="Shape 347"/>
        <p:cNvGrpSpPr/>
        <p:nvPr/>
      </p:nvGrpSpPr>
      <p:grpSpPr>
        <a:xfrm>
          <a:off x="0" y="0"/>
          <a:ext cx="0" cy="0"/>
          <a:chOff x="0" y="0"/>
          <a:chExt cx="0" cy="0"/>
        </a:xfrm>
      </p:grpSpPr>
      <p:sp>
        <p:nvSpPr>
          <p:cNvPr id="348" name="Google Shape;348;p34"/>
          <p:cNvSpPr/>
          <p:nvPr/>
        </p:nvSpPr>
        <p:spPr>
          <a:xfrm>
            <a:off x="319617" y="152400"/>
            <a:ext cx="1167900" cy="128700"/>
          </a:xfrm>
          <a:prstGeom prst="roundRect">
            <a:avLst>
              <a:gd fmla="val 50000" name="adj"/>
            </a:avLst>
          </a:prstGeom>
          <a:solidFill>
            <a:srgbClr val="484D6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pt-BR" sz="600" u="none" cap="none" strike="noStrike">
                <a:solidFill>
                  <a:srgbClr val="F2F2F2"/>
                </a:solidFill>
                <a:latin typeface="DM Sans Black"/>
                <a:ea typeface="DM Sans Black"/>
                <a:cs typeface="DM Sans Black"/>
                <a:sym typeface="DM Sans Black"/>
              </a:rPr>
              <a:t>Unilever | Operação </a:t>
            </a:r>
            <a:r>
              <a:rPr lang="pt-BR" sz="600">
                <a:solidFill>
                  <a:srgbClr val="F2F2F2"/>
                </a:solidFill>
                <a:latin typeface="DM Sans Black"/>
                <a:ea typeface="DM Sans Black"/>
                <a:cs typeface="DM Sans Black"/>
                <a:sym typeface="DM Sans Black"/>
              </a:rPr>
              <a:t>2026</a:t>
            </a:r>
            <a:endParaRPr b="0" i="0" sz="500" u="none" cap="none" strike="noStrike">
              <a:solidFill>
                <a:srgbClr val="000000"/>
              </a:solidFill>
              <a:latin typeface="DM Sans Black"/>
              <a:ea typeface="DM Sans Black"/>
              <a:cs typeface="DM Sans Black"/>
              <a:sym typeface="DM Sans Black"/>
            </a:endParaRPr>
          </a:p>
        </p:txBody>
      </p:sp>
      <p:sp>
        <p:nvSpPr>
          <p:cNvPr id="349" name="Google Shape;349;p34"/>
          <p:cNvSpPr/>
          <p:nvPr/>
        </p:nvSpPr>
        <p:spPr>
          <a:xfrm>
            <a:off x="152400" y="152401"/>
            <a:ext cx="129000" cy="128700"/>
          </a:xfrm>
          <a:prstGeom prst="ellipse">
            <a:avLst/>
          </a:prstGeom>
          <a:solidFill>
            <a:srgbClr val="14E6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350" name="Google Shape;350;p34"/>
          <p:cNvSpPr txBox="1"/>
          <p:nvPr/>
        </p:nvSpPr>
        <p:spPr>
          <a:xfrm>
            <a:off x="535500" y="461450"/>
            <a:ext cx="5448600" cy="411000"/>
          </a:xfrm>
          <a:prstGeom prst="rect">
            <a:avLst/>
          </a:prstGeom>
          <a:noFill/>
          <a:ln>
            <a:noFill/>
          </a:ln>
        </p:spPr>
        <p:txBody>
          <a:bodyPr anchorCtr="0" anchor="t" bIns="57225" lIns="57225" spcFirstLastPara="1" rIns="57225" wrap="square" tIns="57225">
            <a:spAutoFit/>
          </a:bodyPr>
          <a:lstStyle/>
          <a:p>
            <a:pPr indent="0" lvl="0" marL="0" marR="0" rtl="0" algn="l">
              <a:lnSpc>
                <a:spcPct val="80000"/>
              </a:lnSpc>
              <a:spcBef>
                <a:spcPts val="0"/>
              </a:spcBef>
              <a:spcAft>
                <a:spcPts val="0"/>
              </a:spcAft>
              <a:buClr>
                <a:srgbClr val="D3B7F7"/>
              </a:buClr>
              <a:buSzPts val="2800"/>
              <a:buFont typeface="Helvetica Neue"/>
              <a:buNone/>
            </a:pPr>
            <a:r>
              <a:rPr b="1" lang="pt-BR" sz="2400">
                <a:solidFill>
                  <a:srgbClr val="14E6FC"/>
                </a:solidFill>
                <a:latin typeface="Helvetica Neue"/>
                <a:ea typeface="Helvetica Neue"/>
                <a:cs typeface="Helvetica Neue"/>
                <a:sym typeface="Helvetica Neue"/>
              </a:rPr>
              <a:t>Produção de taxonomias | Criação</a:t>
            </a:r>
            <a:endParaRPr b="1" i="0" sz="2400" u="none" cap="none" strike="noStrike">
              <a:solidFill>
                <a:srgbClr val="14E6FC"/>
              </a:solidFill>
              <a:latin typeface="Helvetica Neue"/>
              <a:ea typeface="Helvetica Neue"/>
              <a:cs typeface="Helvetica Neue"/>
              <a:sym typeface="Helvetica Neue"/>
            </a:endParaRPr>
          </a:p>
        </p:txBody>
      </p:sp>
      <p:sp>
        <p:nvSpPr>
          <p:cNvPr id="351" name="Google Shape;351;p34"/>
          <p:cNvSpPr txBox="1"/>
          <p:nvPr>
            <p:ph idx="4294967295" type="body"/>
          </p:nvPr>
        </p:nvSpPr>
        <p:spPr>
          <a:xfrm>
            <a:off x="216825" y="1334100"/>
            <a:ext cx="6565500" cy="345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300"/>
              <a:buFont typeface="Arial"/>
              <a:buNone/>
            </a:pPr>
            <a:r>
              <a:rPr lang="pt-BR" sz="1000">
                <a:solidFill>
                  <a:srgbClr val="494C67"/>
                </a:solidFill>
                <a:latin typeface="DM Sans"/>
                <a:ea typeface="DM Sans"/>
                <a:cs typeface="DM Sans"/>
                <a:sym typeface="DM Sans"/>
              </a:rPr>
              <a:t>Após receber a solicitação via RM Online e Jira, o time de AdOps cria as taxonomias com base nas informações preenchidas na RM, no plano de mídia e nas regras da UL Brasil e da UL Global.</a:t>
            </a:r>
            <a:endParaRPr sz="1000">
              <a:solidFill>
                <a:srgbClr val="494C67"/>
              </a:solidFill>
              <a:latin typeface="DM Sans"/>
              <a:ea typeface="DM Sans"/>
              <a:cs typeface="DM Sans"/>
              <a:sym typeface="DM Sans"/>
            </a:endParaRPr>
          </a:p>
          <a:p>
            <a:pPr indent="0" lvl="0" marL="0" rtl="0" algn="l">
              <a:spcBef>
                <a:spcPts val="1200"/>
              </a:spcBef>
              <a:spcAft>
                <a:spcPts val="0"/>
              </a:spcAft>
              <a:buClr>
                <a:schemeClr val="dk1"/>
              </a:buClr>
              <a:buSzPts val="1300"/>
              <a:buFont typeface="Arial"/>
              <a:buNone/>
            </a:pPr>
            <a:r>
              <a:rPr lang="pt-BR" sz="1000">
                <a:solidFill>
                  <a:srgbClr val="494C67"/>
                </a:solidFill>
                <a:latin typeface="DM Sans"/>
                <a:ea typeface="DM Sans"/>
                <a:cs typeface="DM Sans"/>
                <a:sym typeface="DM Sans"/>
              </a:rPr>
              <a:t>Antes da entrega, todas as taxonomias passam por uma validação automatizada em um sistema validador, que verifica se a estrutura e os campos estão de acordo com as regras estabelecidas, garantindo a padronização e a qualidade dos dados.</a:t>
            </a:r>
            <a:endParaRPr sz="1000">
              <a:solidFill>
                <a:srgbClr val="494C67"/>
              </a:solidFill>
              <a:latin typeface="DM Sans"/>
              <a:ea typeface="DM Sans"/>
              <a:cs typeface="DM Sans"/>
              <a:sym typeface="DM Sans"/>
            </a:endParaRPr>
          </a:p>
          <a:p>
            <a:pPr indent="0" lvl="0" marL="0" rtl="0" algn="l">
              <a:spcBef>
                <a:spcPts val="1200"/>
              </a:spcBef>
              <a:spcAft>
                <a:spcPts val="1200"/>
              </a:spcAft>
              <a:buClr>
                <a:schemeClr val="dk1"/>
              </a:buClr>
              <a:buSzPts val="1300"/>
              <a:buFont typeface="Arial"/>
              <a:buNone/>
            </a:pPr>
            <a:r>
              <a:rPr lang="pt-BR" sz="1000">
                <a:solidFill>
                  <a:srgbClr val="494C67"/>
                </a:solidFill>
                <a:latin typeface="DM Sans"/>
                <a:ea typeface="DM Sans"/>
                <a:cs typeface="DM Sans"/>
                <a:sym typeface="DM Sans"/>
              </a:rPr>
              <a:t>Por isso, é importante que todas as informações da RM estejam preenchidas corretamente e de acordo com a documentação da UL Brasil e as regras da UL Global.</a:t>
            </a:r>
            <a:endParaRPr sz="1000">
              <a:solidFill>
                <a:srgbClr val="494C67"/>
              </a:solidFill>
              <a:latin typeface="DM Sans"/>
              <a:ea typeface="DM Sans"/>
              <a:cs typeface="DM Sans"/>
              <a:sym typeface="DM Sans"/>
            </a:endParaRPr>
          </a:p>
        </p:txBody>
      </p:sp>
      <p:pic>
        <p:nvPicPr>
          <p:cNvPr descr="Tornado White.png" id="352" name="Google Shape;352;p34"/>
          <p:cNvPicPr preferRelativeResize="0"/>
          <p:nvPr/>
        </p:nvPicPr>
        <p:blipFill rotWithShape="1">
          <a:blip r:embed="rId3">
            <a:alphaModFix/>
          </a:blip>
          <a:srcRect b="0" l="0" r="0" t="0"/>
          <a:stretch/>
        </p:blipFill>
        <p:spPr>
          <a:xfrm>
            <a:off x="76199" y="383391"/>
            <a:ext cx="545413" cy="539109"/>
          </a:xfrm>
          <a:prstGeom prst="rect">
            <a:avLst/>
          </a:prstGeom>
          <a:noFill/>
          <a:ln>
            <a:noFill/>
          </a:ln>
        </p:spPr>
      </p:pic>
      <p:sp>
        <p:nvSpPr>
          <p:cNvPr id="353" name="Google Shape;353;p34"/>
          <p:cNvSpPr txBox="1"/>
          <p:nvPr/>
        </p:nvSpPr>
        <p:spPr>
          <a:xfrm>
            <a:off x="689594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r">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All rights reserved to Stormx @</a:t>
            </a:r>
            <a:r>
              <a:rPr b="1" lang="pt-BR" sz="500">
                <a:solidFill>
                  <a:srgbClr val="484D67"/>
                </a:solidFill>
                <a:latin typeface="Helvetica Neue"/>
                <a:ea typeface="Helvetica Neue"/>
                <a:cs typeface="Helvetica Neue"/>
                <a:sym typeface="Helvetica Neue"/>
              </a:rPr>
              <a:t>2026</a:t>
            </a:r>
            <a:r>
              <a:rPr b="1" i="0" lang="pt-BR" sz="500" u="none" cap="none" strike="noStrike">
                <a:solidFill>
                  <a:srgbClr val="484D67"/>
                </a:solidFill>
                <a:latin typeface="Helvetica Neue"/>
                <a:ea typeface="Helvetica Neue"/>
                <a:cs typeface="Helvetica Neue"/>
                <a:sym typeface="Helvetica Neue"/>
              </a:rPr>
              <a:t> // Digital Forward</a:t>
            </a:r>
            <a:endParaRPr b="1" i="0" sz="500" u="none" cap="none" strike="noStrike">
              <a:solidFill>
                <a:srgbClr val="484D67"/>
              </a:solidFill>
              <a:latin typeface="Helvetica Neue"/>
              <a:ea typeface="Helvetica Neue"/>
              <a:cs typeface="Helvetica Neue"/>
              <a:sym typeface="Helvetica Neue"/>
            </a:endParaRPr>
          </a:p>
        </p:txBody>
      </p:sp>
      <p:sp>
        <p:nvSpPr>
          <p:cNvPr id="354" name="Google Shape;354;p34"/>
          <p:cNvSpPr txBox="1"/>
          <p:nvPr/>
        </p:nvSpPr>
        <p:spPr>
          <a:xfrm>
            <a:off x="5508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l">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Stormx for Unilever</a:t>
            </a:r>
            <a:endParaRPr b="1" i="0" sz="500" u="none" cap="none" strike="noStrike">
              <a:solidFill>
                <a:srgbClr val="484D67"/>
              </a:solidFill>
              <a:latin typeface="Helvetica Neue"/>
              <a:ea typeface="Helvetica Neue"/>
              <a:cs typeface="Helvetica Neue"/>
              <a:sym typeface="Helvetica Neue"/>
            </a:endParaRPr>
          </a:p>
        </p:txBody>
      </p:sp>
      <p:sp>
        <p:nvSpPr>
          <p:cNvPr id="355" name="Google Shape;355;p34"/>
          <p:cNvSpPr/>
          <p:nvPr/>
        </p:nvSpPr>
        <p:spPr>
          <a:xfrm>
            <a:off x="7813300" y="152400"/>
            <a:ext cx="936300" cy="936300"/>
          </a:xfrm>
          <a:prstGeom prst="flowChartConnector">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9" name="Shape 359"/>
        <p:cNvGrpSpPr/>
        <p:nvPr/>
      </p:nvGrpSpPr>
      <p:grpSpPr>
        <a:xfrm>
          <a:off x="0" y="0"/>
          <a:ext cx="0" cy="0"/>
          <a:chOff x="0" y="0"/>
          <a:chExt cx="0" cy="0"/>
        </a:xfrm>
      </p:grpSpPr>
      <p:sp>
        <p:nvSpPr>
          <p:cNvPr id="360" name="Google Shape;360;p35"/>
          <p:cNvSpPr/>
          <p:nvPr/>
        </p:nvSpPr>
        <p:spPr>
          <a:xfrm>
            <a:off x="319617" y="152400"/>
            <a:ext cx="1167900" cy="128700"/>
          </a:xfrm>
          <a:prstGeom prst="roundRect">
            <a:avLst>
              <a:gd fmla="val 50000" name="adj"/>
            </a:avLst>
          </a:prstGeom>
          <a:solidFill>
            <a:srgbClr val="484D6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pt-BR" sz="600" u="none" cap="none" strike="noStrike">
                <a:solidFill>
                  <a:srgbClr val="F2F2F2"/>
                </a:solidFill>
                <a:latin typeface="DM Sans Black"/>
                <a:ea typeface="DM Sans Black"/>
                <a:cs typeface="DM Sans Black"/>
                <a:sym typeface="DM Sans Black"/>
              </a:rPr>
              <a:t>Unilever | Operação </a:t>
            </a:r>
            <a:r>
              <a:rPr lang="pt-BR" sz="600">
                <a:solidFill>
                  <a:srgbClr val="F2F2F2"/>
                </a:solidFill>
                <a:latin typeface="DM Sans Black"/>
                <a:ea typeface="DM Sans Black"/>
                <a:cs typeface="DM Sans Black"/>
                <a:sym typeface="DM Sans Black"/>
              </a:rPr>
              <a:t>2026</a:t>
            </a:r>
            <a:endParaRPr b="0" i="0" sz="500" u="none" cap="none" strike="noStrike">
              <a:solidFill>
                <a:srgbClr val="000000"/>
              </a:solidFill>
              <a:latin typeface="DM Sans Black"/>
              <a:ea typeface="DM Sans Black"/>
              <a:cs typeface="DM Sans Black"/>
              <a:sym typeface="DM Sans Black"/>
            </a:endParaRPr>
          </a:p>
        </p:txBody>
      </p:sp>
      <p:sp>
        <p:nvSpPr>
          <p:cNvPr id="361" name="Google Shape;361;p35"/>
          <p:cNvSpPr/>
          <p:nvPr/>
        </p:nvSpPr>
        <p:spPr>
          <a:xfrm>
            <a:off x="152400" y="152401"/>
            <a:ext cx="129000" cy="128700"/>
          </a:xfrm>
          <a:prstGeom prst="ellipse">
            <a:avLst/>
          </a:prstGeom>
          <a:solidFill>
            <a:srgbClr val="14E6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362" name="Google Shape;362;p35"/>
          <p:cNvSpPr txBox="1"/>
          <p:nvPr/>
        </p:nvSpPr>
        <p:spPr>
          <a:xfrm>
            <a:off x="535500" y="461450"/>
            <a:ext cx="5728200" cy="411000"/>
          </a:xfrm>
          <a:prstGeom prst="rect">
            <a:avLst/>
          </a:prstGeom>
          <a:noFill/>
          <a:ln>
            <a:noFill/>
          </a:ln>
        </p:spPr>
        <p:txBody>
          <a:bodyPr anchorCtr="0" anchor="t" bIns="57225" lIns="57225" spcFirstLastPara="1" rIns="57225" wrap="square" tIns="57225">
            <a:spAutoFit/>
          </a:bodyPr>
          <a:lstStyle/>
          <a:p>
            <a:pPr indent="0" lvl="0" marL="0" marR="0" rtl="0" algn="l">
              <a:lnSpc>
                <a:spcPct val="80000"/>
              </a:lnSpc>
              <a:spcBef>
                <a:spcPts val="0"/>
              </a:spcBef>
              <a:spcAft>
                <a:spcPts val="0"/>
              </a:spcAft>
              <a:buClr>
                <a:srgbClr val="D3B7F7"/>
              </a:buClr>
              <a:buSzPts val="2800"/>
              <a:buFont typeface="Helvetica Neue"/>
              <a:buNone/>
            </a:pPr>
            <a:r>
              <a:rPr b="1" lang="pt-BR" sz="2400">
                <a:solidFill>
                  <a:srgbClr val="14E6FC"/>
                </a:solidFill>
                <a:latin typeface="Helvetica Neue"/>
                <a:ea typeface="Helvetica Neue"/>
                <a:cs typeface="Helvetica Neue"/>
                <a:sym typeface="Helvetica Neue"/>
              </a:rPr>
              <a:t>Produção de taxonomias | Entrega</a:t>
            </a:r>
            <a:endParaRPr b="1" i="0" sz="2400" u="none" cap="none" strike="noStrike">
              <a:solidFill>
                <a:srgbClr val="14E6FC"/>
              </a:solidFill>
              <a:latin typeface="Helvetica Neue"/>
              <a:ea typeface="Helvetica Neue"/>
              <a:cs typeface="Helvetica Neue"/>
              <a:sym typeface="Helvetica Neue"/>
            </a:endParaRPr>
          </a:p>
        </p:txBody>
      </p:sp>
      <p:sp>
        <p:nvSpPr>
          <p:cNvPr id="363" name="Google Shape;363;p35"/>
          <p:cNvSpPr txBox="1"/>
          <p:nvPr>
            <p:ph idx="4294967295" type="body"/>
          </p:nvPr>
        </p:nvSpPr>
        <p:spPr>
          <a:xfrm>
            <a:off x="216825" y="1334100"/>
            <a:ext cx="6565500" cy="3456600"/>
          </a:xfrm>
          <a:prstGeom prst="rect">
            <a:avLst/>
          </a:prstGeom>
          <a:noFill/>
          <a:ln>
            <a:noFill/>
          </a:ln>
        </p:spPr>
        <p:txBody>
          <a:bodyPr anchorCtr="0" anchor="t" bIns="91425" lIns="91425" spcFirstLastPara="1" rIns="91425" wrap="square" tIns="91425">
            <a:noAutofit/>
          </a:bodyPr>
          <a:lstStyle/>
          <a:p>
            <a:pPr indent="-292100" lvl="0" marL="457200" rtl="0" algn="l">
              <a:spcBef>
                <a:spcPts val="0"/>
              </a:spcBef>
              <a:spcAft>
                <a:spcPts val="0"/>
              </a:spcAft>
              <a:buClr>
                <a:srgbClr val="494C67"/>
              </a:buClr>
              <a:buSzPts val="1000"/>
              <a:buFont typeface="DM Sans"/>
              <a:buChar char="●"/>
            </a:pPr>
            <a:r>
              <a:rPr b="1" lang="pt-BR" sz="1000">
                <a:solidFill>
                  <a:srgbClr val="494C67"/>
                </a:solidFill>
                <a:latin typeface="DM Sans"/>
                <a:ea typeface="DM Sans"/>
                <a:cs typeface="DM Sans"/>
                <a:sym typeface="DM Sans"/>
              </a:rPr>
              <a:t>TikTok, Meta e YouTube: </a:t>
            </a:r>
            <a:r>
              <a:rPr lang="pt-BR" sz="1000">
                <a:solidFill>
                  <a:srgbClr val="494C67"/>
                </a:solidFill>
                <a:latin typeface="DM Sans"/>
                <a:ea typeface="DM Sans"/>
                <a:cs typeface="DM Sans"/>
                <a:sym typeface="DM Sans"/>
              </a:rPr>
              <a:t>as taxonomias são incluídas na RM e o status é atualizado para “Concluído Stormx”.</a:t>
            </a:r>
            <a:endParaRPr sz="1000">
              <a:solidFill>
                <a:srgbClr val="494C67"/>
              </a:solidFill>
              <a:latin typeface="DM Sans"/>
              <a:ea typeface="DM Sans"/>
              <a:cs typeface="DM Sans"/>
              <a:sym typeface="DM Sans"/>
            </a:endParaRPr>
          </a:p>
          <a:p>
            <a:pPr indent="0" lvl="0" marL="0" rtl="0" algn="l">
              <a:lnSpc>
                <a:spcPct val="100000"/>
              </a:lnSpc>
              <a:spcBef>
                <a:spcPts val="1200"/>
              </a:spcBef>
              <a:spcAft>
                <a:spcPts val="0"/>
              </a:spcAft>
              <a:buNone/>
            </a:pPr>
            <a:r>
              <a:t/>
            </a:r>
            <a:endParaRPr sz="1000">
              <a:solidFill>
                <a:srgbClr val="494C67"/>
              </a:solidFill>
              <a:latin typeface="DM Sans"/>
              <a:ea typeface="DM Sans"/>
              <a:cs typeface="DM Sans"/>
              <a:sym typeface="DM Sans"/>
            </a:endParaRPr>
          </a:p>
          <a:p>
            <a:pPr indent="-292100" lvl="0" marL="457200" rtl="0" algn="l">
              <a:spcBef>
                <a:spcPts val="0"/>
              </a:spcBef>
              <a:spcAft>
                <a:spcPts val="0"/>
              </a:spcAft>
              <a:buClr>
                <a:srgbClr val="494C67"/>
              </a:buClr>
              <a:buSzPts val="1000"/>
              <a:buFont typeface="DM Sans"/>
              <a:buChar char="●"/>
            </a:pPr>
            <a:r>
              <a:rPr b="1" lang="pt-BR" sz="1000">
                <a:solidFill>
                  <a:srgbClr val="494C67"/>
                </a:solidFill>
                <a:latin typeface="DM Sans"/>
                <a:ea typeface="DM Sans"/>
                <a:cs typeface="DM Sans"/>
                <a:sym typeface="DM Sans"/>
              </a:rPr>
              <a:t>Pinterest, Twitter, Compra Direta, Amazon DSP e Programática: </a:t>
            </a:r>
            <a:r>
              <a:rPr lang="pt-BR" sz="1000">
                <a:solidFill>
                  <a:srgbClr val="494C67"/>
                </a:solidFill>
                <a:latin typeface="DM Sans"/>
                <a:ea typeface="DM Sans"/>
                <a:cs typeface="DM Sans"/>
                <a:sym typeface="DM Sans"/>
              </a:rPr>
              <a:t>pode ser necessário solicitar tags ou contadores à Flashtalking, com prazo de entrega de 48 horas. Quando houver necessidade de envelopamento, o time de mídia deve incluir o link das peças na RM.</a:t>
            </a:r>
            <a:endParaRPr sz="1000">
              <a:solidFill>
                <a:srgbClr val="494C67"/>
              </a:solidFill>
              <a:latin typeface="DM Sans"/>
              <a:ea typeface="DM Sans"/>
              <a:cs typeface="DM Sans"/>
              <a:sym typeface="DM Sans"/>
            </a:endParaRPr>
          </a:p>
          <a:p>
            <a:pPr indent="-243500" lvl="1" marL="630000" rtl="0" algn="l">
              <a:spcBef>
                <a:spcPts val="0"/>
              </a:spcBef>
              <a:spcAft>
                <a:spcPts val="0"/>
              </a:spcAft>
              <a:buClr>
                <a:srgbClr val="494C67"/>
              </a:buClr>
              <a:buSzPts val="1000"/>
              <a:buFont typeface="DM Sans"/>
              <a:buChar char="○"/>
            </a:pPr>
            <a:r>
              <a:rPr b="1" lang="pt-BR" sz="1000">
                <a:solidFill>
                  <a:srgbClr val="494C67"/>
                </a:solidFill>
                <a:latin typeface="DM Sans"/>
                <a:ea typeface="DM Sans"/>
                <a:cs typeface="DM Sans"/>
                <a:sym typeface="DM Sans"/>
              </a:rPr>
              <a:t>Destinatários: </a:t>
            </a:r>
            <a:r>
              <a:rPr lang="pt-BR" sz="1000">
                <a:solidFill>
                  <a:srgbClr val="494C67"/>
                </a:solidFill>
                <a:latin typeface="DM Sans"/>
                <a:ea typeface="DM Sans"/>
                <a:cs typeface="DM Sans"/>
                <a:sym typeface="DM Sans"/>
              </a:rPr>
              <a:t>para Kinesso, incluímos taxonomias e contadores na RM. Para veículos externos, incluímos apenas as taxonomias, e a Flashtalking envia as informações aos destinatários.</a:t>
            </a:r>
            <a:endParaRPr sz="1000">
              <a:solidFill>
                <a:srgbClr val="494C67"/>
              </a:solidFill>
              <a:latin typeface="DM Sans"/>
              <a:ea typeface="DM Sans"/>
              <a:cs typeface="DM Sans"/>
              <a:sym typeface="DM Sans"/>
            </a:endParaRPr>
          </a:p>
          <a:p>
            <a:pPr indent="0" lvl="0" marL="0" rtl="0" algn="l">
              <a:spcBef>
                <a:spcPts val="1200"/>
              </a:spcBef>
              <a:spcAft>
                <a:spcPts val="0"/>
              </a:spcAft>
              <a:buClr>
                <a:schemeClr val="dk1"/>
              </a:buClr>
              <a:buSzPts val="1300"/>
              <a:buFont typeface="Arial"/>
              <a:buNone/>
            </a:pPr>
            <a:r>
              <a:rPr b="1" lang="pt-BR" sz="1000">
                <a:solidFill>
                  <a:srgbClr val="494C67"/>
                </a:solidFill>
                <a:latin typeface="DM Sans"/>
                <a:ea typeface="DM Sans"/>
                <a:cs typeface="DM Sans"/>
                <a:sym typeface="DM Sans"/>
              </a:rPr>
              <a:t>Pontos de atenção</a:t>
            </a:r>
            <a:endParaRPr b="1" sz="1000">
              <a:solidFill>
                <a:srgbClr val="494C67"/>
              </a:solidFill>
              <a:latin typeface="DM Sans"/>
              <a:ea typeface="DM Sans"/>
              <a:cs typeface="DM Sans"/>
              <a:sym typeface="DM Sans"/>
            </a:endParaRPr>
          </a:p>
          <a:p>
            <a:pPr indent="-292100" lvl="0" marL="457200" rtl="0" algn="l">
              <a:spcBef>
                <a:spcPts val="1200"/>
              </a:spcBef>
              <a:spcAft>
                <a:spcPts val="0"/>
              </a:spcAft>
              <a:buClr>
                <a:srgbClr val="494C67"/>
              </a:buClr>
              <a:buSzPts val="1000"/>
              <a:buFont typeface="DM Sans"/>
              <a:buChar char="●"/>
            </a:pPr>
            <a:r>
              <a:rPr lang="pt-BR" sz="1000">
                <a:solidFill>
                  <a:srgbClr val="494C67"/>
                </a:solidFill>
                <a:latin typeface="DM Sans"/>
                <a:ea typeface="DM Sans"/>
                <a:cs typeface="DM Sans"/>
                <a:sym typeface="DM Sans"/>
              </a:rPr>
              <a:t>A taxonomia deve ser utilizada exatamente como foi entregue pela Stormx, sem alterações.</a:t>
            </a:r>
            <a:endParaRPr sz="1000">
              <a:solidFill>
                <a:srgbClr val="494C67"/>
              </a:solidFill>
              <a:latin typeface="DM Sans"/>
              <a:ea typeface="DM Sans"/>
              <a:cs typeface="DM Sans"/>
              <a:sym typeface="DM Sans"/>
            </a:endParaRPr>
          </a:p>
          <a:p>
            <a:pPr indent="-292100" lvl="0" marL="457200" rtl="0" algn="l">
              <a:spcBef>
                <a:spcPts val="0"/>
              </a:spcBef>
              <a:spcAft>
                <a:spcPts val="0"/>
              </a:spcAft>
              <a:buClr>
                <a:srgbClr val="494C67"/>
              </a:buClr>
              <a:buSzPts val="1000"/>
              <a:buFont typeface="DM Sans"/>
              <a:buChar char="●"/>
            </a:pPr>
            <a:r>
              <a:rPr lang="pt-BR" sz="1000">
                <a:solidFill>
                  <a:srgbClr val="494C67"/>
                </a:solidFill>
                <a:latin typeface="DM Sans"/>
                <a:ea typeface="DM Sans"/>
                <a:cs typeface="DM Sans"/>
                <a:sym typeface="DM Sans"/>
              </a:rPr>
              <a:t>Caso seja necessário algum ajuste, ele deve ser solicitado via Jira.</a:t>
            </a:r>
            <a:endParaRPr sz="1000">
              <a:solidFill>
                <a:srgbClr val="494C67"/>
              </a:solidFill>
              <a:latin typeface="DM Sans"/>
              <a:ea typeface="DM Sans"/>
              <a:cs typeface="DM Sans"/>
              <a:sym typeface="DM Sans"/>
            </a:endParaRPr>
          </a:p>
          <a:p>
            <a:pPr indent="-292100" lvl="0" marL="457200" rtl="0" algn="l">
              <a:spcBef>
                <a:spcPts val="0"/>
              </a:spcBef>
              <a:spcAft>
                <a:spcPts val="0"/>
              </a:spcAft>
              <a:buClr>
                <a:srgbClr val="494C67"/>
              </a:buClr>
              <a:buSzPts val="1000"/>
              <a:buFont typeface="DM Sans"/>
              <a:buChar char="●"/>
            </a:pPr>
            <a:r>
              <a:rPr lang="pt-BR" sz="1000">
                <a:solidFill>
                  <a:srgbClr val="494C67"/>
                </a:solidFill>
                <a:latin typeface="DM Sans"/>
                <a:ea typeface="DM Sans"/>
                <a:cs typeface="DM Sans"/>
                <a:sym typeface="DM Sans"/>
              </a:rPr>
              <a:t>Antes da implementação, confira se a taxonomia corresponde à plataforma e à linha correta do plano de mídia.</a:t>
            </a:r>
            <a:endParaRPr sz="1000">
              <a:solidFill>
                <a:srgbClr val="494C67"/>
              </a:solidFill>
              <a:latin typeface="DM Sans"/>
              <a:ea typeface="DM Sans"/>
              <a:cs typeface="DM Sans"/>
              <a:sym typeface="DM Sans"/>
            </a:endParaRPr>
          </a:p>
        </p:txBody>
      </p:sp>
      <p:pic>
        <p:nvPicPr>
          <p:cNvPr descr="Tornado White.png" id="364" name="Google Shape;364;p35"/>
          <p:cNvPicPr preferRelativeResize="0"/>
          <p:nvPr/>
        </p:nvPicPr>
        <p:blipFill rotWithShape="1">
          <a:blip r:embed="rId3">
            <a:alphaModFix/>
          </a:blip>
          <a:srcRect b="0" l="0" r="0" t="0"/>
          <a:stretch/>
        </p:blipFill>
        <p:spPr>
          <a:xfrm>
            <a:off x="76199" y="383391"/>
            <a:ext cx="545413" cy="539109"/>
          </a:xfrm>
          <a:prstGeom prst="rect">
            <a:avLst/>
          </a:prstGeom>
          <a:noFill/>
          <a:ln>
            <a:noFill/>
          </a:ln>
        </p:spPr>
      </p:pic>
      <p:sp>
        <p:nvSpPr>
          <p:cNvPr id="365" name="Google Shape;365;p35"/>
          <p:cNvSpPr txBox="1"/>
          <p:nvPr/>
        </p:nvSpPr>
        <p:spPr>
          <a:xfrm>
            <a:off x="689594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r">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All rights reserved to Stormx @</a:t>
            </a:r>
            <a:r>
              <a:rPr b="1" lang="pt-BR" sz="500">
                <a:solidFill>
                  <a:srgbClr val="484D67"/>
                </a:solidFill>
                <a:latin typeface="Helvetica Neue"/>
                <a:ea typeface="Helvetica Neue"/>
                <a:cs typeface="Helvetica Neue"/>
                <a:sym typeface="Helvetica Neue"/>
              </a:rPr>
              <a:t>2026</a:t>
            </a:r>
            <a:r>
              <a:rPr b="1" i="0" lang="pt-BR" sz="500" u="none" cap="none" strike="noStrike">
                <a:solidFill>
                  <a:srgbClr val="484D67"/>
                </a:solidFill>
                <a:latin typeface="Helvetica Neue"/>
                <a:ea typeface="Helvetica Neue"/>
                <a:cs typeface="Helvetica Neue"/>
                <a:sym typeface="Helvetica Neue"/>
              </a:rPr>
              <a:t> // Digital Forward</a:t>
            </a:r>
            <a:endParaRPr b="1" i="0" sz="500" u="none" cap="none" strike="noStrike">
              <a:solidFill>
                <a:srgbClr val="484D67"/>
              </a:solidFill>
              <a:latin typeface="Helvetica Neue"/>
              <a:ea typeface="Helvetica Neue"/>
              <a:cs typeface="Helvetica Neue"/>
              <a:sym typeface="Helvetica Neue"/>
            </a:endParaRPr>
          </a:p>
        </p:txBody>
      </p:sp>
      <p:sp>
        <p:nvSpPr>
          <p:cNvPr id="366" name="Google Shape;366;p35"/>
          <p:cNvSpPr txBox="1"/>
          <p:nvPr/>
        </p:nvSpPr>
        <p:spPr>
          <a:xfrm>
            <a:off x="5508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l">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Stormx for Unilever</a:t>
            </a:r>
            <a:endParaRPr b="1" i="0" sz="500" u="none" cap="none" strike="noStrike">
              <a:solidFill>
                <a:srgbClr val="484D67"/>
              </a:solidFill>
              <a:latin typeface="Helvetica Neue"/>
              <a:ea typeface="Helvetica Neue"/>
              <a:cs typeface="Helvetica Neue"/>
              <a:sym typeface="Helvetica Neue"/>
            </a:endParaRPr>
          </a:p>
        </p:txBody>
      </p:sp>
      <p:sp>
        <p:nvSpPr>
          <p:cNvPr id="367" name="Google Shape;367;p35"/>
          <p:cNvSpPr/>
          <p:nvPr/>
        </p:nvSpPr>
        <p:spPr>
          <a:xfrm>
            <a:off x="7813300" y="152400"/>
            <a:ext cx="936300" cy="936300"/>
          </a:xfrm>
          <a:prstGeom prst="flowChartConnector">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1" name="Shape 371"/>
        <p:cNvGrpSpPr/>
        <p:nvPr/>
      </p:nvGrpSpPr>
      <p:grpSpPr>
        <a:xfrm>
          <a:off x="0" y="0"/>
          <a:ext cx="0" cy="0"/>
          <a:chOff x="0" y="0"/>
          <a:chExt cx="0" cy="0"/>
        </a:xfrm>
      </p:grpSpPr>
      <p:sp>
        <p:nvSpPr>
          <p:cNvPr id="372" name="Google Shape;372;p36"/>
          <p:cNvSpPr/>
          <p:nvPr/>
        </p:nvSpPr>
        <p:spPr>
          <a:xfrm>
            <a:off x="319617" y="152400"/>
            <a:ext cx="1167900" cy="128700"/>
          </a:xfrm>
          <a:prstGeom prst="roundRect">
            <a:avLst>
              <a:gd fmla="val 50000" name="adj"/>
            </a:avLst>
          </a:prstGeom>
          <a:solidFill>
            <a:srgbClr val="484D6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pt-BR" sz="600" u="none" cap="none" strike="noStrike">
                <a:solidFill>
                  <a:srgbClr val="F2F2F2"/>
                </a:solidFill>
                <a:latin typeface="DM Sans Black"/>
                <a:ea typeface="DM Sans Black"/>
                <a:cs typeface="DM Sans Black"/>
                <a:sym typeface="DM Sans Black"/>
              </a:rPr>
              <a:t>Unilever | Operação </a:t>
            </a:r>
            <a:r>
              <a:rPr lang="pt-BR" sz="600">
                <a:solidFill>
                  <a:srgbClr val="F2F2F2"/>
                </a:solidFill>
                <a:latin typeface="DM Sans Black"/>
                <a:ea typeface="DM Sans Black"/>
                <a:cs typeface="DM Sans Black"/>
                <a:sym typeface="DM Sans Black"/>
              </a:rPr>
              <a:t>2026</a:t>
            </a:r>
            <a:endParaRPr b="0" i="0" sz="500" u="none" cap="none" strike="noStrike">
              <a:solidFill>
                <a:srgbClr val="000000"/>
              </a:solidFill>
              <a:latin typeface="DM Sans Black"/>
              <a:ea typeface="DM Sans Black"/>
              <a:cs typeface="DM Sans Black"/>
              <a:sym typeface="DM Sans Black"/>
            </a:endParaRPr>
          </a:p>
        </p:txBody>
      </p:sp>
      <p:sp>
        <p:nvSpPr>
          <p:cNvPr id="373" name="Google Shape;373;p36"/>
          <p:cNvSpPr/>
          <p:nvPr/>
        </p:nvSpPr>
        <p:spPr>
          <a:xfrm>
            <a:off x="152400" y="152401"/>
            <a:ext cx="129000" cy="128700"/>
          </a:xfrm>
          <a:prstGeom prst="ellipse">
            <a:avLst/>
          </a:prstGeom>
          <a:solidFill>
            <a:srgbClr val="14E6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374" name="Google Shape;374;p36"/>
          <p:cNvSpPr txBox="1"/>
          <p:nvPr/>
        </p:nvSpPr>
        <p:spPr>
          <a:xfrm>
            <a:off x="535500" y="461450"/>
            <a:ext cx="5728200" cy="411000"/>
          </a:xfrm>
          <a:prstGeom prst="rect">
            <a:avLst/>
          </a:prstGeom>
          <a:noFill/>
          <a:ln>
            <a:noFill/>
          </a:ln>
        </p:spPr>
        <p:txBody>
          <a:bodyPr anchorCtr="0" anchor="t" bIns="57225" lIns="57225" spcFirstLastPara="1" rIns="57225" wrap="square" tIns="57225">
            <a:spAutoFit/>
          </a:bodyPr>
          <a:lstStyle/>
          <a:p>
            <a:pPr indent="0" lvl="0" marL="0" marR="0" rtl="0" algn="l">
              <a:lnSpc>
                <a:spcPct val="80000"/>
              </a:lnSpc>
              <a:spcBef>
                <a:spcPts val="0"/>
              </a:spcBef>
              <a:spcAft>
                <a:spcPts val="0"/>
              </a:spcAft>
              <a:buClr>
                <a:srgbClr val="D3B7F7"/>
              </a:buClr>
              <a:buSzPts val="2800"/>
              <a:buFont typeface="Helvetica Neue"/>
              <a:buNone/>
            </a:pPr>
            <a:r>
              <a:rPr b="1" lang="pt-BR" sz="2400">
                <a:solidFill>
                  <a:srgbClr val="14E6FC"/>
                </a:solidFill>
                <a:latin typeface="Helvetica Neue"/>
                <a:ea typeface="Helvetica Neue"/>
                <a:cs typeface="Helvetica Neue"/>
                <a:sym typeface="Helvetica Neue"/>
              </a:rPr>
              <a:t>IDs e relacionamento das linhas</a:t>
            </a:r>
            <a:endParaRPr b="1" i="0" sz="2400" u="none" cap="none" strike="noStrike">
              <a:solidFill>
                <a:srgbClr val="14E6FC"/>
              </a:solidFill>
              <a:latin typeface="Helvetica Neue"/>
              <a:ea typeface="Helvetica Neue"/>
              <a:cs typeface="Helvetica Neue"/>
              <a:sym typeface="Helvetica Neue"/>
            </a:endParaRPr>
          </a:p>
        </p:txBody>
      </p:sp>
      <p:sp>
        <p:nvSpPr>
          <p:cNvPr id="375" name="Google Shape;375;p36"/>
          <p:cNvSpPr txBox="1"/>
          <p:nvPr>
            <p:ph idx="4294967295" type="body"/>
          </p:nvPr>
        </p:nvSpPr>
        <p:spPr>
          <a:xfrm>
            <a:off x="216825" y="1334100"/>
            <a:ext cx="6565500" cy="345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pt-BR" sz="1000">
                <a:solidFill>
                  <a:srgbClr val="494C67"/>
                </a:solidFill>
                <a:latin typeface="DM Sans"/>
                <a:ea typeface="DM Sans"/>
                <a:cs typeface="DM Sans"/>
                <a:sym typeface="DM Sans"/>
              </a:rPr>
              <a:t>Meta, TikTok e YouTube</a:t>
            </a:r>
            <a:endParaRPr b="1" sz="1000">
              <a:solidFill>
                <a:srgbClr val="494C67"/>
              </a:solidFill>
              <a:latin typeface="DM Sans"/>
              <a:ea typeface="DM Sans"/>
              <a:cs typeface="DM Sans"/>
              <a:sym typeface="DM Sans"/>
            </a:endParaRPr>
          </a:p>
          <a:p>
            <a:pPr indent="0" lvl="0" marL="0" rtl="0" algn="l">
              <a:spcBef>
                <a:spcPts val="1200"/>
              </a:spcBef>
              <a:spcAft>
                <a:spcPts val="0"/>
              </a:spcAft>
              <a:buNone/>
            </a:pPr>
            <a:r>
              <a:rPr lang="pt-BR" sz="1000">
                <a:solidFill>
                  <a:srgbClr val="494C67"/>
                </a:solidFill>
                <a:latin typeface="DM Sans"/>
                <a:ea typeface="DM Sans"/>
                <a:cs typeface="DM Sans"/>
                <a:sym typeface="DM Sans"/>
              </a:rPr>
              <a:t>Para cada linha solicitada na RM, criamos um ID único, que é incluído no Ad Name e relacionado à Campaign/IO, ao Ad Group e ao Line Item. Esse ID é exclusivo e não pode ser reutilizado em outras linhas.</a:t>
            </a:r>
            <a:endParaRPr sz="1000">
              <a:solidFill>
                <a:srgbClr val="494C67"/>
              </a:solidFill>
              <a:latin typeface="DM Sans"/>
              <a:ea typeface="DM Sans"/>
              <a:cs typeface="DM Sans"/>
              <a:sym typeface="DM Sans"/>
            </a:endParaRPr>
          </a:p>
          <a:p>
            <a:pPr indent="0" lvl="0" marL="0" rtl="0" algn="l">
              <a:spcBef>
                <a:spcPts val="1200"/>
              </a:spcBef>
              <a:spcAft>
                <a:spcPts val="0"/>
              </a:spcAft>
              <a:buNone/>
            </a:pPr>
            <a:r>
              <a:rPr lang="pt-BR" sz="1000">
                <a:solidFill>
                  <a:srgbClr val="494C67"/>
                </a:solidFill>
                <a:latin typeface="DM Sans"/>
                <a:ea typeface="DM Sans"/>
                <a:cs typeface="DM Sans"/>
                <a:sym typeface="DM Sans"/>
              </a:rPr>
              <a:t>Por isso, o time de mídia precisa garantir que a Campaign/IO, o Ad Group e o Ad Name pertençam ao mesmo </a:t>
            </a:r>
            <a:r>
              <a:rPr lang="pt-BR" sz="1000">
                <a:solidFill>
                  <a:srgbClr val="494C67"/>
                </a:solidFill>
                <a:latin typeface="DM Sans"/>
                <a:ea typeface="DM Sans"/>
                <a:cs typeface="DM Sans"/>
                <a:sym typeface="DM Sans"/>
              </a:rPr>
              <a:t>I</a:t>
            </a:r>
            <a:r>
              <a:rPr lang="pt-BR" sz="1000">
                <a:solidFill>
                  <a:srgbClr val="494C67"/>
                </a:solidFill>
                <a:latin typeface="DM Sans"/>
                <a:ea typeface="DM Sans"/>
                <a:cs typeface="DM Sans"/>
                <a:sym typeface="DM Sans"/>
              </a:rPr>
              <a:t>D. Misturar informações de IDs diferentes gera divergências na implementação.</a:t>
            </a:r>
            <a:endParaRPr sz="1000">
              <a:solidFill>
                <a:srgbClr val="494C67"/>
              </a:solidFill>
              <a:latin typeface="DM Sans"/>
              <a:ea typeface="DM Sans"/>
              <a:cs typeface="DM Sans"/>
              <a:sym typeface="DM Sans"/>
            </a:endParaRPr>
          </a:p>
          <a:p>
            <a:pPr indent="0" lvl="0" marL="0" rtl="0" algn="l">
              <a:spcBef>
                <a:spcPts val="1200"/>
              </a:spcBef>
              <a:spcAft>
                <a:spcPts val="0"/>
              </a:spcAft>
              <a:buNone/>
            </a:pPr>
            <a:r>
              <a:rPr lang="pt-BR" sz="1000">
                <a:solidFill>
                  <a:srgbClr val="494C67"/>
                </a:solidFill>
                <a:latin typeface="DM Sans"/>
                <a:ea typeface="DM Sans"/>
                <a:cs typeface="DM Sans"/>
                <a:sym typeface="DM Sans"/>
              </a:rPr>
              <a:t>Sempre que o mesmo anúncio precisar ser implementado em campanhas, IOs ou Ad Groups diferentes, cada linha deve ser solicitada individualmente na RM, para que seja criado um ID específico para cada uma.</a:t>
            </a:r>
            <a:endParaRPr b="1" sz="1000">
              <a:solidFill>
                <a:srgbClr val="494C67"/>
              </a:solidFill>
              <a:latin typeface="DM Sans"/>
              <a:ea typeface="DM Sans"/>
              <a:cs typeface="DM Sans"/>
              <a:sym typeface="DM Sans"/>
            </a:endParaRPr>
          </a:p>
          <a:p>
            <a:pPr indent="0" lvl="0" marL="0" rtl="0" algn="l">
              <a:spcBef>
                <a:spcPts val="1200"/>
              </a:spcBef>
              <a:spcAft>
                <a:spcPts val="0"/>
              </a:spcAft>
              <a:buNone/>
            </a:pPr>
            <a:r>
              <a:rPr b="1" lang="pt-BR" sz="1000">
                <a:solidFill>
                  <a:srgbClr val="494C67"/>
                </a:solidFill>
                <a:latin typeface="DM Sans"/>
                <a:ea typeface="DM Sans"/>
                <a:cs typeface="DM Sans"/>
                <a:sym typeface="DM Sans"/>
              </a:rPr>
              <a:t>Pinterest, Twitter, Amazon DSP, Programática e Compra Direta</a:t>
            </a:r>
            <a:endParaRPr b="1" sz="1000">
              <a:solidFill>
                <a:srgbClr val="494C67"/>
              </a:solidFill>
              <a:latin typeface="DM Sans"/>
              <a:ea typeface="DM Sans"/>
              <a:cs typeface="DM Sans"/>
              <a:sym typeface="DM Sans"/>
            </a:endParaRPr>
          </a:p>
          <a:p>
            <a:pPr indent="0" lvl="0" marL="0" rtl="0" algn="l">
              <a:spcBef>
                <a:spcPts val="1200"/>
              </a:spcBef>
              <a:spcAft>
                <a:spcPts val="0"/>
              </a:spcAft>
              <a:buNone/>
            </a:pPr>
            <a:r>
              <a:rPr lang="pt-BR" sz="1000">
                <a:solidFill>
                  <a:srgbClr val="494C67"/>
                </a:solidFill>
                <a:latin typeface="DM Sans"/>
                <a:ea typeface="DM Sans"/>
                <a:cs typeface="DM Sans"/>
                <a:sym typeface="DM Sans"/>
              </a:rPr>
              <a:t>Nesses veículos, a Flashtalking também gera um ID único para cada Placement, que deve ser respeitado durante a implementação.</a:t>
            </a:r>
            <a:endParaRPr sz="1000">
              <a:solidFill>
                <a:srgbClr val="494C67"/>
              </a:solidFill>
              <a:latin typeface="DM Sans"/>
              <a:ea typeface="DM Sans"/>
              <a:cs typeface="DM Sans"/>
              <a:sym typeface="DM Sans"/>
            </a:endParaRPr>
          </a:p>
          <a:p>
            <a:pPr indent="0" lvl="0" marL="0" rtl="0" algn="l">
              <a:spcBef>
                <a:spcPts val="1200"/>
              </a:spcBef>
              <a:spcAft>
                <a:spcPts val="1200"/>
              </a:spcAft>
              <a:buNone/>
            </a:pPr>
            <a:r>
              <a:rPr lang="pt-BR" sz="1000">
                <a:solidFill>
                  <a:srgbClr val="494C67"/>
                </a:solidFill>
                <a:latin typeface="DM Sans"/>
                <a:ea typeface="DM Sans"/>
                <a:cs typeface="DM Sans"/>
                <a:sym typeface="DM Sans"/>
              </a:rPr>
              <a:t>Atenção: cada linha precisa estar vinculada ao seu ID correspondente. Não reutilize IDs nem misture informações de linhas diferentes.</a:t>
            </a:r>
            <a:endParaRPr sz="1000">
              <a:solidFill>
                <a:srgbClr val="494C67"/>
              </a:solidFill>
              <a:latin typeface="DM Sans"/>
              <a:ea typeface="DM Sans"/>
              <a:cs typeface="DM Sans"/>
              <a:sym typeface="DM Sans"/>
            </a:endParaRPr>
          </a:p>
        </p:txBody>
      </p:sp>
      <p:pic>
        <p:nvPicPr>
          <p:cNvPr descr="Tornado White.png" id="376" name="Google Shape;376;p36"/>
          <p:cNvPicPr preferRelativeResize="0"/>
          <p:nvPr/>
        </p:nvPicPr>
        <p:blipFill rotWithShape="1">
          <a:blip r:embed="rId3">
            <a:alphaModFix/>
          </a:blip>
          <a:srcRect b="0" l="0" r="0" t="0"/>
          <a:stretch/>
        </p:blipFill>
        <p:spPr>
          <a:xfrm>
            <a:off x="76199" y="383391"/>
            <a:ext cx="545413" cy="539109"/>
          </a:xfrm>
          <a:prstGeom prst="rect">
            <a:avLst/>
          </a:prstGeom>
          <a:noFill/>
          <a:ln>
            <a:noFill/>
          </a:ln>
        </p:spPr>
      </p:pic>
      <p:sp>
        <p:nvSpPr>
          <p:cNvPr id="377" name="Google Shape;377;p36"/>
          <p:cNvSpPr txBox="1"/>
          <p:nvPr/>
        </p:nvSpPr>
        <p:spPr>
          <a:xfrm>
            <a:off x="689594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r">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All rights reserved to Stormx @</a:t>
            </a:r>
            <a:r>
              <a:rPr b="1" lang="pt-BR" sz="500">
                <a:solidFill>
                  <a:srgbClr val="484D67"/>
                </a:solidFill>
                <a:latin typeface="Helvetica Neue"/>
                <a:ea typeface="Helvetica Neue"/>
                <a:cs typeface="Helvetica Neue"/>
                <a:sym typeface="Helvetica Neue"/>
              </a:rPr>
              <a:t>2026</a:t>
            </a:r>
            <a:r>
              <a:rPr b="1" i="0" lang="pt-BR" sz="500" u="none" cap="none" strike="noStrike">
                <a:solidFill>
                  <a:srgbClr val="484D67"/>
                </a:solidFill>
                <a:latin typeface="Helvetica Neue"/>
                <a:ea typeface="Helvetica Neue"/>
                <a:cs typeface="Helvetica Neue"/>
                <a:sym typeface="Helvetica Neue"/>
              </a:rPr>
              <a:t> // Digital Forward</a:t>
            </a:r>
            <a:endParaRPr b="1" i="0" sz="500" u="none" cap="none" strike="noStrike">
              <a:solidFill>
                <a:srgbClr val="484D67"/>
              </a:solidFill>
              <a:latin typeface="Helvetica Neue"/>
              <a:ea typeface="Helvetica Neue"/>
              <a:cs typeface="Helvetica Neue"/>
              <a:sym typeface="Helvetica Neue"/>
            </a:endParaRPr>
          </a:p>
        </p:txBody>
      </p:sp>
      <p:sp>
        <p:nvSpPr>
          <p:cNvPr id="378" name="Google Shape;378;p36"/>
          <p:cNvSpPr txBox="1"/>
          <p:nvPr/>
        </p:nvSpPr>
        <p:spPr>
          <a:xfrm>
            <a:off x="5508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l">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Stormx for Unilever</a:t>
            </a:r>
            <a:endParaRPr b="1" i="0" sz="500" u="none" cap="none" strike="noStrike">
              <a:solidFill>
                <a:srgbClr val="484D67"/>
              </a:solidFill>
              <a:latin typeface="Helvetica Neue"/>
              <a:ea typeface="Helvetica Neue"/>
              <a:cs typeface="Helvetica Neue"/>
              <a:sym typeface="Helvetica Neue"/>
            </a:endParaRPr>
          </a:p>
        </p:txBody>
      </p:sp>
      <p:sp>
        <p:nvSpPr>
          <p:cNvPr id="379" name="Google Shape;379;p36"/>
          <p:cNvSpPr/>
          <p:nvPr/>
        </p:nvSpPr>
        <p:spPr>
          <a:xfrm>
            <a:off x="7813300" y="152400"/>
            <a:ext cx="936300" cy="936300"/>
          </a:xfrm>
          <a:prstGeom prst="flowChartConnector">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3" name="Shape 383"/>
        <p:cNvGrpSpPr/>
        <p:nvPr/>
      </p:nvGrpSpPr>
      <p:grpSpPr>
        <a:xfrm>
          <a:off x="0" y="0"/>
          <a:ext cx="0" cy="0"/>
          <a:chOff x="0" y="0"/>
          <a:chExt cx="0" cy="0"/>
        </a:xfrm>
      </p:grpSpPr>
      <p:sp>
        <p:nvSpPr>
          <p:cNvPr id="384" name="Google Shape;384;p37"/>
          <p:cNvSpPr/>
          <p:nvPr/>
        </p:nvSpPr>
        <p:spPr>
          <a:xfrm>
            <a:off x="319617" y="152400"/>
            <a:ext cx="1167900" cy="128700"/>
          </a:xfrm>
          <a:prstGeom prst="roundRect">
            <a:avLst>
              <a:gd fmla="val 50000" name="adj"/>
            </a:avLst>
          </a:prstGeom>
          <a:solidFill>
            <a:srgbClr val="484D6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pt-BR" sz="600" u="none" cap="none" strike="noStrike">
                <a:solidFill>
                  <a:srgbClr val="F2F2F2"/>
                </a:solidFill>
                <a:latin typeface="DM Sans Black"/>
                <a:ea typeface="DM Sans Black"/>
                <a:cs typeface="DM Sans Black"/>
                <a:sym typeface="DM Sans Black"/>
              </a:rPr>
              <a:t>Unilever | Operação </a:t>
            </a:r>
            <a:r>
              <a:rPr lang="pt-BR" sz="600">
                <a:solidFill>
                  <a:srgbClr val="F2F2F2"/>
                </a:solidFill>
                <a:latin typeface="DM Sans Black"/>
                <a:ea typeface="DM Sans Black"/>
                <a:cs typeface="DM Sans Black"/>
                <a:sym typeface="DM Sans Black"/>
              </a:rPr>
              <a:t>2026</a:t>
            </a:r>
            <a:endParaRPr b="0" i="0" sz="500" u="none" cap="none" strike="noStrike">
              <a:solidFill>
                <a:srgbClr val="000000"/>
              </a:solidFill>
              <a:latin typeface="DM Sans Black"/>
              <a:ea typeface="DM Sans Black"/>
              <a:cs typeface="DM Sans Black"/>
              <a:sym typeface="DM Sans Black"/>
            </a:endParaRPr>
          </a:p>
        </p:txBody>
      </p:sp>
      <p:sp>
        <p:nvSpPr>
          <p:cNvPr id="385" name="Google Shape;385;p37"/>
          <p:cNvSpPr/>
          <p:nvPr/>
        </p:nvSpPr>
        <p:spPr>
          <a:xfrm>
            <a:off x="152400" y="152401"/>
            <a:ext cx="129000" cy="128700"/>
          </a:xfrm>
          <a:prstGeom prst="ellipse">
            <a:avLst/>
          </a:prstGeom>
          <a:solidFill>
            <a:srgbClr val="14E6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386" name="Google Shape;386;p37"/>
          <p:cNvSpPr txBox="1"/>
          <p:nvPr/>
        </p:nvSpPr>
        <p:spPr>
          <a:xfrm>
            <a:off x="535500" y="461438"/>
            <a:ext cx="7732200" cy="411000"/>
          </a:xfrm>
          <a:prstGeom prst="rect">
            <a:avLst/>
          </a:prstGeom>
          <a:noFill/>
          <a:ln>
            <a:noFill/>
          </a:ln>
        </p:spPr>
        <p:txBody>
          <a:bodyPr anchorCtr="0" anchor="t" bIns="57225" lIns="57225" spcFirstLastPara="1" rIns="57225" wrap="square" tIns="57225">
            <a:spAutoFit/>
          </a:bodyPr>
          <a:lstStyle/>
          <a:p>
            <a:pPr indent="0" lvl="0" marL="0" marR="0" rtl="0" algn="l">
              <a:lnSpc>
                <a:spcPct val="80000"/>
              </a:lnSpc>
              <a:spcBef>
                <a:spcPts val="0"/>
              </a:spcBef>
              <a:spcAft>
                <a:spcPts val="0"/>
              </a:spcAft>
              <a:buClr>
                <a:srgbClr val="D3B7F7"/>
              </a:buClr>
              <a:buSzPts val="2800"/>
              <a:buFont typeface="Helvetica Neue"/>
              <a:buNone/>
            </a:pPr>
            <a:r>
              <a:rPr b="1" i="0" lang="pt-BR" sz="2400" u="none" cap="none" strike="noStrike">
                <a:solidFill>
                  <a:srgbClr val="14E6FC"/>
                </a:solidFill>
                <a:latin typeface="Helvetica Neue"/>
                <a:ea typeface="Helvetica Neue"/>
                <a:cs typeface="Helvetica Neue"/>
                <a:sym typeface="Helvetica Neue"/>
              </a:rPr>
              <a:t>Flashtalking | AdServer</a:t>
            </a:r>
            <a:endParaRPr b="1" i="0" sz="2400" u="none" cap="none" strike="noStrike">
              <a:solidFill>
                <a:srgbClr val="14E6FC"/>
              </a:solidFill>
              <a:latin typeface="Helvetica Neue"/>
              <a:ea typeface="Helvetica Neue"/>
              <a:cs typeface="Helvetica Neue"/>
              <a:sym typeface="Helvetica Neue"/>
            </a:endParaRPr>
          </a:p>
        </p:txBody>
      </p:sp>
      <p:sp>
        <p:nvSpPr>
          <p:cNvPr id="387" name="Google Shape;387;p37"/>
          <p:cNvSpPr txBox="1"/>
          <p:nvPr>
            <p:ph idx="4294967295" type="body"/>
          </p:nvPr>
        </p:nvSpPr>
        <p:spPr>
          <a:xfrm>
            <a:off x="229650" y="1257900"/>
            <a:ext cx="6827700" cy="3330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O ADP é enviado a Flashtalking por e-mail, em uma thread com instruções e solicitação dos rastreadores.</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Nessa thread, todos os envolvidos da campanha são adicionados, temos mídias, Kinesso e, caso seja uma campanha via Flashtalking, é incluído também o responsável do veículo, por exemplo, Globo.</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Durante o processo, ajustes são feitos conforme solicitado pelo Adserver que, após confirmação, nos envia o ADP atualizado. Com isso, a StormX adiciona o ADP, enviado pela Flashtalking, na tarefa principal do Jira e informa aos mídias para darem continuidade na campanha.</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Caso no meio do processo seja necessário fazer alterações na taxonomia, na peça (se for via contador), ou o período da campanha será outro, é necessário enviar para StormX via Jira/teams para que o responsável da BU (StormX) envie para a Flashtalking a alteração na thread e eles sigam com a nova solicitação.</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b="1" lang="pt-BR" sz="1000">
                <a:solidFill>
                  <a:srgbClr val="494C67"/>
                </a:solidFill>
                <a:latin typeface="DM Sans"/>
                <a:ea typeface="DM Sans"/>
                <a:cs typeface="DM Sans"/>
                <a:sym typeface="DM Sans"/>
              </a:rPr>
              <a:t>Exemplo de thread: </a:t>
            </a:r>
            <a:r>
              <a:rPr lang="pt-BR" sz="1000">
                <a:solidFill>
                  <a:srgbClr val="494C67"/>
                </a:solidFill>
                <a:latin typeface="DM Sans"/>
                <a:ea typeface="DM Sans"/>
                <a:cs typeface="DM Sans"/>
                <a:sym typeface="DM Sans"/>
              </a:rPr>
              <a:t>ADP | Brilhante | Diamond | 2026 | Flashtalking</a:t>
            </a:r>
            <a:endParaRPr sz="1000">
              <a:solidFill>
                <a:srgbClr val="494C67"/>
              </a:solidFill>
              <a:latin typeface="DM Sans"/>
              <a:ea typeface="DM Sans"/>
              <a:cs typeface="DM Sans"/>
              <a:sym typeface="DM Sans"/>
            </a:endParaRPr>
          </a:p>
        </p:txBody>
      </p:sp>
      <p:pic>
        <p:nvPicPr>
          <p:cNvPr descr="Tornado White.png" id="388" name="Google Shape;388;p37"/>
          <p:cNvPicPr preferRelativeResize="0"/>
          <p:nvPr/>
        </p:nvPicPr>
        <p:blipFill rotWithShape="1">
          <a:blip r:embed="rId3">
            <a:alphaModFix/>
          </a:blip>
          <a:srcRect b="0" l="0" r="0" t="0"/>
          <a:stretch/>
        </p:blipFill>
        <p:spPr>
          <a:xfrm>
            <a:off x="76199" y="383391"/>
            <a:ext cx="545413" cy="539109"/>
          </a:xfrm>
          <a:prstGeom prst="rect">
            <a:avLst/>
          </a:prstGeom>
          <a:noFill/>
          <a:ln>
            <a:noFill/>
          </a:ln>
        </p:spPr>
      </p:pic>
      <p:sp>
        <p:nvSpPr>
          <p:cNvPr id="389" name="Google Shape;389;p37"/>
          <p:cNvSpPr txBox="1"/>
          <p:nvPr/>
        </p:nvSpPr>
        <p:spPr>
          <a:xfrm>
            <a:off x="5508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l">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Stormx for Unilever</a:t>
            </a:r>
            <a:endParaRPr b="1" i="0" sz="500" u="none" cap="none" strike="noStrike">
              <a:solidFill>
                <a:srgbClr val="484D67"/>
              </a:solidFill>
              <a:latin typeface="Helvetica Neue"/>
              <a:ea typeface="Helvetica Neue"/>
              <a:cs typeface="Helvetica Neue"/>
              <a:sym typeface="Helvetica Neue"/>
            </a:endParaRPr>
          </a:p>
        </p:txBody>
      </p:sp>
      <p:sp>
        <p:nvSpPr>
          <p:cNvPr id="390" name="Google Shape;390;p37"/>
          <p:cNvSpPr txBox="1"/>
          <p:nvPr/>
        </p:nvSpPr>
        <p:spPr>
          <a:xfrm>
            <a:off x="689594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r">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All rights reserved to Stormx @</a:t>
            </a:r>
            <a:r>
              <a:rPr b="1" lang="pt-BR" sz="500">
                <a:solidFill>
                  <a:srgbClr val="484D67"/>
                </a:solidFill>
                <a:latin typeface="Helvetica Neue"/>
                <a:ea typeface="Helvetica Neue"/>
                <a:cs typeface="Helvetica Neue"/>
                <a:sym typeface="Helvetica Neue"/>
              </a:rPr>
              <a:t>2026</a:t>
            </a:r>
            <a:r>
              <a:rPr b="1" i="0" lang="pt-BR" sz="500" u="none" cap="none" strike="noStrike">
                <a:solidFill>
                  <a:srgbClr val="484D67"/>
                </a:solidFill>
                <a:latin typeface="Helvetica Neue"/>
                <a:ea typeface="Helvetica Neue"/>
                <a:cs typeface="Helvetica Neue"/>
                <a:sym typeface="Helvetica Neue"/>
              </a:rPr>
              <a:t> // Digital Forward</a:t>
            </a:r>
            <a:endParaRPr b="1" i="0" sz="500" u="none" cap="none" strike="noStrike">
              <a:solidFill>
                <a:srgbClr val="484D67"/>
              </a:solidFill>
              <a:latin typeface="Helvetica Neue"/>
              <a:ea typeface="Helvetica Neue"/>
              <a:cs typeface="Helvetica Neue"/>
              <a:sym typeface="Helvetica Neue"/>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4" name="Shape 394"/>
        <p:cNvGrpSpPr/>
        <p:nvPr/>
      </p:nvGrpSpPr>
      <p:grpSpPr>
        <a:xfrm>
          <a:off x="0" y="0"/>
          <a:ext cx="0" cy="0"/>
          <a:chOff x="0" y="0"/>
          <a:chExt cx="0" cy="0"/>
        </a:xfrm>
      </p:grpSpPr>
      <p:sp>
        <p:nvSpPr>
          <p:cNvPr id="395" name="Google Shape;395;p38"/>
          <p:cNvSpPr/>
          <p:nvPr/>
        </p:nvSpPr>
        <p:spPr>
          <a:xfrm>
            <a:off x="319617" y="152400"/>
            <a:ext cx="1167900" cy="128700"/>
          </a:xfrm>
          <a:prstGeom prst="roundRect">
            <a:avLst>
              <a:gd fmla="val 50000" name="adj"/>
            </a:avLst>
          </a:prstGeom>
          <a:solidFill>
            <a:srgbClr val="484D6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pt-BR" sz="600" u="none" cap="none" strike="noStrike">
                <a:solidFill>
                  <a:srgbClr val="F2F2F2"/>
                </a:solidFill>
                <a:latin typeface="DM Sans Black"/>
                <a:ea typeface="DM Sans Black"/>
                <a:cs typeface="DM Sans Black"/>
                <a:sym typeface="DM Sans Black"/>
              </a:rPr>
              <a:t>Unilever | Operação </a:t>
            </a:r>
            <a:r>
              <a:rPr lang="pt-BR" sz="600">
                <a:solidFill>
                  <a:srgbClr val="F2F2F2"/>
                </a:solidFill>
                <a:latin typeface="DM Sans Black"/>
                <a:ea typeface="DM Sans Black"/>
                <a:cs typeface="DM Sans Black"/>
                <a:sym typeface="DM Sans Black"/>
              </a:rPr>
              <a:t>2026</a:t>
            </a:r>
            <a:endParaRPr b="0" i="0" sz="500" u="none" cap="none" strike="noStrike">
              <a:solidFill>
                <a:srgbClr val="000000"/>
              </a:solidFill>
              <a:latin typeface="DM Sans Black"/>
              <a:ea typeface="DM Sans Black"/>
              <a:cs typeface="DM Sans Black"/>
              <a:sym typeface="DM Sans Black"/>
            </a:endParaRPr>
          </a:p>
        </p:txBody>
      </p:sp>
      <p:sp>
        <p:nvSpPr>
          <p:cNvPr id="396" name="Google Shape;396;p38"/>
          <p:cNvSpPr/>
          <p:nvPr/>
        </p:nvSpPr>
        <p:spPr>
          <a:xfrm>
            <a:off x="152400" y="152401"/>
            <a:ext cx="129000" cy="128700"/>
          </a:xfrm>
          <a:prstGeom prst="ellipse">
            <a:avLst/>
          </a:prstGeom>
          <a:solidFill>
            <a:srgbClr val="14E6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397" name="Google Shape;397;p38"/>
          <p:cNvSpPr txBox="1"/>
          <p:nvPr/>
        </p:nvSpPr>
        <p:spPr>
          <a:xfrm>
            <a:off x="535500" y="461438"/>
            <a:ext cx="5499000" cy="411000"/>
          </a:xfrm>
          <a:prstGeom prst="rect">
            <a:avLst/>
          </a:prstGeom>
          <a:noFill/>
          <a:ln>
            <a:noFill/>
          </a:ln>
        </p:spPr>
        <p:txBody>
          <a:bodyPr anchorCtr="0" anchor="t" bIns="57225" lIns="57225" spcFirstLastPara="1" rIns="57225" wrap="square" tIns="57225">
            <a:spAutoFit/>
          </a:bodyPr>
          <a:lstStyle/>
          <a:p>
            <a:pPr indent="0" lvl="0" marL="0" marR="0" rtl="0" algn="l">
              <a:lnSpc>
                <a:spcPct val="80000"/>
              </a:lnSpc>
              <a:spcBef>
                <a:spcPts val="0"/>
              </a:spcBef>
              <a:spcAft>
                <a:spcPts val="0"/>
              </a:spcAft>
              <a:buClr>
                <a:srgbClr val="D3B7F7"/>
              </a:buClr>
              <a:buSzPts val="2800"/>
              <a:buFont typeface="Helvetica Neue"/>
              <a:buNone/>
            </a:pPr>
            <a:r>
              <a:rPr b="1" lang="pt-BR" sz="2400">
                <a:solidFill>
                  <a:srgbClr val="14E6FC"/>
                </a:solidFill>
                <a:latin typeface="Helvetica Neue"/>
                <a:ea typeface="Helvetica Neue"/>
                <a:cs typeface="Helvetica Neue"/>
                <a:sym typeface="Helvetica Neue"/>
              </a:rPr>
              <a:t>Grupos Teams | Flashtalking</a:t>
            </a:r>
            <a:endParaRPr b="1" i="0" sz="2400" u="none" cap="none" strike="noStrike">
              <a:solidFill>
                <a:srgbClr val="14E6FC"/>
              </a:solidFill>
              <a:latin typeface="Helvetica Neue"/>
              <a:ea typeface="Helvetica Neue"/>
              <a:cs typeface="Helvetica Neue"/>
              <a:sym typeface="Helvetica Neue"/>
            </a:endParaRPr>
          </a:p>
        </p:txBody>
      </p:sp>
      <p:sp>
        <p:nvSpPr>
          <p:cNvPr id="398" name="Google Shape;398;p38"/>
          <p:cNvSpPr txBox="1"/>
          <p:nvPr>
            <p:ph idx="4294967295" type="body"/>
          </p:nvPr>
        </p:nvSpPr>
        <p:spPr>
          <a:xfrm>
            <a:off x="229650" y="1334100"/>
            <a:ext cx="6565500" cy="325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Os grupos do Microsoft Teams devem ser utilizados exclusivamente para alinhamentos entre Stormx, Initiative e Flashtalking, garantindo que todos os envolvidos acompanhem as definições da operação.</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b="1" lang="pt-BR" sz="1000">
                <a:solidFill>
                  <a:srgbClr val="494C67"/>
                </a:solidFill>
                <a:latin typeface="DM Sans"/>
                <a:ea typeface="DM Sans"/>
                <a:cs typeface="DM Sans"/>
                <a:sym typeface="DM Sans"/>
              </a:rPr>
              <a:t>Utilize para:</a:t>
            </a:r>
            <a:endParaRPr b="1"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177800" lvl="0" marL="228600" rtl="0" algn="l">
              <a:lnSpc>
                <a:spcPct val="115000"/>
              </a:lnSpc>
              <a:spcBef>
                <a:spcPts val="0"/>
              </a:spcBef>
              <a:spcAft>
                <a:spcPts val="0"/>
              </a:spcAft>
              <a:buClr>
                <a:srgbClr val="494C67"/>
              </a:buClr>
              <a:buSzPts val="1000"/>
              <a:buFont typeface="DM Sans"/>
              <a:buChar char="●"/>
            </a:pPr>
            <a:r>
              <a:rPr lang="pt-BR" sz="1000">
                <a:solidFill>
                  <a:srgbClr val="494C67"/>
                </a:solidFill>
                <a:latin typeface="DM Sans"/>
                <a:ea typeface="DM Sans"/>
                <a:cs typeface="DM Sans"/>
                <a:sym typeface="DM Sans"/>
              </a:rPr>
              <a:t>Alinhamentos que envolvam a Flashtalking.</a:t>
            </a:r>
            <a:endParaRPr sz="1000">
              <a:solidFill>
                <a:srgbClr val="494C67"/>
              </a:solidFill>
              <a:latin typeface="DM Sans"/>
              <a:ea typeface="DM Sans"/>
              <a:cs typeface="DM Sans"/>
              <a:sym typeface="DM Sans"/>
            </a:endParaRPr>
          </a:p>
          <a:p>
            <a:pPr indent="-177800" lvl="0" marL="228600" rtl="0" algn="l">
              <a:lnSpc>
                <a:spcPct val="115000"/>
              </a:lnSpc>
              <a:spcBef>
                <a:spcPts val="0"/>
              </a:spcBef>
              <a:spcAft>
                <a:spcPts val="0"/>
              </a:spcAft>
              <a:buClr>
                <a:srgbClr val="494C67"/>
              </a:buClr>
              <a:buSzPts val="1000"/>
              <a:buFont typeface="DM Sans"/>
              <a:buChar char="●"/>
            </a:pPr>
            <a:r>
              <a:rPr lang="pt-BR" sz="1000">
                <a:solidFill>
                  <a:srgbClr val="494C67"/>
                </a:solidFill>
                <a:latin typeface="DM Sans"/>
                <a:ea typeface="DM Sans"/>
                <a:cs typeface="DM Sans"/>
                <a:sym typeface="DM Sans"/>
              </a:rPr>
              <a:t>Dúvidas e definições técnicas.</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b="1" lang="pt-BR" sz="1000">
                <a:solidFill>
                  <a:srgbClr val="494C67"/>
                </a:solidFill>
                <a:latin typeface="DM Sans"/>
                <a:ea typeface="DM Sans"/>
                <a:cs typeface="DM Sans"/>
                <a:sym typeface="DM Sans"/>
              </a:rPr>
              <a:t>Não utilize para:</a:t>
            </a:r>
            <a:endParaRPr b="1"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177800" lvl="0" marL="228600" rtl="0" algn="l">
              <a:lnSpc>
                <a:spcPct val="115000"/>
              </a:lnSpc>
              <a:spcBef>
                <a:spcPts val="0"/>
              </a:spcBef>
              <a:spcAft>
                <a:spcPts val="0"/>
              </a:spcAft>
              <a:buClr>
                <a:srgbClr val="494C67"/>
              </a:buClr>
              <a:buSzPts val="1000"/>
              <a:buFont typeface="DM Sans"/>
              <a:buChar char="●"/>
            </a:pPr>
            <a:r>
              <a:rPr lang="pt-BR" sz="1000">
                <a:solidFill>
                  <a:srgbClr val="494C67"/>
                </a:solidFill>
                <a:latin typeface="DM Sans"/>
                <a:ea typeface="DM Sans"/>
                <a:cs typeface="DM Sans"/>
                <a:sym typeface="DM Sans"/>
              </a:rPr>
              <a:t>Solicitações que envolvam a taxonomia.</a:t>
            </a:r>
            <a:endParaRPr sz="1000">
              <a:solidFill>
                <a:srgbClr val="494C67"/>
              </a:solidFill>
              <a:latin typeface="DM Sans"/>
              <a:ea typeface="DM Sans"/>
              <a:cs typeface="DM Sans"/>
              <a:sym typeface="DM Sans"/>
            </a:endParaRPr>
          </a:p>
          <a:p>
            <a:pPr indent="-177800" lvl="0" marL="228600" rtl="0" algn="l">
              <a:lnSpc>
                <a:spcPct val="115000"/>
              </a:lnSpc>
              <a:spcBef>
                <a:spcPts val="0"/>
              </a:spcBef>
              <a:spcAft>
                <a:spcPts val="0"/>
              </a:spcAft>
              <a:buClr>
                <a:srgbClr val="494C67"/>
              </a:buClr>
              <a:buSzPts val="1000"/>
              <a:buFont typeface="DM Sans"/>
              <a:buChar char="●"/>
            </a:pPr>
            <a:r>
              <a:rPr lang="pt-BR" sz="1000">
                <a:solidFill>
                  <a:srgbClr val="494C67"/>
                </a:solidFill>
                <a:latin typeface="DM Sans"/>
                <a:ea typeface="DM Sans"/>
                <a:cs typeface="DM Sans"/>
                <a:sym typeface="DM Sans"/>
              </a:rPr>
              <a:t>Alterações na RM.</a:t>
            </a:r>
            <a:endParaRPr sz="1000">
              <a:solidFill>
                <a:srgbClr val="494C67"/>
              </a:solidFill>
              <a:latin typeface="DM Sans"/>
              <a:ea typeface="DM Sans"/>
              <a:cs typeface="DM Sans"/>
              <a:sym typeface="DM Sans"/>
            </a:endParaRPr>
          </a:p>
          <a:p>
            <a:pPr indent="-177800" lvl="0" marL="228600" rtl="0" algn="l">
              <a:lnSpc>
                <a:spcPct val="115000"/>
              </a:lnSpc>
              <a:spcBef>
                <a:spcPts val="0"/>
              </a:spcBef>
              <a:spcAft>
                <a:spcPts val="0"/>
              </a:spcAft>
              <a:buClr>
                <a:srgbClr val="494C67"/>
              </a:buClr>
              <a:buSzPts val="1000"/>
              <a:buFont typeface="DM Sans"/>
              <a:buChar char="●"/>
            </a:pPr>
            <a:r>
              <a:rPr lang="pt-BR" sz="1000">
                <a:solidFill>
                  <a:srgbClr val="494C67"/>
                </a:solidFill>
                <a:latin typeface="DM Sans"/>
                <a:ea typeface="DM Sans"/>
                <a:cs typeface="DM Sans"/>
                <a:sym typeface="DM Sans"/>
              </a:rPr>
              <a:t>Cancelamentos ou prorrogações de linhas.</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b="1" lang="pt-BR" sz="1000">
                <a:solidFill>
                  <a:srgbClr val="494C67"/>
                </a:solidFill>
                <a:highlight>
                  <a:srgbClr val="EBFF20"/>
                </a:highlight>
                <a:latin typeface="DM Sans"/>
                <a:ea typeface="DM Sans"/>
                <a:cs typeface="DM Sans"/>
                <a:sym typeface="DM Sans"/>
              </a:rPr>
              <a:t>Importante:</a:t>
            </a:r>
            <a:r>
              <a:rPr b="1" lang="pt-BR" sz="1000">
                <a:solidFill>
                  <a:srgbClr val="494C67"/>
                </a:solidFill>
                <a:latin typeface="DM Sans"/>
                <a:ea typeface="DM Sans"/>
                <a:cs typeface="DM Sans"/>
                <a:sym typeface="DM Sans"/>
              </a:rPr>
              <a:t> </a:t>
            </a:r>
            <a:r>
              <a:rPr lang="pt-BR" sz="1000">
                <a:solidFill>
                  <a:srgbClr val="494C67"/>
                </a:solidFill>
                <a:latin typeface="DM Sans"/>
                <a:ea typeface="DM Sans"/>
                <a:cs typeface="DM Sans"/>
                <a:sym typeface="DM Sans"/>
              </a:rPr>
              <a:t>Todas as solicitações que envolvam a taxonomia devem ser registradas na RM e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sinalizadas na task do Jira.</a:t>
            </a:r>
            <a:endParaRPr sz="1000">
              <a:solidFill>
                <a:srgbClr val="494C67"/>
              </a:solidFill>
              <a:latin typeface="DM Sans"/>
              <a:ea typeface="DM Sans"/>
              <a:cs typeface="DM Sans"/>
              <a:sym typeface="DM Sans"/>
            </a:endParaRPr>
          </a:p>
        </p:txBody>
      </p:sp>
      <p:pic>
        <p:nvPicPr>
          <p:cNvPr descr="Tornado White.png" id="399" name="Google Shape;399;p38"/>
          <p:cNvPicPr preferRelativeResize="0"/>
          <p:nvPr/>
        </p:nvPicPr>
        <p:blipFill rotWithShape="1">
          <a:blip r:embed="rId3">
            <a:alphaModFix/>
          </a:blip>
          <a:srcRect b="0" l="0" r="0" t="0"/>
          <a:stretch/>
        </p:blipFill>
        <p:spPr>
          <a:xfrm>
            <a:off x="76199" y="383391"/>
            <a:ext cx="545413" cy="539109"/>
          </a:xfrm>
          <a:prstGeom prst="rect">
            <a:avLst/>
          </a:prstGeom>
          <a:noFill/>
          <a:ln>
            <a:noFill/>
          </a:ln>
        </p:spPr>
      </p:pic>
      <p:sp>
        <p:nvSpPr>
          <p:cNvPr id="400" name="Google Shape;400;p38"/>
          <p:cNvSpPr txBox="1"/>
          <p:nvPr/>
        </p:nvSpPr>
        <p:spPr>
          <a:xfrm>
            <a:off x="5508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l">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Stormx for Unilever</a:t>
            </a:r>
            <a:endParaRPr b="1" i="0" sz="500" u="none" cap="none" strike="noStrike">
              <a:solidFill>
                <a:srgbClr val="484D67"/>
              </a:solidFill>
              <a:latin typeface="Helvetica Neue"/>
              <a:ea typeface="Helvetica Neue"/>
              <a:cs typeface="Helvetica Neue"/>
              <a:sym typeface="Helvetica Neue"/>
            </a:endParaRPr>
          </a:p>
        </p:txBody>
      </p:sp>
      <p:pic>
        <p:nvPicPr>
          <p:cNvPr id="401" name="Google Shape;401;p38" title="Grafismo_Raio_02.png"/>
          <p:cNvPicPr preferRelativeResize="0"/>
          <p:nvPr/>
        </p:nvPicPr>
        <p:blipFill rotWithShape="1">
          <a:blip r:embed="rId4">
            <a:alphaModFix/>
          </a:blip>
          <a:srcRect b="0" l="0" r="0" t="0"/>
          <a:stretch/>
        </p:blipFill>
        <p:spPr>
          <a:xfrm>
            <a:off x="5912658" y="0"/>
            <a:ext cx="1676399" cy="5143500"/>
          </a:xfrm>
          <a:prstGeom prst="rect">
            <a:avLst/>
          </a:prstGeom>
          <a:noFill/>
          <a:ln>
            <a:noFill/>
          </a:ln>
        </p:spPr>
      </p:pic>
      <p:sp>
        <p:nvSpPr>
          <p:cNvPr id="402" name="Google Shape;402;p38"/>
          <p:cNvSpPr txBox="1"/>
          <p:nvPr/>
        </p:nvSpPr>
        <p:spPr>
          <a:xfrm>
            <a:off x="689594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r">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All rights reserved to Stormx @</a:t>
            </a:r>
            <a:r>
              <a:rPr b="1" lang="pt-BR" sz="500">
                <a:solidFill>
                  <a:srgbClr val="484D67"/>
                </a:solidFill>
                <a:latin typeface="Helvetica Neue"/>
                <a:ea typeface="Helvetica Neue"/>
                <a:cs typeface="Helvetica Neue"/>
                <a:sym typeface="Helvetica Neue"/>
              </a:rPr>
              <a:t>2026</a:t>
            </a:r>
            <a:r>
              <a:rPr b="1" i="0" lang="pt-BR" sz="500" u="none" cap="none" strike="noStrike">
                <a:solidFill>
                  <a:srgbClr val="484D67"/>
                </a:solidFill>
                <a:latin typeface="Helvetica Neue"/>
                <a:ea typeface="Helvetica Neue"/>
                <a:cs typeface="Helvetica Neue"/>
                <a:sym typeface="Helvetica Neue"/>
              </a:rPr>
              <a:t> // Digital Forward</a:t>
            </a:r>
            <a:endParaRPr b="1" i="0" sz="500" u="none" cap="none" strike="noStrike">
              <a:solidFill>
                <a:srgbClr val="484D67"/>
              </a:solidFill>
              <a:latin typeface="Helvetica Neue"/>
              <a:ea typeface="Helvetica Neue"/>
              <a:cs typeface="Helvetica Neue"/>
              <a:sym typeface="Helvetica Neue"/>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6" name="Shape 406"/>
        <p:cNvGrpSpPr/>
        <p:nvPr/>
      </p:nvGrpSpPr>
      <p:grpSpPr>
        <a:xfrm>
          <a:off x="0" y="0"/>
          <a:ext cx="0" cy="0"/>
          <a:chOff x="0" y="0"/>
          <a:chExt cx="0" cy="0"/>
        </a:xfrm>
      </p:grpSpPr>
      <p:sp>
        <p:nvSpPr>
          <p:cNvPr id="407" name="Google Shape;407;p39"/>
          <p:cNvSpPr/>
          <p:nvPr/>
        </p:nvSpPr>
        <p:spPr>
          <a:xfrm>
            <a:off x="319617" y="152400"/>
            <a:ext cx="1167900" cy="128700"/>
          </a:xfrm>
          <a:prstGeom prst="roundRect">
            <a:avLst>
              <a:gd fmla="val 50000" name="adj"/>
            </a:avLst>
          </a:prstGeom>
          <a:solidFill>
            <a:srgbClr val="484D6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pt-BR" sz="600" u="none" cap="none" strike="noStrike">
                <a:solidFill>
                  <a:srgbClr val="F2F2F2"/>
                </a:solidFill>
                <a:latin typeface="DM Sans Black"/>
                <a:ea typeface="DM Sans Black"/>
                <a:cs typeface="DM Sans Black"/>
                <a:sym typeface="DM Sans Black"/>
              </a:rPr>
              <a:t>Unilever | Operação </a:t>
            </a:r>
            <a:r>
              <a:rPr lang="pt-BR" sz="600">
                <a:solidFill>
                  <a:srgbClr val="F2F2F2"/>
                </a:solidFill>
                <a:latin typeface="DM Sans Black"/>
                <a:ea typeface="DM Sans Black"/>
                <a:cs typeface="DM Sans Black"/>
                <a:sym typeface="DM Sans Black"/>
              </a:rPr>
              <a:t>2026</a:t>
            </a:r>
            <a:endParaRPr b="0" i="0" sz="500" u="none" cap="none" strike="noStrike">
              <a:solidFill>
                <a:srgbClr val="000000"/>
              </a:solidFill>
              <a:latin typeface="DM Sans Black"/>
              <a:ea typeface="DM Sans Black"/>
              <a:cs typeface="DM Sans Black"/>
              <a:sym typeface="DM Sans Black"/>
            </a:endParaRPr>
          </a:p>
        </p:txBody>
      </p:sp>
      <p:sp>
        <p:nvSpPr>
          <p:cNvPr id="408" name="Google Shape;408;p39"/>
          <p:cNvSpPr/>
          <p:nvPr/>
        </p:nvSpPr>
        <p:spPr>
          <a:xfrm>
            <a:off x="152400" y="152401"/>
            <a:ext cx="129000" cy="128700"/>
          </a:xfrm>
          <a:prstGeom prst="ellipse">
            <a:avLst/>
          </a:prstGeom>
          <a:solidFill>
            <a:srgbClr val="14E6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409" name="Google Shape;409;p39"/>
          <p:cNvSpPr txBox="1"/>
          <p:nvPr/>
        </p:nvSpPr>
        <p:spPr>
          <a:xfrm>
            <a:off x="535500" y="461438"/>
            <a:ext cx="7732200" cy="411000"/>
          </a:xfrm>
          <a:prstGeom prst="rect">
            <a:avLst/>
          </a:prstGeom>
          <a:noFill/>
          <a:ln>
            <a:noFill/>
          </a:ln>
        </p:spPr>
        <p:txBody>
          <a:bodyPr anchorCtr="0" anchor="t" bIns="57225" lIns="57225" spcFirstLastPara="1" rIns="57225" wrap="square" tIns="57225">
            <a:spAutoFit/>
          </a:bodyPr>
          <a:lstStyle/>
          <a:p>
            <a:pPr indent="0" lvl="0" marL="0" marR="0" rtl="0" algn="l">
              <a:lnSpc>
                <a:spcPct val="80000"/>
              </a:lnSpc>
              <a:spcBef>
                <a:spcPts val="0"/>
              </a:spcBef>
              <a:spcAft>
                <a:spcPts val="0"/>
              </a:spcAft>
              <a:buClr>
                <a:srgbClr val="D3B7F7"/>
              </a:buClr>
              <a:buSzPts val="2800"/>
              <a:buFont typeface="Helvetica Neue"/>
              <a:buNone/>
            </a:pPr>
            <a:r>
              <a:rPr b="1" i="0" lang="pt-BR" sz="2400" u="none" cap="none" strike="noStrike">
                <a:solidFill>
                  <a:srgbClr val="14E6FC"/>
                </a:solidFill>
                <a:latin typeface="Helvetica Neue"/>
                <a:ea typeface="Helvetica Neue"/>
                <a:cs typeface="Helvetica Neue"/>
                <a:sym typeface="Helvetica Neue"/>
              </a:rPr>
              <a:t>Flashtalking | Solicitação de TAGs</a:t>
            </a:r>
            <a:endParaRPr b="1" i="0" sz="2400" u="none" cap="none" strike="noStrike">
              <a:solidFill>
                <a:srgbClr val="14E6FC"/>
              </a:solidFill>
              <a:latin typeface="Helvetica Neue"/>
              <a:ea typeface="Helvetica Neue"/>
              <a:cs typeface="Helvetica Neue"/>
              <a:sym typeface="Helvetica Neue"/>
            </a:endParaRPr>
          </a:p>
        </p:txBody>
      </p:sp>
      <p:pic>
        <p:nvPicPr>
          <p:cNvPr descr="Tornado White.png" id="410" name="Google Shape;410;p39"/>
          <p:cNvPicPr preferRelativeResize="0"/>
          <p:nvPr/>
        </p:nvPicPr>
        <p:blipFill rotWithShape="1">
          <a:blip r:embed="rId3">
            <a:alphaModFix/>
          </a:blip>
          <a:srcRect b="0" l="0" r="0" t="0"/>
          <a:stretch/>
        </p:blipFill>
        <p:spPr>
          <a:xfrm>
            <a:off x="76199" y="383391"/>
            <a:ext cx="545413" cy="539109"/>
          </a:xfrm>
          <a:prstGeom prst="rect">
            <a:avLst/>
          </a:prstGeom>
          <a:noFill/>
          <a:ln>
            <a:noFill/>
          </a:ln>
        </p:spPr>
      </p:pic>
      <p:sp>
        <p:nvSpPr>
          <p:cNvPr id="411" name="Google Shape;411;p39"/>
          <p:cNvSpPr txBox="1"/>
          <p:nvPr/>
        </p:nvSpPr>
        <p:spPr>
          <a:xfrm>
            <a:off x="5508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l">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Stormx for Unilever</a:t>
            </a:r>
            <a:endParaRPr b="1" i="0" sz="500" u="none" cap="none" strike="noStrike">
              <a:solidFill>
                <a:srgbClr val="484D67"/>
              </a:solidFill>
              <a:latin typeface="Helvetica Neue"/>
              <a:ea typeface="Helvetica Neue"/>
              <a:cs typeface="Helvetica Neue"/>
              <a:sym typeface="Helvetica Neue"/>
            </a:endParaRPr>
          </a:p>
        </p:txBody>
      </p:sp>
      <p:sp>
        <p:nvSpPr>
          <p:cNvPr id="412" name="Google Shape;412;p39"/>
          <p:cNvSpPr txBox="1"/>
          <p:nvPr/>
        </p:nvSpPr>
        <p:spPr>
          <a:xfrm>
            <a:off x="689594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r">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All rights reserved to Stormx @</a:t>
            </a:r>
            <a:r>
              <a:rPr b="1" lang="pt-BR" sz="500">
                <a:solidFill>
                  <a:srgbClr val="484D67"/>
                </a:solidFill>
                <a:latin typeface="Helvetica Neue"/>
                <a:ea typeface="Helvetica Neue"/>
                <a:cs typeface="Helvetica Neue"/>
                <a:sym typeface="Helvetica Neue"/>
              </a:rPr>
              <a:t>2026</a:t>
            </a:r>
            <a:r>
              <a:rPr b="1" i="0" lang="pt-BR" sz="500" u="none" cap="none" strike="noStrike">
                <a:solidFill>
                  <a:srgbClr val="484D67"/>
                </a:solidFill>
                <a:latin typeface="Helvetica Neue"/>
                <a:ea typeface="Helvetica Neue"/>
                <a:cs typeface="Helvetica Neue"/>
                <a:sym typeface="Helvetica Neue"/>
              </a:rPr>
              <a:t> // Digital Forward</a:t>
            </a:r>
            <a:endParaRPr b="1" i="0" sz="500" u="none" cap="none" strike="noStrike">
              <a:solidFill>
                <a:srgbClr val="484D67"/>
              </a:solidFill>
              <a:latin typeface="Helvetica Neue"/>
              <a:ea typeface="Helvetica Neue"/>
              <a:cs typeface="Helvetica Neue"/>
              <a:sym typeface="Helvetica Neue"/>
            </a:endParaRPr>
          </a:p>
        </p:txBody>
      </p:sp>
      <p:sp>
        <p:nvSpPr>
          <p:cNvPr id="413" name="Google Shape;413;p39"/>
          <p:cNvSpPr/>
          <p:nvPr/>
        </p:nvSpPr>
        <p:spPr>
          <a:xfrm>
            <a:off x="364163" y="2462305"/>
            <a:ext cx="874500" cy="1223700"/>
          </a:xfrm>
          <a:prstGeom prst="roundRect">
            <a:avLst>
              <a:gd fmla="val 16667" name="adj"/>
            </a:avLst>
          </a:prstGeom>
          <a:solidFill>
            <a:srgbClr val="494C67"/>
          </a:solidFill>
          <a:ln>
            <a:noFill/>
          </a:ln>
        </p:spPr>
        <p:txBody>
          <a:bodyPr anchorCtr="0" anchor="ctr" bIns="51425" lIns="51425" spcFirstLastPara="1" rIns="51425" wrap="square" tIns="51425">
            <a:noAutofit/>
          </a:bodyPr>
          <a:lstStyle/>
          <a:p>
            <a:pPr indent="0" lvl="0" marL="0" marR="0" rtl="0" algn="ctr">
              <a:lnSpc>
                <a:spcPct val="100000"/>
              </a:lnSpc>
              <a:spcBef>
                <a:spcPts val="0"/>
              </a:spcBef>
              <a:spcAft>
                <a:spcPts val="0"/>
              </a:spcAft>
              <a:buClr>
                <a:srgbClr val="000000"/>
              </a:buClr>
              <a:buSzPts val="600"/>
              <a:buFont typeface="Arial"/>
              <a:buNone/>
            </a:pPr>
            <a:r>
              <a:rPr b="0" i="0" lang="pt-BR" sz="700" u="none" cap="none" strike="noStrike">
                <a:solidFill>
                  <a:srgbClr val="FFFFFF"/>
                </a:solidFill>
                <a:latin typeface="DM Sans"/>
                <a:ea typeface="DM Sans"/>
                <a:cs typeface="DM Sans"/>
                <a:sym typeface="DM Sans"/>
              </a:rPr>
              <a:t>Envia o ADP + peças da campanha</a:t>
            </a:r>
            <a:endParaRPr b="0" i="0" sz="700" u="none" cap="none" strike="noStrike">
              <a:solidFill>
                <a:srgbClr val="FFFFFF"/>
              </a:solidFill>
              <a:latin typeface="Arial"/>
              <a:ea typeface="Arial"/>
              <a:cs typeface="Arial"/>
              <a:sym typeface="Arial"/>
            </a:endParaRPr>
          </a:p>
        </p:txBody>
      </p:sp>
      <p:sp>
        <p:nvSpPr>
          <p:cNvPr id="414" name="Google Shape;414;p39"/>
          <p:cNvSpPr txBox="1"/>
          <p:nvPr/>
        </p:nvSpPr>
        <p:spPr>
          <a:xfrm>
            <a:off x="384975" y="1589461"/>
            <a:ext cx="821100" cy="558900"/>
          </a:xfrm>
          <a:prstGeom prst="rect">
            <a:avLst/>
          </a:prstGeom>
          <a:noFill/>
          <a:ln>
            <a:noFill/>
          </a:ln>
        </p:spPr>
        <p:txBody>
          <a:bodyPr anchorCtr="0" anchor="ctr" bIns="57225" lIns="57225" spcFirstLastPara="1" rIns="57225" wrap="square" tIns="57225">
            <a:noAutofit/>
          </a:bodyPr>
          <a:lstStyle/>
          <a:p>
            <a:pPr indent="0" lvl="0" marL="0" marR="0" rtl="0" algn="ctr">
              <a:lnSpc>
                <a:spcPct val="80000"/>
              </a:lnSpc>
              <a:spcBef>
                <a:spcPts val="0"/>
              </a:spcBef>
              <a:spcAft>
                <a:spcPts val="0"/>
              </a:spcAft>
              <a:buClr>
                <a:srgbClr val="D3B7F7"/>
              </a:buClr>
              <a:buSzPts val="2800"/>
              <a:buFont typeface="Helvetica Neue"/>
              <a:buNone/>
            </a:pPr>
            <a:r>
              <a:rPr b="1" i="0" lang="pt-BR" sz="3600" u="none" cap="none" strike="noStrike">
                <a:solidFill>
                  <a:srgbClr val="15E6FC"/>
                </a:solidFill>
                <a:latin typeface="Helvetica Neue"/>
                <a:ea typeface="Helvetica Neue"/>
                <a:cs typeface="Helvetica Neue"/>
                <a:sym typeface="Helvetica Neue"/>
              </a:rPr>
              <a:t>01</a:t>
            </a:r>
            <a:endParaRPr b="1" i="0" sz="3600" u="none" cap="none" strike="noStrike">
              <a:solidFill>
                <a:srgbClr val="15E6FC"/>
              </a:solidFill>
              <a:latin typeface="Helvetica Neue"/>
              <a:ea typeface="Helvetica Neue"/>
              <a:cs typeface="Helvetica Neue"/>
              <a:sym typeface="Helvetica Neue"/>
            </a:endParaRPr>
          </a:p>
        </p:txBody>
      </p:sp>
      <p:pic>
        <p:nvPicPr>
          <p:cNvPr id="415" name="Google Shape;415;p39"/>
          <p:cNvPicPr preferRelativeResize="0"/>
          <p:nvPr/>
        </p:nvPicPr>
        <p:blipFill rotWithShape="1">
          <a:blip r:embed="rId4">
            <a:alphaModFix/>
          </a:blip>
          <a:srcRect b="0" l="0" r="0" t="0"/>
          <a:stretch/>
        </p:blipFill>
        <p:spPr>
          <a:xfrm>
            <a:off x="1355083" y="2958306"/>
            <a:ext cx="149393" cy="231688"/>
          </a:xfrm>
          <a:prstGeom prst="rect">
            <a:avLst/>
          </a:prstGeom>
          <a:noFill/>
          <a:ln>
            <a:noFill/>
          </a:ln>
        </p:spPr>
      </p:pic>
      <p:sp>
        <p:nvSpPr>
          <p:cNvPr id="416" name="Google Shape;416;p39"/>
          <p:cNvSpPr txBox="1"/>
          <p:nvPr/>
        </p:nvSpPr>
        <p:spPr>
          <a:xfrm>
            <a:off x="384975" y="2077879"/>
            <a:ext cx="821100" cy="356700"/>
          </a:xfrm>
          <a:prstGeom prst="rect">
            <a:avLst/>
          </a:prstGeom>
          <a:noFill/>
          <a:ln>
            <a:noFill/>
          </a:ln>
        </p:spPr>
        <p:txBody>
          <a:bodyPr anchorCtr="0" anchor="ctr" bIns="57225" lIns="57225" spcFirstLastPara="1" rIns="57225" wrap="square" tIns="57225">
            <a:noAutofit/>
          </a:bodyPr>
          <a:lstStyle/>
          <a:p>
            <a:pPr indent="0" lvl="0" marL="0" marR="0" rtl="0" algn="ctr">
              <a:lnSpc>
                <a:spcPct val="80000"/>
              </a:lnSpc>
              <a:spcBef>
                <a:spcPts val="0"/>
              </a:spcBef>
              <a:spcAft>
                <a:spcPts val="0"/>
              </a:spcAft>
              <a:buClr>
                <a:srgbClr val="D3B7F7"/>
              </a:buClr>
              <a:buSzPts val="2800"/>
              <a:buFont typeface="Helvetica Neue"/>
              <a:buNone/>
            </a:pPr>
            <a:r>
              <a:rPr b="1" i="0" lang="pt-BR" sz="900" u="none" cap="none" strike="noStrike">
                <a:solidFill>
                  <a:srgbClr val="15E6FC"/>
                </a:solidFill>
                <a:latin typeface="Helvetica Neue"/>
                <a:ea typeface="Helvetica Neue"/>
                <a:cs typeface="Helvetica Neue"/>
                <a:sym typeface="Helvetica Neue"/>
              </a:rPr>
              <a:t>Agência/</a:t>
            </a:r>
            <a:endParaRPr b="1" i="0" sz="900" u="none" cap="none" strike="noStrike">
              <a:solidFill>
                <a:srgbClr val="15E6FC"/>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D3B7F7"/>
              </a:buClr>
              <a:buSzPts val="2800"/>
              <a:buFont typeface="Helvetica Neue"/>
              <a:buNone/>
            </a:pPr>
            <a:r>
              <a:rPr b="1" i="0" lang="pt-BR" sz="900" u="none" cap="none" strike="noStrike">
                <a:solidFill>
                  <a:srgbClr val="15E6FC"/>
                </a:solidFill>
                <a:latin typeface="Helvetica Neue"/>
                <a:ea typeface="Helvetica Neue"/>
                <a:cs typeface="Helvetica Neue"/>
                <a:sym typeface="Helvetica Neue"/>
              </a:rPr>
              <a:t>Stormx</a:t>
            </a:r>
            <a:endParaRPr b="1" i="0" sz="900" u="none" cap="none" strike="noStrike">
              <a:solidFill>
                <a:srgbClr val="15E6FC"/>
              </a:solidFill>
              <a:latin typeface="Helvetica Neue"/>
              <a:ea typeface="Helvetica Neue"/>
              <a:cs typeface="Helvetica Neue"/>
              <a:sym typeface="Helvetica Neue"/>
            </a:endParaRPr>
          </a:p>
        </p:txBody>
      </p:sp>
      <p:sp>
        <p:nvSpPr>
          <p:cNvPr id="417" name="Google Shape;417;p39"/>
          <p:cNvSpPr/>
          <p:nvPr/>
        </p:nvSpPr>
        <p:spPr>
          <a:xfrm>
            <a:off x="1621050" y="2462305"/>
            <a:ext cx="874500" cy="1223700"/>
          </a:xfrm>
          <a:prstGeom prst="roundRect">
            <a:avLst>
              <a:gd fmla="val 16667" name="adj"/>
            </a:avLst>
          </a:prstGeom>
          <a:solidFill>
            <a:srgbClr val="494C67"/>
          </a:solidFill>
          <a:ln>
            <a:noFill/>
          </a:ln>
        </p:spPr>
        <p:txBody>
          <a:bodyPr anchorCtr="0" anchor="ctr" bIns="51425" lIns="51425" spcFirstLastPara="1" rIns="51425" wrap="square" tIns="51425">
            <a:noAutofit/>
          </a:bodyPr>
          <a:lstStyle/>
          <a:p>
            <a:pPr indent="0" lvl="0" marL="0" marR="0" rtl="0" algn="ctr">
              <a:lnSpc>
                <a:spcPct val="100000"/>
              </a:lnSpc>
              <a:spcBef>
                <a:spcPts val="0"/>
              </a:spcBef>
              <a:spcAft>
                <a:spcPts val="0"/>
              </a:spcAft>
              <a:buClr>
                <a:srgbClr val="000000"/>
              </a:buClr>
              <a:buSzPts val="600"/>
              <a:buFont typeface="Arial"/>
              <a:buNone/>
            </a:pPr>
            <a:r>
              <a:rPr b="0" i="0" lang="pt-BR" sz="700" u="none" cap="none" strike="noStrike">
                <a:solidFill>
                  <a:srgbClr val="FFFFFF"/>
                </a:solidFill>
                <a:latin typeface="DM Sans"/>
                <a:ea typeface="DM Sans"/>
                <a:cs typeface="DM Sans"/>
                <a:sym typeface="DM Sans"/>
              </a:rPr>
              <a:t>Valida o ADP</a:t>
            </a:r>
            <a:endParaRPr b="0" i="0" sz="700" u="none" cap="none" strike="noStrike">
              <a:solidFill>
                <a:srgbClr val="FFFFFF"/>
              </a:solidFill>
              <a:latin typeface="Arial"/>
              <a:ea typeface="Arial"/>
              <a:cs typeface="Arial"/>
              <a:sym typeface="Arial"/>
            </a:endParaRPr>
          </a:p>
        </p:txBody>
      </p:sp>
      <p:sp>
        <p:nvSpPr>
          <p:cNvPr id="418" name="Google Shape;418;p39"/>
          <p:cNvSpPr txBox="1"/>
          <p:nvPr/>
        </p:nvSpPr>
        <p:spPr>
          <a:xfrm>
            <a:off x="1641862" y="1589461"/>
            <a:ext cx="821100" cy="558900"/>
          </a:xfrm>
          <a:prstGeom prst="rect">
            <a:avLst/>
          </a:prstGeom>
          <a:noFill/>
          <a:ln>
            <a:noFill/>
          </a:ln>
        </p:spPr>
        <p:txBody>
          <a:bodyPr anchorCtr="0" anchor="ctr" bIns="57225" lIns="57225" spcFirstLastPara="1" rIns="57225" wrap="square" tIns="57225">
            <a:noAutofit/>
          </a:bodyPr>
          <a:lstStyle/>
          <a:p>
            <a:pPr indent="0" lvl="0" marL="0" marR="0" rtl="0" algn="ctr">
              <a:lnSpc>
                <a:spcPct val="80000"/>
              </a:lnSpc>
              <a:spcBef>
                <a:spcPts val="0"/>
              </a:spcBef>
              <a:spcAft>
                <a:spcPts val="0"/>
              </a:spcAft>
              <a:buClr>
                <a:srgbClr val="D3B7F7"/>
              </a:buClr>
              <a:buSzPts val="2800"/>
              <a:buFont typeface="Helvetica Neue"/>
              <a:buNone/>
            </a:pPr>
            <a:r>
              <a:rPr b="1" i="0" lang="pt-BR" sz="3600" u="none" cap="none" strike="noStrike">
                <a:solidFill>
                  <a:srgbClr val="D3B7F7"/>
                </a:solidFill>
                <a:latin typeface="Helvetica Neue"/>
                <a:ea typeface="Helvetica Neue"/>
                <a:cs typeface="Helvetica Neue"/>
                <a:sym typeface="Helvetica Neue"/>
              </a:rPr>
              <a:t>02</a:t>
            </a:r>
            <a:endParaRPr b="1" i="0" sz="3600" u="none" cap="none" strike="noStrike">
              <a:solidFill>
                <a:srgbClr val="D3B7F7"/>
              </a:solidFill>
              <a:latin typeface="Helvetica Neue"/>
              <a:ea typeface="Helvetica Neue"/>
              <a:cs typeface="Helvetica Neue"/>
              <a:sym typeface="Helvetica Neue"/>
            </a:endParaRPr>
          </a:p>
        </p:txBody>
      </p:sp>
      <p:sp>
        <p:nvSpPr>
          <p:cNvPr id="419" name="Google Shape;419;p39"/>
          <p:cNvSpPr txBox="1"/>
          <p:nvPr/>
        </p:nvSpPr>
        <p:spPr>
          <a:xfrm>
            <a:off x="1492775" y="2077875"/>
            <a:ext cx="1119300" cy="356700"/>
          </a:xfrm>
          <a:prstGeom prst="rect">
            <a:avLst/>
          </a:prstGeom>
          <a:noFill/>
          <a:ln>
            <a:noFill/>
          </a:ln>
        </p:spPr>
        <p:txBody>
          <a:bodyPr anchorCtr="0" anchor="ctr" bIns="57225" lIns="57225" spcFirstLastPara="1" rIns="57225" wrap="square" tIns="57225">
            <a:noAutofit/>
          </a:bodyPr>
          <a:lstStyle/>
          <a:p>
            <a:pPr indent="0" lvl="0" marL="0" marR="0" rtl="0" algn="ctr">
              <a:lnSpc>
                <a:spcPct val="100000"/>
              </a:lnSpc>
              <a:spcBef>
                <a:spcPts val="0"/>
              </a:spcBef>
              <a:spcAft>
                <a:spcPts val="0"/>
              </a:spcAft>
              <a:buClr>
                <a:srgbClr val="D3B7F7"/>
              </a:buClr>
              <a:buSzPts val="2800"/>
              <a:buFont typeface="Helvetica Neue"/>
              <a:buNone/>
            </a:pPr>
            <a:r>
              <a:rPr b="1" i="0" lang="pt-BR" sz="900" u="none" cap="none" strike="noStrike">
                <a:solidFill>
                  <a:srgbClr val="D3B7F7"/>
                </a:solidFill>
                <a:latin typeface="Helvetica Neue"/>
                <a:ea typeface="Helvetica Neue"/>
                <a:cs typeface="Helvetica Neue"/>
                <a:sym typeface="Helvetica Neue"/>
              </a:rPr>
              <a:t>CS/Ops</a:t>
            </a:r>
            <a:endParaRPr b="1" i="0" sz="900" u="none" cap="none" strike="noStrike">
              <a:solidFill>
                <a:srgbClr val="D3B7F7"/>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D3B7F7"/>
              </a:buClr>
              <a:buSzPts val="2800"/>
              <a:buFont typeface="Helvetica Neue"/>
              <a:buNone/>
            </a:pPr>
            <a:r>
              <a:rPr b="1" i="0" lang="pt-BR" sz="900" u="none" cap="none" strike="noStrike">
                <a:solidFill>
                  <a:srgbClr val="D3B7F7"/>
                </a:solidFill>
                <a:latin typeface="Helvetica Neue"/>
                <a:ea typeface="Helvetica Neue"/>
                <a:cs typeface="Helvetica Neue"/>
                <a:sym typeface="Helvetica Neue"/>
              </a:rPr>
              <a:t>Flashtalking Team</a:t>
            </a:r>
            <a:endParaRPr b="1" i="0" sz="900" u="none" cap="none" strike="noStrike">
              <a:solidFill>
                <a:srgbClr val="D3B7F7"/>
              </a:solidFill>
              <a:latin typeface="Helvetica Neue"/>
              <a:ea typeface="Helvetica Neue"/>
              <a:cs typeface="Helvetica Neue"/>
              <a:sym typeface="Helvetica Neue"/>
            </a:endParaRPr>
          </a:p>
        </p:txBody>
      </p:sp>
      <p:pic>
        <p:nvPicPr>
          <p:cNvPr id="420" name="Google Shape;420;p39"/>
          <p:cNvPicPr preferRelativeResize="0"/>
          <p:nvPr/>
        </p:nvPicPr>
        <p:blipFill rotWithShape="1">
          <a:blip r:embed="rId4">
            <a:alphaModFix/>
          </a:blip>
          <a:srcRect b="0" l="0" r="0" t="0"/>
          <a:stretch/>
        </p:blipFill>
        <p:spPr>
          <a:xfrm>
            <a:off x="2611970" y="2958306"/>
            <a:ext cx="149393" cy="231688"/>
          </a:xfrm>
          <a:prstGeom prst="rect">
            <a:avLst/>
          </a:prstGeom>
          <a:noFill/>
          <a:ln>
            <a:noFill/>
          </a:ln>
        </p:spPr>
      </p:pic>
      <p:sp>
        <p:nvSpPr>
          <p:cNvPr id="421" name="Google Shape;421;p39"/>
          <p:cNvSpPr/>
          <p:nvPr/>
        </p:nvSpPr>
        <p:spPr>
          <a:xfrm>
            <a:off x="2877938" y="2462305"/>
            <a:ext cx="874500" cy="1223700"/>
          </a:xfrm>
          <a:prstGeom prst="roundRect">
            <a:avLst>
              <a:gd fmla="val 16667" name="adj"/>
            </a:avLst>
          </a:prstGeom>
          <a:solidFill>
            <a:srgbClr val="494C67"/>
          </a:solidFill>
          <a:ln>
            <a:noFill/>
          </a:ln>
        </p:spPr>
        <p:txBody>
          <a:bodyPr anchorCtr="0" anchor="ctr" bIns="51425" lIns="51425" spcFirstLastPara="1" rIns="51425" wrap="square" tIns="51425">
            <a:noAutofit/>
          </a:bodyPr>
          <a:lstStyle/>
          <a:p>
            <a:pPr indent="0" lvl="0" marL="0" marR="0" rtl="0" algn="ctr">
              <a:lnSpc>
                <a:spcPct val="100000"/>
              </a:lnSpc>
              <a:spcBef>
                <a:spcPts val="0"/>
              </a:spcBef>
              <a:spcAft>
                <a:spcPts val="0"/>
              </a:spcAft>
              <a:buClr>
                <a:srgbClr val="000000"/>
              </a:buClr>
              <a:buSzPts val="600"/>
              <a:buFont typeface="Arial"/>
              <a:buNone/>
            </a:pPr>
            <a:r>
              <a:rPr b="0" i="0" lang="pt-BR" sz="700" u="none" cap="none" strike="noStrike">
                <a:solidFill>
                  <a:srgbClr val="FFFFFF"/>
                </a:solidFill>
                <a:latin typeface="DM Sans"/>
                <a:ea typeface="DM Sans"/>
                <a:cs typeface="DM Sans"/>
                <a:sym typeface="DM Sans"/>
              </a:rPr>
              <a:t>Valida as peças</a:t>
            </a:r>
            <a:endParaRPr b="0" i="0" sz="700" u="none" cap="none" strike="noStrike">
              <a:solidFill>
                <a:srgbClr val="FFFFFF"/>
              </a:solidFill>
              <a:latin typeface="Arial"/>
              <a:ea typeface="Arial"/>
              <a:cs typeface="Arial"/>
              <a:sym typeface="Arial"/>
            </a:endParaRPr>
          </a:p>
        </p:txBody>
      </p:sp>
      <p:sp>
        <p:nvSpPr>
          <p:cNvPr id="422" name="Google Shape;422;p39"/>
          <p:cNvSpPr txBox="1"/>
          <p:nvPr/>
        </p:nvSpPr>
        <p:spPr>
          <a:xfrm>
            <a:off x="2898749" y="1589461"/>
            <a:ext cx="821100" cy="558900"/>
          </a:xfrm>
          <a:prstGeom prst="rect">
            <a:avLst/>
          </a:prstGeom>
          <a:noFill/>
          <a:ln>
            <a:noFill/>
          </a:ln>
        </p:spPr>
        <p:txBody>
          <a:bodyPr anchorCtr="0" anchor="ctr" bIns="57225" lIns="57225" spcFirstLastPara="1" rIns="57225" wrap="square" tIns="57225">
            <a:noAutofit/>
          </a:bodyPr>
          <a:lstStyle/>
          <a:p>
            <a:pPr indent="0" lvl="0" marL="0" marR="0" rtl="0" algn="ctr">
              <a:lnSpc>
                <a:spcPct val="80000"/>
              </a:lnSpc>
              <a:spcBef>
                <a:spcPts val="0"/>
              </a:spcBef>
              <a:spcAft>
                <a:spcPts val="0"/>
              </a:spcAft>
              <a:buClr>
                <a:srgbClr val="D3B7F7"/>
              </a:buClr>
              <a:buSzPts val="2800"/>
              <a:buFont typeface="Helvetica Neue"/>
              <a:buNone/>
            </a:pPr>
            <a:r>
              <a:rPr b="1" i="0" lang="pt-BR" sz="3600" u="none" cap="none" strike="noStrike">
                <a:solidFill>
                  <a:srgbClr val="494C67"/>
                </a:solidFill>
                <a:latin typeface="Helvetica Neue"/>
                <a:ea typeface="Helvetica Neue"/>
                <a:cs typeface="Helvetica Neue"/>
                <a:sym typeface="Helvetica Neue"/>
              </a:rPr>
              <a:t>03</a:t>
            </a:r>
            <a:endParaRPr b="1" i="0" sz="3600" u="none" cap="none" strike="noStrike">
              <a:solidFill>
                <a:srgbClr val="494C67"/>
              </a:solidFill>
              <a:latin typeface="Helvetica Neue"/>
              <a:ea typeface="Helvetica Neue"/>
              <a:cs typeface="Helvetica Neue"/>
              <a:sym typeface="Helvetica Neue"/>
            </a:endParaRPr>
          </a:p>
        </p:txBody>
      </p:sp>
      <p:sp>
        <p:nvSpPr>
          <p:cNvPr id="423" name="Google Shape;423;p39"/>
          <p:cNvSpPr txBox="1"/>
          <p:nvPr/>
        </p:nvSpPr>
        <p:spPr>
          <a:xfrm>
            <a:off x="2749663" y="2077875"/>
            <a:ext cx="1119300" cy="356700"/>
          </a:xfrm>
          <a:prstGeom prst="rect">
            <a:avLst/>
          </a:prstGeom>
          <a:noFill/>
          <a:ln>
            <a:noFill/>
          </a:ln>
        </p:spPr>
        <p:txBody>
          <a:bodyPr anchorCtr="0" anchor="ctr" bIns="57225" lIns="57225" spcFirstLastPara="1" rIns="57225" wrap="square" tIns="57225">
            <a:noAutofit/>
          </a:bodyPr>
          <a:lstStyle/>
          <a:p>
            <a:pPr indent="0" lvl="0" marL="0" marR="0" rtl="0" algn="ctr">
              <a:lnSpc>
                <a:spcPct val="100000"/>
              </a:lnSpc>
              <a:spcBef>
                <a:spcPts val="0"/>
              </a:spcBef>
              <a:spcAft>
                <a:spcPts val="0"/>
              </a:spcAft>
              <a:buClr>
                <a:srgbClr val="D3B7F7"/>
              </a:buClr>
              <a:buSzPts val="2800"/>
              <a:buFont typeface="Helvetica Neue"/>
              <a:buNone/>
            </a:pPr>
            <a:r>
              <a:rPr b="1" i="0" lang="pt-BR" sz="900" u="none" cap="none" strike="noStrike">
                <a:solidFill>
                  <a:srgbClr val="494C67"/>
                </a:solidFill>
                <a:latin typeface="Helvetica Neue"/>
                <a:ea typeface="Helvetica Neue"/>
                <a:cs typeface="Helvetica Neue"/>
                <a:sym typeface="Helvetica Neue"/>
              </a:rPr>
              <a:t>Creative/QA</a:t>
            </a:r>
            <a:endParaRPr b="1" i="0" sz="900" u="none" cap="none" strike="noStrike">
              <a:solidFill>
                <a:srgbClr val="494C67"/>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D3B7F7"/>
              </a:buClr>
              <a:buSzPts val="2800"/>
              <a:buFont typeface="Helvetica Neue"/>
              <a:buNone/>
            </a:pPr>
            <a:r>
              <a:rPr b="1" i="0" lang="pt-BR" sz="900" u="none" cap="none" strike="noStrike">
                <a:solidFill>
                  <a:srgbClr val="494C67"/>
                </a:solidFill>
                <a:latin typeface="Helvetica Neue"/>
                <a:ea typeface="Helvetica Neue"/>
                <a:cs typeface="Helvetica Neue"/>
                <a:sym typeface="Helvetica Neue"/>
              </a:rPr>
              <a:t>Flashtalking Team</a:t>
            </a:r>
            <a:endParaRPr b="1" i="0" sz="900" u="none" cap="none" strike="noStrike">
              <a:solidFill>
                <a:srgbClr val="494C67"/>
              </a:solidFill>
              <a:latin typeface="Helvetica Neue"/>
              <a:ea typeface="Helvetica Neue"/>
              <a:cs typeface="Helvetica Neue"/>
              <a:sym typeface="Helvetica Neue"/>
            </a:endParaRPr>
          </a:p>
        </p:txBody>
      </p:sp>
      <p:pic>
        <p:nvPicPr>
          <p:cNvPr id="424" name="Google Shape;424;p39"/>
          <p:cNvPicPr preferRelativeResize="0"/>
          <p:nvPr/>
        </p:nvPicPr>
        <p:blipFill rotWithShape="1">
          <a:blip r:embed="rId4">
            <a:alphaModFix/>
          </a:blip>
          <a:srcRect b="0" l="0" r="0" t="0"/>
          <a:stretch/>
        </p:blipFill>
        <p:spPr>
          <a:xfrm>
            <a:off x="3868858" y="2958306"/>
            <a:ext cx="149393" cy="231688"/>
          </a:xfrm>
          <a:prstGeom prst="rect">
            <a:avLst/>
          </a:prstGeom>
          <a:noFill/>
          <a:ln>
            <a:noFill/>
          </a:ln>
        </p:spPr>
      </p:pic>
      <p:sp>
        <p:nvSpPr>
          <p:cNvPr id="425" name="Google Shape;425;p39"/>
          <p:cNvSpPr/>
          <p:nvPr/>
        </p:nvSpPr>
        <p:spPr>
          <a:xfrm>
            <a:off x="4134825" y="2462305"/>
            <a:ext cx="874500" cy="1223700"/>
          </a:xfrm>
          <a:prstGeom prst="roundRect">
            <a:avLst>
              <a:gd fmla="val 16667" name="adj"/>
            </a:avLst>
          </a:prstGeom>
          <a:solidFill>
            <a:srgbClr val="494C67"/>
          </a:solidFill>
          <a:ln>
            <a:noFill/>
          </a:ln>
        </p:spPr>
        <p:txBody>
          <a:bodyPr anchorCtr="0" anchor="ctr" bIns="51425" lIns="51425" spcFirstLastPara="1" rIns="51425" wrap="square" tIns="51425">
            <a:noAutofit/>
          </a:bodyPr>
          <a:lstStyle/>
          <a:p>
            <a:pPr indent="0" lvl="0" marL="0" marR="0" rtl="0" algn="ctr">
              <a:lnSpc>
                <a:spcPct val="100000"/>
              </a:lnSpc>
              <a:spcBef>
                <a:spcPts val="0"/>
              </a:spcBef>
              <a:spcAft>
                <a:spcPts val="0"/>
              </a:spcAft>
              <a:buClr>
                <a:srgbClr val="000000"/>
              </a:buClr>
              <a:buSzPts val="600"/>
              <a:buFont typeface="Arial"/>
              <a:buNone/>
            </a:pPr>
            <a:r>
              <a:rPr b="0" i="0" lang="pt-BR" sz="700" u="none" cap="none" strike="noStrike">
                <a:solidFill>
                  <a:srgbClr val="FFFFFF"/>
                </a:solidFill>
                <a:latin typeface="DM Sans"/>
                <a:ea typeface="DM Sans"/>
                <a:cs typeface="DM Sans"/>
                <a:sym typeface="DM Sans"/>
              </a:rPr>
              <a:t>Peças validadas</a:t>
            </a:r>
            <a:endParaRPr b="0" i="0" sz="700" u="none" cap="none" strike="noStrike">
              <a:solidFill>
                <a:srgbClr val="FFFFFF"/>
              </a:solidFill>
              <a:latin typeface="Arial"/>
              <a:ea typeface="Arial"/>
              <a:cs typeface="Arial"/>
              <a:sym typeface="Arial"/>
            </a:endParaRPr>
          </a:p>
        </p:txBody>
      </p:sp>
      <p:sp>
        <p:nvSpPr>
          <p:cNvPr id="426" name="Google Shape;426;p39"/>
          <p:cNvSpPr txBox="1"/>
          <p:nvPr/>
        </p:nvSpPr>
        <p:spPr>
          <a:xfrm>
            <a:off x="4155637" y="1589461"/>
            <a:ext cx="821100" cy="558900"/>
          </a:xfrm>
          <a:prstGeom prst="rect">
            <a:avLst/>
          </a:prstGeom>
          <a:noFill/>
          <a:ln>
            <a:noFill/>
          </a:ln>
        </p:spPr>
        <p:txBody>
          <a:bodyPr anchorCtr="0" anchor="ctr" bIns="57225" lIns="57225" spcFirstLastPara="1" rIns="57225" wrap="square" tIns="57225">
            <a:noAutofit/>
          </a:bodyPr>
          <a:lstStyle/>
          <a:p>
            <a:pPr indent="0" lvl="0" marL="0" marR="0" rtl="0" algn="ctr">
              <a:lnSpc>
                <a:spcPct val="80000"/>
              </a:lnSpc>
              <a:spcBef>
                <a:spcPts val="0"/>
              </a:spcBef>
              <a:spcAft>
                <a:spcPts val="0"/>
              </a:spcAft>
              <a:buClr>
                <a:srgbClr val="D3B7F7"/>
              </a:buClr>
              <a:buSzPts val="2800"/>
              <a:buFont typeface="Helvetica Neue"/>
              <a:buNone/>
            </a:pPr>
            <a:r>
              <a:rPr b="1" i="0" lang="pt-BR" sz="3600" u="none" cap="none" strike="noStrike">
                <a:solidFill>
                  <a:srgbClr val="494C67"/>
                </a:solidFill>
                <a:latin typeface="Helvetica Neue"/>
                <a:ea typeface="Helvetica Neue"/>
                <a:cs typeface="Helvetica Neue"/>
                <a:sym typeface="Helvetica Neue"/>
              </a:rPr>
              <a:t>04</a:t>
            </a:r>
            <a:endParaRPr b="1" i="0" sz="3600" u="none" cap="none" strike="noStrike">
              <a:solidFill>
                <a:srgbClr val="494C67"/>
              </a:solidFill>
              <a:latin typeface="Helvetica Neue"/>
              <a:ea typeface="Helvetica Neue"/>
              <a:cs typeface="Helvetica Neue"/>
              <a:sym typeface="Helvetica Neue"/>
            </a:endParaRPr>
          </a:p>
        </p:txBody>
      </p:sp>
      <p:sp>
        <p:nvSpPr>
          <p:cNvPr id="427" name="Google Shape;427;p39"/>
          <p:cNvSpPr txBox="1"/>
          <p:nvPr/>
        </p:nvSpPr>
        <p:spPr>
          <a:xfrm>
            <a:off x="4006350" y="2077875"/>
            <a:ext cx="1119600" cy="356700"/>
          </a:xfrm>
          <a:prstGeom prst="rect">
            <a:avLst/>
          </a:prstGeom>
          <a:noFill/>
          <a:ln>
            <a:noFill/>
          </a:ln>
        </p:spPr>
        <p:txBody>
          <a:bodyPr anchorCtr="0" anchor="ctr" bIns="57225" lIns="57225" spcFirstLastPara="1" rIns="57225" wrap="square" tIns="57225">
            <a:noAutofit/>
          </a:bodyPr>
          <a:lstStyle/>
          <a:p>
            <a:pPr indent="0" lvl="0" marL="0" marR="0" rtl="0" algn="ctr">
              <a:lnSpc>
                <a:spcPct val="100000"/>
              </a:lnSpc>
              <a:spcBef>
                <a:spcPts val="0"/>
              </a:spcBef>
              <a:spcAft>
                <a:spcPts val="0"/>
              </a:spcAft>
              <a:buClr>
                <a:srgbClr val="D3B7F7"/>
              </a:buClr>
              <a:buSzPts val="2800"/>
              <a:buFont typeface="Helvetica Neue"/>
              <a:buNone/>
            </a:pPr>
            <a:r>
              <a:rPr b="1" i="0" lang="pt-BR" sz="900" u="none" cap="none" strike="noStrike">
                <a:solidFill>
                  <a:srgbClr val="494C67"/>
                </a:solidFill>
                <a:latin typeface="Helvetica Neue"/>
                <a:ea typeface="Helvetica Neue"/>
                <a:cs typeface="Helvetica Neue"/>
                <a:sym typeface="Helvetica Neue"/>
              </a:rPr>
              <a:t>Creative/QA</a:t>
            </a:r>
            <a:endParaRPr b="1" i="0" sz="900" u="none" cap="none" strike="noStrike">
              <a:solidFill>
                <a:srgbClr val="494C67"/>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D3B7F7"/>
              </a:buClr>
              <a:buSzPts val="2800"/>
              <a:buFont typeface="Helvetica Neue"/>
              <a:buNone/>
            </a:pPr>
            <a:r>
              <a:rPr b="1" i="0" lang="pt-BR" sz="900" u="none" cap="none" strike="noStrike">
                <a:solidFill>
                  <a:srgbClr val="494C67"/>
                </a:solidFill>
                <a:latin typeface="Helvetica Neue"/>
                <a:ea typeface="Helvetica Neue"/>
                <a:cs typeface="Helvetica Neue"/>
                <a:sym typeface="Helvetica Neue"/>
              </a:rPr>
              <a:t>Flashtalking Team</a:t>
            </a:r>
            <a:endParaRPr b="1" i="0" sz="900" u="none" cap="none" strike="noStrike">
              <a:solidFill>
                <a:srgbClr val="494C67"/>
              </a:solidFill>
              <a:latin typeface="Helvetica Neue"/>
              <a:ea typeface="Helvetica Neue"/>
              <a:cs typeface="Helvetica Neue"/>
              <a:sym typeface="Helvetica Neue"/>
            </a:endParaRPr>
          </a:p>
        </p:txBody>
      </p:sp>
      <p:pic>
        <p:nvPicPr>
          <p:cNvPr id="428" name="Google Shape;428;p39"/>
          <p:cNvPicPr preferRelativeResize="0"/>
          <p:nvPr/>
        </p:nvPicPr>
        <p:blipFill rotWithShape="1">
          <a:blip r:embed="rId4">
            <a:alphaModFix/>
          </a:blip>
          <a:srcRect b="0" l="0" r="0" t="0"/>
          <a:stretch/>
        </p:blipFill>
        <p:spPr>
          <a:xfrm>
            <a:off x="5125745" y="2958306"/>
            <a:ext cx="149393" cy="231688"/>
          </a:xfrm>
          <a:prstGeom prst="rect">
            <a:avLst/>
          </a:prstGeom>
          <a:noFill/>
          <a:ln>
            <a:noFill/>
          </a:ln>
        </p:spPr>
      </p:pic>
      <p:sp>
        <p:nvSpPr>
          <p:cNvPr id="429" name="Google Shape;429;p39"/>
          <p:cNvSpPr/>
          <p:nvPr/>
        </p:nvSpPr>
        <p:spPr>
          <a:xfrm>
            <a:off x="5391713" y="2462305"/>
            <a:ext cx="874500" cy="1223700"/>
          </a:xfrm>
          <a:prstGeom prst="roundRect">
            <a:avLst>
              <a:gd fmla="val 16667" name="adj"/>
            </a:avLst>
          </a:prstGeom>
          <a:solidFill>
            <a:srgbClr val="494C67"/>
          </a:solidFill>
          <a:ln>
            <a:noFill/>
          </a:ln>
        </p:spPr>
        <p:txBody>
          <a:bodyPr anchorCtr="0" anchor="ctr" bIns="51425" lIns="51425" spcFirstLastPara="1" rIns="51425" wrap="square" tIns="51425">
            <a:noAutofit/>
          </a:bodyPr>
          <a:lstStyle/>
          <a:p>
            <a:pPr indent="0" lvl="0" marL="0" marR="0" rtl="0" algn="ctr">
              <a:lnSpc>
                <a:spcPct val="100000"/>
              </a:lnSpc>
              <a:spcBef>
                <a:spcPts val="0"/>
              </a:spcBef>
              <a:spcAft>
                <a:spcPts val="0"/>
              </a:spcAft>
              <a:buClr>
                <a:srgbClr val="000000"/>
              </a:buClr>
              <a:buSzPts val="600"/>
              <a:buFont typeface="Arial"/>
              <a:buNone/>
            </a:pPr>
            <a:r>
              <a:rPr b="0" i="0" lang="pt-BR" sz="700" u="none" cap="none" strike="noStrike">
                <a:solidFill>
                  <a:srgbClr val="FFFFFF"/>
                </a:solidFill>
                <a:latin typeface="DM Sans"/>
                <a:ea typeface="DM Sans"/>
                <a:cs typeface="DM Sans"/>
                <a:sym typeface="DM Sans"/>
              </a:rPr>
              <a:t>Criação da campanha, associação das peças e envio dos previews para a validação</a:t>
            </a:r>
            <a:endParaRPr b="0" i="0" sz="700" u="none" cap="none" strike="noStrike">
              <a:solidFill>
                <a:srgbClr val="FFFFFF"/>
              </a:solidFill>
              <a:latin typeface="Arial"/>
              <a:ea typeface="Arial"/>
              <a:cs typeface="Arial"/>
              <a:sym typeface="Arial"/>
            </a:endParaRPr>
          </a:p>
        </p:txBody>
      </p:sp>
      <p:sp>
        <p:nvSpPr>
          <p:cNvPr id="430" name="Google Shape;430;p39"/>
          <p:cNvSpPr txBox="1"/>
          <p:nvPr/>
        </p:nvSpPr>
        <p:spPr>
          <a:xfrm>
            <a:off x="5412525" y="1589461"/>
            <a:ext cx="821100" cy="558900"/>
          </a:xfrm>
          <a:prstGeom prst="rect">
            <a:avLst/>
          </a:prstGeom>
          <a:noFill/>
          <a:ln>
            <a:noFill/>
          </a:ln>
        </p:spPr>
        <p:txBody>
          <a:bodyPr anchorCtr="0" anchor="ctr" bIns="57225" lIns="57225" spcFirstLastPara="1" rIns="57225" wrap="square" tIns="57225">
            <a:noAutofit/>
          </a:bodyPr>
          <a:lstStyle/>
          <a:p>
            <a:pPr indent="0" lvl="0" marL="0" marR="0" rtl="0" algn="ctr">
              <a:lnSpc>
                <a:spcPct val="80000"/>
              </a:lnSpc>
              <a:spcBef>
                <a:spcPts val="0"/>
              </a:spcBef>
              <a:spcAft>
                <a:spcPts val="0"/>
              </a:spcAft>
              <a:buClr>
                <a:srgbClr val="D3B7F7"/>
              </a:buClr>
              <a:buSzPts val="2800"/>
              <a:buFont typeface="Helvetica Neue"/>
              <a:buNone/>
            </a:pPr>
            <a:r>
              <a:rPr b="1" i="0" lang="pt-BR" sz="3600" u="none" cap="none" strike="noStrike">
                <a:solidFill>
                  <a:srgbClr val="D3B7F7"/>
                </a:solidFill>
                <a:latin typeface="Helvetica Neue"/>
                <a:ea typeface="Helvetica Neue"/>
                <a:cs typeface="Helvetica Neue"/>
                <a:sym typeface="Helvetica Neue"/>
              </a:rPr>
              <a:t>05</a:t>
            </a:r>
            <a:endParaRPr b="1" i="0" sz="3600" u="none" cap="none" strike="noStrike">
              <a:solidFill>
                <a:srgbClr val="D3B7F7"/>
              </a:solidFill>
              <a:latin typeface="Helvetica Neue"/>
              <a:ea typeface="Helvetica Neue"/>
              <a:cs typeface="Helvetica Neue"/>
              <a:sym typeface="Helvetica Neue"/>
            </a:endParaRPr>
          </a:p>
        </p:txBody>
      </p:sp>
      <p:sp>
        <p:nvSpPr>
          <p:cNvPr id="431" name="Google Shape;431;p39"/>
          <p:cNvSpPr txBox="1"/>
          <p:nvPr/>
        </p:nvSpPr>
        <p:spPr>
          <a:xfrm>
            <a:off x="5263363" y="2077875"/>
            <a:ext cx="1119300" cy="356700"/>
          </a:xfrm>
          <a:prstGeom prst="rect">
            <a:avLst/>
          </a:prstGeom>
          <a:noFill/>
          <a:ln>
            <a:noFill/>
          </a:ln>
        </p:spPr>
        <p:txBody>
          <a:bodyPr anchorCtr="0" anchor="ctr" bIns="57225" lIns="57225" spcFirstLastPara="1" rIns="57225" wrap="square" tIns="57225">
            <a:noAutofit/>
          </a:bodyPr>
          <a:lstStyle/>
          <a:p>
            <a:pPr indent="0" lvl="0" marL="0" marR="0" rtl="0" algn="ctr">
              <a:lnSpc>
                <a:spcPct val="100000"/>
              </a:lnSpc>
              <a:spcBef>
                <a:spcPts val="0"/>
              </a:spcBef>
              <a:spcAft>
                <a:spcPts val="0"/>
              </a:spcAft>
              <a:buClr>
                <a:srgbClr val="D3B7F7"/>
              </a:buClr>
              <a:buSzPts val="2800"/>
              <a:buFont typeface="Helvetica Neue"/>
              <a:buNone/>
            </a:pPr>
            <a:r>
              <a:rPr b="1" i="0" lang="pt-BR" sz="900" u="none" cap="none" strike="noStrike">
                <a:solidFill>
                  <a:srgbClr val="D3B7F7"/>
                </a:solidFill>
                <a:latin typeface="Helvetica Neue"/>
                <a:ea typeface="Helvetica Neue"/>
                <a:cs typeface="Helvetica Neue"/>
                <a:sym typeface="Helvetica Neue"/>
              </a:rPr>
              <a:t>CS/Ops</a:t>
            </a:r>
            <a:endParaRPr b="1" i="0" sz="900" u="none" cap="none" strike="noStrike">
              <a:solidFill>
                <a:srgbClr val="D3B7F7"/>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D3B7F7"/>
              </a:buClr>
              <a:buSzPts val="2800"/>
              <a:buFont typeface="Helvetica Neue"/>
              <a:buNone/>
            </a:pPr>
            <a:r>
              <a:rPr b="1" i="0" lang="pt-BR" sz="900" u="none" cap="none" strike="noStrike">
                <a:solidFill>
                  <a:srgbClr val="D3B7F7"/>
                </a:solidFill>
                <a:latin typeface="Helvetica Neue"/>
                <a:ea typeface="Helvetica Neue"/>
                <a:cs typeface="Helvetica Neue"/>
                <a:sym typeface="Helvetica Neue"/>
              </a:rPr>
              <a:t>Flashtalking Team</a:t>
            </a:r>
            <a:endParaRPr b="1" i="0" sz="900" u="none" cap="none" strike="noStrike">
              <a:solidFill>
                <a:srgbClr val="D3B7F7"/>
              </a:solidFill>
              <a:latin typeface="Helvetica Neue"/>
              <a:ea typeface="Helvetica Neue"/>
              <a:cs typeface="Helvetica Neue"/>
              <a:sym typeface="Helvetica Neue"/>
            </a:endParaRPr>
          </a:p>
        </p:txBody>
      </p:sp>
      <p:pic>
        <p:nvPicPr>
          <p:cNvPr id="432" name="Google Shape;432;p39"/>
          <p:cNvPicPr preferRelativeResize="0"/>
          <p:nvPr/>
        </p:nvPicPr>
        <p:blipFill rotWithShape="1">
          <a:blip r:embed="rId4">
            <a:alphaModFix/>
          </a:blip>
          <a:srcRect b="0" l="0" r="0" t="0"/>
          <a:stretch/>
        </p:blipFill>
        <p:spPr>
          <a:xfrm>
            <a:off x="6382633" y="2958306"/>
            <a:ext cx="149393" cy="231688"/>
          </a:xfrm>
          <a:prstGeom prst="rect">
            <a:avLst/>
          </a:prstGeom>
          <a:noFill/>
          <a:ln>
            <a:noFill/>
          </a:ln>
        </p:spPr>
      </p:pic>
      <p:sp>
        <p:nvSpPr>
          <p:cNvPr id="433" name="Google Shape;433;p39"/>
          <p:cNvSpPr/>
          <p:nvPr/>
        </p:nvSpPr>
        <p:spPr>
          <a:xfrm>
            <a:off x="6648600" y="2462305"/>
            <a:ext cx="874500" cy="1223700"/>
          </a:xfrm>
          <a:prstGeom prst="roundRect">
            <a:avLst>
              <a:gd fmla="val 16667" name="adj"/>
            </a:avLst>
          </a:prstGeom>
          <a:solidFill>
            <a:srgbClr val="494C67"/>
          </a:solidFill>
          <a:ln>
            <a:noFill/>
          </a:ln>
        </p:spPr>
        <p:txBody>
          <a:bodyPr anchorCtr="0" anchor="ctr" bIns="51425" lIns="51425" spcFirstLastPara="1" rIns="51425" wrap="square" tIns="51425">
            <a:noAutofit/>
          </a:bodyPr>
          <a:lstStyle/>
          <a:p>
            <a:pPr indent="0" lvl="0" marL="0" marR="0" rtl="0" algn="ctr">
              <a:lnSpc>
                <a:spcPct val="100000"/>
              </a:lnSpc>
              <a:spcBef>
                <a:spcPts val="0"/>
              </a:spcBef>
              <a:spcAft>
                <a:spcPts val="0"/>
              </a:spcAft>
              <a:buClr>
                <a:srgbClr val="000000"/>
              </a:buClr>
              <a:buSzPts val="600"/>
              <a:buFont typeface="Arial"/>
              <a:buNone/>
            </a:pPr>
            <a:r>
              <a:rPr b="0" i="0" lang="pt-BR" sz="700" u="none" cap="none" strike="noStrike">
                <a:solidFill>
                  <a:srgbClr val="FFFFFF"/>
                </a:solidFill>
                <a:latin typeface="DM Sans"/>
                <a:ea typeface="DM Sans"/>
                <a:cs typeface="DM Sans"/>
                <a:sym typeface="DM Sans"/>
              </a:rPr>
              <a:t>Valida os previews</a:t>
            </a:r>
            <a:endParaRPr b="0" i="0" sz="700" u="none" cap="none" strike="noStrike">
              <a:solidFill>
                <a:srgbClr val="FFFFFF"/>
              </a:solidFill>
              <a:latin typeface="Arial"/>
              <a:ea typeface="Arial"/>
              <a:cs typeface="Arial"/>
              <a:sym typeface="Arial"/>
            </a:endParaRPr>
          </a:p>
        </p:txBody>
      </p:sp>
      <p:sp>
        <p:nvSpPr>
          <p:cNvPr id="434" name="Google Shape;434;p39"/>
          <p:cNvSpPr txBox="1"/>
          <p:nvPr/>
        </p:nvSpPr>
        <p:spPr>
          <a:xfrm>
            <a:off x="6669412" y="1589461"/>
            <a:ext cx="821100" cy="558900"/>
          </a:xfrm>
          <a:prstGeom prst="rect">
            <a:avLst/>
          </a:prstGeom>
          <a:noFill/>
          <a:ln>
            <a:noFill/>
          </a:ln>
        </p:spPr>
        <p:txBody>
          <a:bodyPr anchorCtr="0" anchor="ctr" bIns="57225" lIns="57225" spcFirstLastPara="1" rIns="57225" wrap="square" tIns="57225">
            <a:noAutofit/>
          </a:bodyPr>
          <a:lstStyle/>
          <a:p>
            <a:pPr indent="0" lvl="0" marL="0" marR="0" rtl="0" algn="ctr">
              <a:lnSpc>
                <a:spcPct val="80000"/>
              </a:lnSpc>
              <a:spcBef>
                <a:spcPts val="0"/>
              </a:spcBef>
              <a:spcAft>
                <a:spcPts val="0"/>
              </a:spcAft>
              <a:buClr>
                <a:srgbClr val="D3B7F7"/>
              </a:buClr>
              <a:buSzPts val="2800"/>
              <a:buFont typeface="Helvetica Neue"/>
              <a:buNone/>
            </a:pPr>
            <a:r>
              <a:rPr b="1" i="0" lang="pt-BR" sz="3600" u="none" cap="none" strike="noStrike">
                <a:solidFill>
                  <a:srgbClr val="15E6FC"/>
                </a:solidFill>
                <a:latin typeface="Helvetica Neue"/>
                <a:ea typeface="Helvetica Neue"/>
                <a:cs typeface="Helvetica Neue"/>
                <a:sym typeface="Helvetica Neue"/>
              </a:rPr>
              <a:t>06</a:t>
            </a:r>
            <a:endParaRPr b="1" i="0" sz="3600" u="none" cap="none" strike="noStrike">
              <a:solidFill>
                <a:srgbClr val="15E6FC"/>
              </a:solidFill>
              <a:latin typeface="Helvetica Neue"/>
              <a:ea typeface="Helvetica Neue"/>
              <a:cs typeface="Helvetica Neue"/>
              <a:sym typeface="Helvetica Neue"/>
            </a:endParaRPr>
          </a:p>
        </p:txBody>
      </p:sp>
      <p:sp>
        <p:nvSpPr>
          <p:cNvPr id="435" name="Google Shape;435;p39"/>
          <p:cNvSpPr txBox="1"/>
          <p:nvPr/>
        </p:nvSpPr>
        <p:spPr>
          <a:xfrm>
            <a:off x="6669413" y="2077879"/>
            <a:ext cx="821100" cy="356700"/>
          </a:xfrm>
          <a:prstGeom prst="rect">
            <a:avLst/>
          </a:prstGeom>
          <a:noFill/>
          <a:ln>
            <a:noFill/>
          </a:ln>
        </p:spPr>
        <p:txBody>
          <a:bodyPr anchorCtr="0" anchor="ctr" bIns="57225" lIns="57225" spcFirstLastPara="1" rIns="57225" wrap="square" tIns="57225">
            <a:noAutofit/>
          </a:bodyPr>
          <a:lstStyle/>
          <a:p>
            <a:pPr indent="0" lvl="0" marL="0" marR="0" rtl="0" algn="ctr">
              <a:lnSpc>
                <a:spcPct val="80000"/>
              </a:lnSpc>
              <a:spcBef>
                <a:spcPts val="0"/>
              </a:spcBef>
              <a:spcAft>
                <a:spcPts val="0"/>
              </a:spcAft>
              <a:buClr>
                <a:srgbClr val="D3B7F7"/>
              </a:buClr>
              <a:buSzPts val="2800"/>
              <a:buFont typeface="Helvetica Neue"/>
              <a:buNone/>
            </a:pPr>
            <a:r>
              <a:rPr b="1" i="0" lang="pt-BR" sz="900" u="none" cap="none" strike="noStrike">
                <a:solidFill>
                  <a:srgbClr val="15E6FC"/>
                </a:solidFill>
                <a:latin typeface="Helvetica Neue"/>
                <a:ea typeface="Helvetica Neue"/>
                <a:cs typeface="Helvetica Neue"/>
                <a:sym typeface="Helvetica Neue"/>
              </a:rPr>
              <a:t>Agência/</a:t>
            </a:r>
            <a:endParaRPr b="1" i="0" sz="900" u="none" cap="none" strike="noStrike">
              <a:solidFill>
                <a:srgbClr val="15E6FC"/>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D3B7F7"/>
              </a:buClr>
              <a:buSzPts val="2800"/>
              <a:buFont typeface="Helvetica Neue"/>
              <a:buNone/>
            </a:pPr>
            <a:r>
              <a:rPr b="1" i="0" lang="pt-BR" sz="900" u="none" cap="none" strike="noStrike">
                <a:solidFill>
                  <a:srgbClr val="15E6FC"/>
                </a:solidFill>
                <a:latin typeface="Helvetica Neue"/>
                <a:ea typeface="Helvetica Neue"/>
                <a:cs typeface="Helvetica Neue"/>
                <a:sym typeface="Helvetica Neue"/>
              </a:rPr>
              <a:t>Stormx</a:t>
            </a:r>
            <a:endParaRPr b="1" i="0" sz="900" u="none" cap="none" strike="noStrike">
              <a:solidFill>
                <a:srgbClr val="15E6FC"/>
              </a:solidFill>
              <a:latin typeface="Helvetica Neue"/>
              <a:ea typeface="Helvetica Neue"/>
              <a:cs typeface="Helvetica Neue"/>
              <a:sym typeface="Helvetica Neue"/>
            </a:endParaRPr>
          </a:p>
        </p:txBody>
      </p:sp>
      <p:pic>
        <p:nvPicPr>
          <p:cNvPr id="436" name="Google Shape;436;p39"/>
          <p:cNvPicPr preferRelativeResize="0"/>
          <p:nvPr/>
        </p:nvPicPr>
        <p:blipFill rotWithShape="1">
          <a:blip r:embed="rId4">
            <a:alphaModFix/>
          </a:blip>
          <a:srcRect b="0" l="0" r="0" t="0"/>
          <a:stretch/>
        </p:blipFill>
        <p:spPr>
          <a:xfrm>
            <a:off x="7639520" y="2958306"/>
            <a:ext cx="149393" cy="231688"/>
          </a:xfrm>
          <a:prstGeom prst="rect">
            <a:avLst/>
          </a:prstGeom>
          <a:noFill/>
          <a:ln>
            <a:noFill/>
          </a:ln>
        </p:spPr>
      </p:pic>
      <p:sp>
        <p:nvSpPr>
          <p:cNvPr id="437" name="Google Shape;437;p39"/>
          <p:cNvSpPr/>
          <p:nvPr/>
        </p:nvSpPr>
        <p:spPr>
          <a:xfrm>
            <a:off x="7905488" y="2462305"/>
            <a:ext cx="874500" cy="1223700"/>
          </a:xfrm>
          <a:prstGeom prst="roundRect">
            <a:avLst>
              <a:gd fmla="val 16667" name="adj"/>
            </a:avLst>
          </a:prstGeom>
          <a:solidFill>
            <a:srgbClr val="494C67"/>
          </a:solidFill>
          <a:ln>
            <a:noFill/>
          </a:ln>
        </p:spPr>
        <p:txBody>
          <a:bodyPr anchorCtr="0" anchor="ctr" bIns="51425" lIns="51425" spcFirstLastPara="1" rIns="51425" wrap="square" tIns="51425">
            <a:noAutofit/>
          </a:bodyPr>
          <a:lstStyle/>
          <a:p>
            <a:pPr indent="0" lvl="0" marL="0" marR="0" rtl="0" algn="ctr">
              <a:lnSpc>
                <a:spcPct val="100000"/>
              </a:lnSpc>
              <a:spcBef>
                <a:spcPts val="0"/>
              </a:spcBef>
              <a:spcAft>
                <a:spcPts val="0"/>
              </a:spcAft>
              <a:buClr>
                <a:srgbClr val="000000"/>
              </a:buClr>
              <a:buSzPts val="600"/>
              <a:buFont typeface="Arial"/>
              <a:buNone/>
            </a:pPr>
            <a:r>
              <a:rPr b="0" i="0" lang="pt-BR" sz="700" u="none" cap="none" strike="noStrike">
                <a:solidFill>
                  <a:srgbClr val="FFFFFF"/>
                </a:solidFill>
                <a:latin typeface="DM Sans"/>
                <a:ea typeface="DM Sans"/>
                <a:cs typeface="DM Sans"/>
                <a:sym typeface="DM Sans"/>
              </a:rPr>
              <a:t>Libera as TAGs, verifica as contabilizações e as discrepâncias</a:t>
            </a:r>
            <a:endParaRPr b="0" i="0" sz="700" u="none" cap="none" strike="noStrike">
              <a:solidFill>
                <a:srgbClr val="FFFFFF"/>
              </a:solidFill>
              <a:latin typeface="Arial"/>
              <a:ea typeface="Arial"/>
              <a:cs typeface="Arial"/>
              <a:sym typeface="Arial"/>
            </a:endParaRPr>
          </a:p>
        </p:txBody>
      </p:sp>
      <p:sp>
        <p:nvSpPr>
          <p:cNvPr id="438" name="Google Shape;438;p39"/>
          <p:cNvSpPr txBox="1"/>
          <p:nvPr/>
        </p:nvSpPr>
        <p:spPr>
          <a:xfrm>
            <a:off x="7926300" y="1589461"/>
            <a:ext cx="821100" cy="558900"/>
          </a:xfrm>
          <a:prstGeom prst="rect">
            <a:avLst/>
          </a:prstGeom>
          <a:noFill/>
          <a:ln>
            <a:noFill/>
          </a:ln>
        </p:spPr>
        <p:txBody>
          <a:bodyPr anchorCtr="0" anchor="ctr" bIns="57225" lIns="57225" spcFirstLastPara="1" rIns="57225" wrap="square" tIns="57225">
            <a:noAutofit/>
          </a:bodyPr>
          <a:lstStyle/>
          <a:p>
            <a:pPr indent="0" lvl="0" marL="0" marR="0" rtl="0" algn="ctr">
              <a:lnSpc>
                <a:spcPct val="80000"/>
              </a:lnSpc>
              <a:spcBef>
                <a:spcPts val="0"/>
              </a:spcBef>
              <a:spcAft>
                <a:spcPts val="0"/>
              </a:spcAft>
              <a:buClr>
                <a:srgbClr val="D3B7F7"/>
              </a:buClr>
              <a:buSzPts val="2800"/>
              <a:buFont typeface="Helvetica Neue"/>
              <a:buNone/>
            </a:pPr>
            <a:r>
              <a:rPr b="1" i="0" lang="pt-BR" sz="3600" u="none" cap="none" strike="noStrike">
                <a:solidFill>
                  <a:srgbClr val="D3B7F7"/>
                </a:solidFill>
                <a:latin typeface="Helvetica Neue"/>
                <a:ea typeface="Helvetica Neue"/>
                <a:cs typeface="Helvetica Neue"/>
                <a:sym typeface="Helvetica Neue"/>
              </a:rPr>
              <a:t>07</a:t>
            </a:r>
            <a:endParaRPr b="1" i="0" sz="3600" u="none" cap="none" strike="noStrike">
              <a:solidFill>
                <a:srgbClr val="D3B7F7"/>
              </a:solidFill>
              <a:latin typeface="Helvetica Neue"/>
              <a:ea typeface="Helvetica Neue"/>
              <a:cs typeface="Helvetica Neue"/>
              <a:sym typeface="Helvetica Neue"/>
            </a:endParaRPr>
          </a:p>
        </p:txBody>
      </p:sp>
      <p:sp>
        <p:nvSpPr>
          <p:cNvPr id="439" name="Google Shape;439;p39"/>
          <p:cNvSpPr txBox="1"/>
          <p:nvPr/>
        </p:nvSpPr>
        <p:spPr>
          <a:xfrm>
            <a:off x="7752838" y="2077875"/>
            <a:ext cx="1167900" cy="356700"/>
          </a:xfrm>
          <a:prstGeom prst="rect">
            <a:avLst/>
          </a:prstGeom>
          <a:noFill/>
          <a:ln>
            <a:noFill/>
          </a:ln>
        </p:spPr>
        <p:txBody>
          <a:bodyPr anchorCtr="0" anchor="ctr" bIns="57225" lIns="57225" spcFirstLastPara="1" rIns="57225" wrap="square" tIns="57225">
            <a:noAutofit/>
          </a:bodyPr>
          <a:lstStyle/>
          <a:p>
            <a:pPr indent="0" lvl="0" marL="0" marR="0" rtl="0" algn="ctr">
              <a:lnSpc>
                <a:spcPct val="100000"/>
              </a:lnSpc>
              <a:spcBef>
                <a:spcPts val="0"/>
              </a:spcBef>
              <a:spcAft>
                <a:spcPts val="0"/>
              </a:spcAft>
              <a:buClr>
                <a:srgbClr val="D3B7F7"/>
              </a:buClr>
              <a:buSzPts val="2800"/>
              <a:buFont typeface="Helvetica Neue"/>
              <a:buNone/>
            </a:pPr>
            <a:r>
              <a:rPr b="1" i="0" lang="pt-BR" sz="900" u="none" cap="none" strike="noStrike">
                <a:solidFill>
                  <a:srgbClr val="D3B7F7"/>
                </a:solidFill>
                <a:latin typeface="Helvetica Neue"/>
                <a:ea typeface="Helvetica Neue"/>
                <a:cs typeface="Helvetica Neue"/>
                <a:sym typeface="Helvetica Neue"/>
              </a:rPr>
              <a:t>CS/Ops</a:t>
            </a:r>
            <a:endParaRPr b="1" i="0" sz="900" u="none" cap="none" strike="noStrike">
              <a:solidFill>
                <a:srgbClr val="D3B7F7"/>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D3B7F7"/>
              </a:buClr>
              <a:buSzPts val="2800"/>
              <a:buFont typeface="Helvetica Neue"/>
              <a:buNone/>
            </a:pPr>
            <a:r>
              <a:rPr b="1" i="0" lang="pt-BR" sz="900" u="none" cap="none" strike="noStrike">
                <a:solidFill>
                  <a:srgbClr val="D3B7F7"/>
                </a:solidFill>
                <a:latin typeface="Helvetica Neue"/>
                <a:ea typeface="Helvetica Neue"/>
                <a:cs typeface="Helvetica Neue"/>
                <a:sym typeface="Helvetica Neue"/>
              </a:rPr>
              <a:t>Flashtalking Team</a:t>
            </a:r>
            <a:endParaRPr b="1" i="0" sz="900" u="none" cap="none" strike="noStrike">
              <a:solidFill>
                <a:srgbClr val="D3B7F7"/>
              </a:solidFill>
              <a:latin typeface="Helvetica Neue"/>
              <a:ea typeface="Helvetica Neue"/>
              <a:cs typeface="Helvetica Neue"/>
              <a:sym typeface="Helvetica Neue"/>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3" name="Shape 443"/>
        <p:cNvGrpSpPr/>
        <p:nvPr/>
      </p:nvGrpSpPr>
      <p:grpSpPr>
        <a:xfrm>
          <a:off x="0" y="0"/>
          <a:ext cx="0" cy="0"/>
          <a:chOff x="0" y="0"/>
          <a:chExt cx="0" cy="0"/>
        </a:xfrm>
      </p:grpSpPr>
      <p:sp>
        <p:nvSpPr>
          <p:cNvPr id="444" name="Google Shape;444;p40"/>
          <p:cNvSpPr/>
          <p:nvPr/>
        </p:nvSpPr>
        <p:spPr>
          <a:xfrm>
            <a:off x="319617" y="152400"/>
            <a:ext cx="1167900" cy="128700"/>
          </a:xfrm>
          <a:prstGeom prst="roundRect">
            <a:avLst>
              <a:gd fmla="val 50000" name="adj"/>
            </a:avLst>
          </a:prstGeom>
          <a:solidFill>
            <a:srgbClr val="484D6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pt-BR" sz="600" u="none" cap="none" strike="noStrike">
                <a:solidFill>
                  <a:srgbClr val="F2F2F2"/>
                </a:solidFill>
                <a:latin typeface="DM Sans Black"/>
                <a:ea typeface="DM Sans Black"/>
                <a:cs typeface="DM Sans Black"/>
                <a:sym typeface="DM Sans Black"/>
              </a:rPr>
              <a:t>Unilever | Operação </a:t>
            </a:r>
            <a:r>
              <a:rPr lang="pt-BR" sz="600">
                <a:solidFill>
                  <a:srgbClr val="F2F2F2"/>
                </a:solidFill>
                <a:latin typeface="DM Sans Black"/>
                <a:ea typeface="DM Sans Black"/>
                <a:cs typeface="DM Sans Black"/>
                <a:sym typeface="DM Sans Black"/>
              </a:rPr>
              <a:t>2026</a:t>
            </a:r>
            <a:endParaRPr b="0" i="0" sz="500" u="none" cap="none" strike="noStrike">
              <a:solidFill>
                <a:srgbClr val="000000"/>
              </a:solidFill>
              <a:latin typeface="DM Sans Black"/>
              <a:ea typeface="DM Sans Black"/>
              <a:cs typeface="DM Sans Black"/>
              <a:sym typeface="DM Sans Black"/>
            </a:endParaRPr>
          </a:p>
        </p:txBody>
      </p:sp>
      <p:sp>
        <p:nvSpPr>
          <p:cNvPr id="445" name="Google Shape;445;p40"/>
          <p:cNvSpPr/>
          <p:nvPr/>
        </p:nvSpPr>
        <p:spPr>
          <a:xfrm>
            <a:off x="152400" y="152401"/>
            <a:ext cx="129000" cy="128700"/>
          </a:xfrm>
          <a:prstGeom prst="ellipse">
            <a:avLst/>
          </a:prstGeom>
          <a:solidFill>
            <a:srgbClr val="14E6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446" name="Google Shape;446;p40"/>
          <p:cNvSpPr txBox="1"/>
          <p:nvPr/>
        </p:nvSpPr>
        <p:spPr>
          <a:xfrm>
            <a:off x="535500" y="461438"/>
            <a:ext cx="7732200" cy="411000"/>
          </a:xfrm>
          <a:prstGeom prst="rect">
            <a:avLst/>
          </a:prstGeom>
          <a:noFill/>
          <a:ln>
            <a:noFill/>
          </a:ln>
        </p:spPr>
        <p:txBody>
          <a:bodyPr anchorCtr="0" anchor="t" bIns="57225" lIns="57225" spcFirstLastPara="1" rIns="57225" wrap="square" tIns="57225">
            <a:spAutoFit/>
          </a:bodyPr>
          <a:lstStyle/>
          <a:p>
            <a:pPr indent="0" lvl="0" marL="0" marR="0" rtl="0" algn="l">
              <a:lnSpc>
                <a:spcPct val="80000"/>
              </a:lnSpc>
              <a:spcBef>
                <a:spcPts val="0"/>
              </a:spcBef>
              <a:spcAft>
                <a:spcPts val="0"/>
              </a:spcAft>
              <a:buClr>
                <a:srgbClr val="D3B7F7"/>
              </a:buClr>
              <a:buSzPts val="2800"/>
              <a:buFont typeface="Helvetica Neue"/>
              <a:buNone/>
            </a:pPr>
            <a:r>
              <a:rPr b="1" i="0" lang="pt-BR" sz="2400" u="none" cap="none" strike="noStrike">
                <a:solidFill>
                  <a:srgbClr val="14E6FC"/>
                </a:solidFill>
                <a:latin typeface="Helvetica Neue"/>
                <a:ea typeface="Helvetica Neue"/>
                <a:cs typeface="Helvetica Neue"/>
                <a:sym typeface="Helvetica Neue"/>
              </a:rPr>
              <a:t>Flashtalking | Solicitação de Trackings</a:t>
            </a:r>
            <a:endParaRPr b="1" i="0" sz="2400" u="none" cap="none" strike="noStrike">
              <a:solidFill>
                <a:srgbClr val="14E6FC"/>
              </a:solidFill>
              <a:latin typeface="Helvetica Neue"/>
              <a:ea typeface="Helvetica Neue"/>
              <a:cs typeface="Helvetica Neue"/>
              <a:sym typeface="Helvetica Neue"/>
            </a:endParaRPr>
          </a:p>
        </p:txBody>
      </p:sp>
      <p:pic>
        <p:nvPicPr>
          <p:cNvPr descr="Tornado White.png" id="447" name="Google Shape;447;p40"/>
          <p:cNvPicPr preferRelativeResize="0"/>
          <p:nvPr/>
        </p:nvPicPr>
        <p:blipFill rotWithShape="1">
          <a:blip r:embed="rId3">
            <a:alphaModFix/>
          </a:blip>
          <a:srcRect b="0" l="0" r="0" t="0"/>
          <a:stretch/>
        </p:blipFill>
        <p:spPr>
          <a:xfrm>
            <a:off x="76199" y="383391"/>
            <a:ext cx="545413" cy="539109"/>
          </a:xfrm>
          <a:prstGeom prst="rect">
            <a:avLst/>
          </a:prstGeom>
          <a:noFill/>
          <a:ln>
            <a:noFill/>
          </a:ln>
        </p:spPr>
      </p:pic>
      <p:sp>
        <p:nvSpPr>
          <p:cNvPr id="448" name="Google Shape;448;p40"/>
          <p:cNvSpPr txBox="1"/>
          <p:nvPr/>
        </p:nvSpPr>
        <p:spPr>
          <a:xfrm>
            <a:off x="5508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l">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Stormx for Unilever</a:t>
            </a:r>
            <a:endParaRPr b="1" i="0" sz="500" u="none" cap="none" strike="noStrike">
              <a:solidFill>
                <a:srgbClr val="484D67"/>
              </a:solidFill>
              <a:latin typeface="Helvetica Neue"/>
              <a:ea typeface="Helvetica Neue"/>
              <a:cs typeface="Helvetica Neue"/>
              <a:sym typeface="Helvetica Neue"/>
            </a:endParaRPr>
          </a:p>
        </p:txBody>
      </p:sp>
      <p:sp>
        <p:nvSpPr>
          <p:cNvPr id="449" name="Google Shape;449;p40"/>
          <p:cNvSpPr txBox="1"/>
          <p:nvPr/>
        </p:nvSpPr>
        <p:spPr>
          <a:xfrm>
            <a:off x="689594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r">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All rights reserved to Stormx @</a:t>
            </a:r>
            <a:r>
              <a:rPr b="1" lang="pt-BR" sz="500">
                <a:solidFill>
                  <a:srgbClr val="484D67"/>
                </a:solidFill>
                <a:latin typeface="Helvetica Neue"/>
                <a:ea typeface="Helvetica Neue"/>
                <a:cs typeface="Helvetica Neue"/>
                <a:sym typeface="Helvetica Neue"/>
              </a:rPr>
              <a:t>2026</a:t>
            </a:r>
            <a:r>
              <a:rPr b="1" i="0" lang="pt-BR" sz="500" u="none" cap="none" strike="noStrike">
                <a:solidFill>
                  <a:srgbClr val="484D67"/>
                </a:solidFill>
                <a:latin typeface="Helvetica Neue"/>
                <a:ea typeface="Helvetica Neue"/>
                <a:cs typeface="Helvetica Neue"/>
                <a:sym typeface="Helvetica Neue"/>
              </a:rPr>
              <a:t> // Digital Forward</a:t>
            </a:r>
            <a:endParaRPr b="1" i="0" sz="500" u="none" cap="none" strike="noStrike">
              <a:solidFill>
                <a:srgbClr val="484D67"/>
              </a:solidFill>
              <a:latin typeface="Helvetica Neue"/>
              <a:ea typeface="Helvetica Neue"/>
              <a:cs typeface="Helvetica Neue"/>
              <a:sym typeface="Helvetica Neue"/>
            </a:endParaRPr>
          </a:p>
        </p:txBody>
      </p:sp>
      <p:sp>
        <p:nvSpPr>
          <p:cNvPr id="450" name="Google Shape;450;p40"/>
          <p:cNvSpPr/>
          <p:nvPr/>
        </p:nvSpPr>
        <p:spPr>
          <a:xfrm>
            <a:off x="3188494" y="2462300"/>
            <a:ext cx="1135200" cy="1576500"/>
          </a:xfrm>
          <a:prstGeom prst="roundRect">
            <a:avLst>
              <a:gd fmla="val 16667" name="adj"/>
            </a:avLst>
          </a:prstGeom>
          <a:solidFill>
            <a:srgbClr val="494C67"/>
          </a:solidFill>
          <a:ln>
            <a:noFill/>
          </a:ln>
        </p:spPr>
        <p:txBody>
          <a:bodyPr anchorCtr="0" anchor="ctr" bIns="51425" lIns="51425" spcFirstLastPara="1" rIns="51425" wrap="square" tIns="51425">
            <a:noAutofit/>
          </a:bodyPr>
          <a:lstStyle/>
          <a:p>
            <a:pPr indent="0" lvl="0" marL="0" marR="0" rtl="0" algn="ctr">
              <a:lnSpc>
                <a:spcPct val="100000"/>
              </a:lnSpc>
              <a:spcBef>
                <a:spcPts val="0"/>
              </a:spcBef>
              <a:spcAft>
                <a:spcPts val="0"/>
              </a:spcAft>
              <a:buClr>
                <a:srgbClr val="000000"/>
              </a:buClr>
              <a:buSzPts val="600"/>
              <a:buFont typeface="Arial"/>
              <a:buNone/>
            </a:pPr>
            <a:r>
              <a:rPr b="0" i="0" lang="pt-BR" sz="700" u="none" cap="none" strike="noStrike">
                <a:solidFill>
                  <a:srgbClr val="FFFFFF"/>
                </a:solidFill>
                <a:latin typeface="DM Sans"/>
                <a:ea typeface="DM Sans"/>
                <a:cs typeface="DM Sans"/>
                <a:sym typeface="DM Sans"/>
              </a:rPr>
              <a:t>Envia o ADP</a:t>
            </a:r>
            <a:endParaRPr b="0" i="0" sz="700" u="none" cap="none" strike="noStrike">
              <a:solidFill>
                <a:srgbClr val="FFFFFF"/>
              </a:solidFill>
              <a:latin typeface="Arial"/>
              <a:ea typeface="Arial"/>
              <a:cs typeface="Arial"/>
              <a:sym typeface="Arial"/>
            </a:endParaRPr>
          </a:p>
        </p:txBody>
      </p:sp>
      <p:sp>
        <p:nvSpPr>
          <p:cNvPr id="451" name="Google Shape;451;p40"/>
          <p:cNvSpPr txBox="1"/>
          <p:nvPr/>
        </p:nvSpPr>
        <p:spPr>
          <a:xfrm>
            <a:off x="3345618" y="1589461"/>
            <a:ext cx="821100" cy="558900"/>
          </a:xfrm>
          <a:prstGeom prst="rect">
            <a:avLst/>
          </a:prstGeom>
          <a:noFill/>
          <a:ln>
            <a:noFill/>
          </a:ln>
        </p:spPr>
        <p:txBody>
          <a:bodyPr anchorCtr="0" anchor="ctr" bIns="57225" lIns="57225" spcFirstLastPara="1" rIns="57225" wrap="square" tIns="57225">
            <a:noAutofit/>
          </a:bodyPr>
          <a:lstStyle/>
          <a:p>
            <a:pPr indent="0" lvl="0" marL="0" marR="0" rtl="0" algn="ctr">
              <a:lnSpc>
                <a:spcPct val="80000"/>
              </a:lnSpc>
              <a:spcBef>
                <a:spcPts val="0"/>
              </a:spcBef>
              <a:spcAft>
                <a:spcPts val="0"/>
              </a:spcAft>
              <a:buClr>
                <a:srgbClr val="D3B7F7"/>
              </a:buClr>
              <a:buSzPts val="2800"/>
              <a:buFont typeface="Helvetica Neue"/>
              <a:buNone/>
            </a:pPr>
            <a:r>
              <a:rPr b="1" i="0" lang="pt-BR" sz="3600" u="none" cap="none" strike="noStrike">
                <a:solidFill>
                  <a:srgbClr val="15E6FC"/>
                </a:solidFill>
                <a:latin typeface="Helvetica Neue"/>
                <a:ea typeface="Helvetica Neue"/>
                <a:cs typeface="Helvetica Neue"/>
                <a:sym typeface="Helvetica Neue"/>
              </a:rPr>
              <a:t>01</a:t>
            </a:r>
            <a:endParaRPr b="1" i="0" sz="3600" u="none" cap="none" strike="noStrike">
              <a:solidFill>
                <a:srgbClr val="15E6FC"/>
              </a:solidFill>
              <a:latin typeface="Helvetica Neue"/>
              <a:ea typeface="Helvetica Neue"/>
              <a:cs typeface="Helvetica Neue"/>
              <a:sym typeface="Helvetica Neue"/>
            </a:endParaRPr>
          </a:p>
        </p:txBody>
      </p:sp>
      <p:pic>
        <p:nvPicPr>
          <p:cNvPr id="452" name="Google Shape;452;p40"/>
          <p:cNvPicPr preferRelativeResize="0"/>
          <p:nvPr/>
        </p:nvPicPr>
        <p:blipFill rotWithShape="1">
          <a:blip r:embed="rId4">
            <a:alphaModFix/>
          </a:blip>
          <a:srcRect b="0" l="0" r="0" t="0"/>
          <a:stretch/>
        </p:blipFill>
        <p:spPr>
          <a:xfrm>
            <a:off x="4497302" y="3134706"/>
            <a:ext cx="149393" cy="231688"/>
          </a:xfrm>
          <a:prstGeom prst="rect">
            <a:avLst/>
          </a:prstGeom>
          <a:noFill/>
          <a:ln>
            <a:noFill/>
          </a:ln>
        </p:spPr>
      </p:pic>
      <p:sp>
        <p:nvSpPr>
          <p:cNvPr id="453" name="Google Shape;453;p40"/>
          <p:cNvSpPr txBox="1"/>
          <p:nvPr/>
        </p:nvSpPr>
        <p:spPr>
          <a:xfrm>
            <a:off x="3345619" y="2077879"/>
            <a:ext cx="821100" cy="356700"/>
          </a:xfrm>
          <a:prstGeom prst="rect">
            <a:avLst/>
          </a:prstGeom>
          <a:noFill/>
          <a:ln>
            <a:noFill/>
          </a:ln>
        </p:spPr>
        <p:txBody>
          <a:bodyPr anchorCtr="0" anchor="ctr" bIns="57225" lIns="57225" spcFirstLastPara="1" rIns="57225" wrap="square" tIns="57225">
            <a:noAutofit/>
          </a:bodyPr>
          <a:lstStyle/>
          <a:p>
            <a:pPr indent="0" lvl="0" marL="0" marR="0" rtl="0" algn="ctr">
              <a:lnSpc>
                <a:spcPct val="80000"/>
              </a:lnSpc>
              <a:spcBef>
                <a:spcPts val="0"/>
              </a:spcBef>
              <a:spcAft>
                <a:spcPts val="0"/>
              </a:spcAft>
              <a:buClr>
                <a:srgbClr val="D3B7F7"/>
              </a:buClr>
              <a:buSzPts val="2800"/>
              <a:buFont typeface="Helvetica Neue"/>
              <a:buNone/>
            </a:pPr>
            <a:r>
              <a:rPr b="1" i="0" lang="pt-BR" sz="900" u="none" cap="none" strike="noStrike">
                <a:solidFill>
                  <a:srgbClr val="15E6FC"/>
                </a:solidFill>
                <a:latin typeface="Helvetica Neue"/>
                <a:ea typeface="Helvetica Neue"/>
                <a:cs typeface="Helvetica Neue"/>
                <a:sym typeface="Helvetica Neue"/>
              </a:rPr>
              <a:t>Agência/</a:t>
            </a:r>
            <a:endParaRPr b="1" i="0" sz="900" u="none" cap="none" strike="noStrike">
              <a:solidFill>
                <a:srgbClr val="15E6FC"/>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D3B7F7"/>
              </a:buClr>
              <a:buSzPts val="2800"/>
              <a:buFont typeface="Helvetica Neue"/>
              <a:buNone/>
            </a:pPr>
            <a:r>
              <a:rPr b="1" i="0" lang="pt-BR" sz="900" u="none" cap="none" strike="noStrike">
                <a:solidFill>
                  <a:srgbClr val="15E6FC"/>
                </a:solidFill>
                <a:latin typeface="Helvetica Neue"/>
                <a:ea typeface="Helvetica Neue"/>
                <a:cs typeface="Helvetica Neue"/>
                <a:sym typeface="Helvetica Neue"/>
              </a:rPr>
              <a:t>Stormx</a:t>
            </a:r>
            <a:endParaRPr b="1" i="0" sz="900" u="none" cap="none" strike="noStrike">
              <a:solidFill>
                <a:srgbClr val="15E6FC"/>
              </a:solidFill>
              <a:latin typeface="Helvetica Neue"/>
              <a:ea typeface="Helvetica Neue"/>
              <a:cs typeface="Helvetica Neue"/>
              <a:sym typeface="Helvetica Neue"/>
            </a:endParaRPr>
          </a:p>
        </p:txBody>
      </p:sp>
      <p:sp>
        <p:nvSpPr>
          <p:cNvPr id="454" name="Google Shape;454;p40"/>
          <p:cNvSpPr/>
          <p:nvPr/>
        </p:nvSpPr>
        <p:spPr>
          <a:xfrm>
            <a:off x="4820306" y="2462300"/>
            <a:ext cx="1135200" cy="1576500"/>
          </a:xfrm>
          <a:prstGeom prst="roundRect">
            <a:avLst>
              <a:gd fmla="val 16667" name="adj"/>
            </a:avLst>
          </a:prstGeom>
          <a:solidFill>
            <a:srgbClr val="494C67"/>
          </a:solidFill>
          <a:ln>
            <a:noFill/>
          </a:ln>
        </p:spPr>
        <p:txBody>
          <a:bodyPr anchorCtr="0" anchor="ctr" bIns="51425" lIns="51425" spcFirstLastPara="1" rIns="51425" wrap="square" tIns="51425">
            <a:noAutofit/>
          </a:bodyPr>
          <a:lstStyle/>
          <a:p>
            <a:pPr indent="0" lvl="0" marL="0" marR="0" rtl="0" algn="ctr">
              <a:lnSpc>
                <a:spcPct val="100000"/>
              </a:lnSpc>
              <a:spcBef>
                <a:spcPts val="0"/>
              </a:spcBef>
              <a:spcAft>
                <a:spcPts val="0"/>
              </a:spcAft>
              <a:buClr>
                <a:srgbClr val="000000"/>
              </a:buClr>
              <a:buSzPts val="600"/>
              <a:buFont typeface="Arial"/>
              <a:buNone/>
            </a:pPr>
            <a:r>
              <a:rPr b="0" i="0" lang="pt-BR" sz="700" u="none" cap="none" strike="noStrike">
                <a:solidFill>
                  <a:srgbClr val="FFFFFF"/>
                </a:solidFill>
                <a:latin typeface="DM Sans"/>
                <a:ea typeface="DM Sans"/>
                <a:cs typeface="DM Sans"/>
                <a:sym typeface="DM Sans"/>
              </a:rPr>
              <a:t>Valida o ADP, cria a campanha, libera os contadores, verifica as contabilizações e as discrepâncias. OBS: os contadores de social são inseridos no ADP e implementados pela agência</a:t>
            </a:r>
            <a:endParaRPr b="0" i="0" sz="700" u="none" cap="none" strike="noStrike">
              <a:solidFill>
                <a:srgbClr val="FFFFFF"/>
              </a:solidFill>
              <a:latin typeface="Arial"/>
              <a:ea typeface="Arial"/>
              <a:cs typeface="Arial"/>
              <a:sym typeface="Arial"/>
            </a:endParaRPr>
          </a:p>
        </p:txBody>
      </p:sp>
      <p:sp>
        <p:nvSpPr>
          <p:cNvPr id="455" name="Google Shape;455;p40"/>
          <p:cNvSpPr txBox="1"/>
          <p:nvPr/>
        </p:nvSpPr>
        <p:spPr>
          <a:xfrm>
            <a:off x="4977419" y="1589461"/>
            <a:ext cx="821100" cy="558900"/>
          </a:xfrm>
          <a:prstGeom prst="rect">
            <a:avLst/>
          </a:prstGeom>
          <a:noFill/>
          <a:ln>
            <a:noFill/>
          </a:ln>
        </p:spPr>
        <p:txBody>
          <a:bodyPr anchorCtr="0" anchor="ctr" bIns="57225" lIns="57225" spcFirstLastPara="1" rIns="57225" wrap="square" tIns="57225">
            <a:noAutofit/>
          </a:bodyPr>
          <a:lstStyle/>
          <a:p>
            <a:pPr indent="0" lvl="0" marL="0" marR="0" rtl="0" algn="ctr">
              <a:lnSpc>
                <a:spcPct val="80000"/>
              </a:lnSpc>
              <a:spcBef>
                <a:spcPts val="0"/>
              </a:spcBef>
              <a:spcAft>
                <a:spcPts val="0"/>
              </a:spcAft>
              <a:buClr>
                <a:srgbClr val="D3B7F7"/>
              </a:buClr>
              <a:buSzPts val="2800"/>
              <a:buFont typeface="Helvetica Neue"/>
              <a:buNone/>
            </a:pPr>
            <a:r>
              <a:rPr b="1" i="0" lang="pt-BR" sz="3600" u="none" cap="none" strike="noStrike">
                <a:solidFill>
                  <a:srgbClr val="D3B7F7"/>
                </a:solidFill>
                <a:latin typeface="Helvetica Neue"/>
                <a:ea typeface="Helvetica Neue"/>
                <a:cs typeface="Helvetica Neue"/>
                <a:sym typeface="Helvetica Neue"/>
              </a:rPr>
              <a:t>02</a:t>
            </a:r>
            <a:endParaRPr b="1" i="0" sz="3600" u="none" cap="none" strike="noStrike">
              <a:solidFill>
                <a:srgbClr val="D3B7F7"/>
              </a:solidFill>
              <a:latin typeface="Helvetica Neue"/>
              <a:ea typeface="Helvetica Neue"/>
              <a:cs typeface="Helvetica Neue"/>
              <a:sym typeface="Helvetica Neue"/>
            </a:endParaRPr>
          </a:p>
        </p:txBody>
      </p:sp>
      <p:sp>
        <p:nvSpPr>
          <p:cNvPr id="456" name="Google Shape;456;p40"/>
          <p:cNvSpPr txBox="1"/>
          <p:nvPr/>
        </p:nvSpPr>
        <p:spPr>
          <a:xfrm>
            <a:off x="4828332" y="2077875"/>
            <a:ext cx="1119300" cy="356700"/>
          </a:xfrm>
          <a:prstGeom prst="rect">
            <a:avLst/>
          </a:prstGeom>
          <a:noFill/>
          <a:ln>
            <a:noFill/>
          </a:ln>
        </p:spPr>
        <p:txBody>
          <a:bodyPr anchorCtr="0" anchor="ctr" bIns="57225" lIns="57225" spcFirstLastPara="1" rIns="57225" wrap="square" tIns="57225">
            <a:noAutofit/>
          </a:bodyPr>
          <a:lstStyle/>
          <a:p>
            <a:pPr indent="0" lvl="0" marL="0" marR="0" rtl="0" algn="ctr">
              <a:lnSpc>
                <a:spcPct val="100000"/>
              </a:lnSpc>
              <a:spcBef>
                <a:spcPts val="0"/>
              </a:spcBef>
              <a:spcAft>
                <a:spcPts val="0"/>
              </a:spcAft>
              <a:buClr>
                <a:srgbClr val="D3B7F7"/>
              </a:buClr>
              <a:buSzPts val="2800"/>
              <a:buFont typeface="Helvetica Neue"/>
              <a:buNone/>
            </a:pPr>
            <a:r>
              <a:rPr b="1" i="0" lang="pt-BR" sz="900" u="none" cap="none" strike="noStrike">
                <a:solidFill>
                  <a:srgbClr val="D3B7F7"/>
                </a:solidFill>
                <a:latin typeface="Helvetica Neue"/>
                <a:ea typeface="Helvetica Neue"/>
                <a:cs typeface="Helvetica Neue"/>
                <a:sym typeface="Helvetica Neue"/>
              </a:rPr>
              <a:t>CS/Ops</a:t>
            </a:r>
            <a:endParaRPr b="1" i="0" sz="900" u="none" cap="none" strike="noStrike">
              <a:solidFill>
                <a:srgbClr val="D3B7F7"/>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D3B7F7"/>
              </a:buClr>
              <a:buSzPts val="2800"/>
              <a:buFont typeface="Helvetica Neue"/>
              <a:buNone/>
            </a:pPr>
            <a:r>
              <a:rPr b="1" i="0" lang="pt-BR" sz="900" u="none" cap="none" strike="noStrike">
                <a:solidFill>
                  <a:srgbClr val="D3B7F7"/>
                </a:solidFill>
                <a:latin typeface="Helvetica Neue"/>
                <a:ea typeface="Helvetica Neue"/>
                <a:cs typeface="Helvetica Neue"/>
                <a:sym typeface="Helvetica Neue"/>
              </a:rPr>
              <a:t>Flashtalking Team</a:t>
            </a:r>
            <a:endParaRPr b="1" i="0" sz="900" u="none" cap="none" strike="noStrike">
              <a:solidFill>
                <a:srgbClr val="D3B7F7"/>
              </a:solidFill>
              <a:latin typeface="Helvetica Neue"/>
              <a:ea typeface="Helvetica Neue"/>
              <a:cs typeface="Helvetica Neue"/>
              <a:sym typeface="Helvetica Neue"/>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0" name="Shape 460"/>
        <p:cNvGrpSpPr/>
        <p:nvPr/>
      </p:nvGrpSpPr>
      <p:grpSpPr>
        <a:xfrm>
          <a:off x="0" y="0"/>
          <a:ext cx="0" cy="0"/>
          <a:chOff x="0" y="0"/>
          <a:chExt cx="0" cy="0"/>
        </a:xfrm>
      </p:grpSpPr>
      <p:sp>
        <p:nvSpPr>
          <p:cNvPr id="461" name="Google Shape;461;p41"/>
          <p:cNvSpPr/>
          <p:nvPr/>
        </p:nvSpPr>
        <p:spPr>
          <a:xfrm>
            <a:off x="319617" y="152400"/>
            <a:ext cx="1167900" cy="128700"/>
          </a:xfrm>
          <a:prstGeom prst="roundRect">
            <a:avLst>
              <a:gd fmla="val 50000" name="adj"/>
            </a:avLst>
          </a:prstGeom>
          <a:solidFill>
            <a:srgbClr val="484D6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pt-BR" sz="600" u="none" cap="none" strike="noStrike">
                <a:solidFill>
                  <a:srgbClr val="F2F2F2"/>
                </a:solidFill>
                <a:latin typeface="DM Sans Black"/>
                <a:ea typeface="DM Sans Black"/>
                <a:cs typeface="DM Sans Black"/>
                <a:sym typeface="DM Sans Black"/>
              </a:rPr>
              <a:t>Unilever | Operação </a:t>
            </a:r>
            <a:r>
              <a:rPr lang="pt-BR" sz="600">
                <a:solidFill>
                  <a:srgbClr val="F2F2F2"/>
                </a:solidFill>
                <a:latin typeface="DM Sans Black"/>
                <a:ea typeface="DM Sans Black"/>
                <a:cs typeface="DM Sans Black"/>
                <a:sym typeface="DM Sans Black"/>
              </a:rPr>
              <a:t>2026</a:t>
            </a:r>
            <a:endParaRPr b="0" i="0" sz="500" u="none" cap="none" strike="noStrike">
              <a:solidFill>
                <a:srgbClr val="000000"/>
              </a:solidFill>
              <a:latin typeface="DM Sans Black"/>
              <a:ea typeface="DM Sans Black"/>
              <a:cs typeface="DM Sans Black"/>
              <a:sym typeface="DM Sans Black"/>
            </a:endParaRPr>
          </a:p>
        </p:txBody>
      </p:sp>
      <p:sp>
        <p:nvSpPr>
          <p:cNvPr id="462" name="Google Shape;462;p41"/>
          <p:cNvSpPr/>
          <p:nvPr/>
        </p:nvSpPr>
        <p:spPr>
          <a:xfrm>
            <a:off x="152400" y="152401"/>
            <a:ext cx="129000" cy="128700"/>
          </a:xfrm>
          <a:prstGeom prst="ellipse">
            <a:avLst/>
          </a:prstGeom>
          <a:solidFill>
            <a:srgbClr val="14E6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463" name="Google Shape;463;p41"/>
          <p:cNvSpPr txBox="1"/>
          <p:nvPr/>
        </p:nvSpPr>
        <p:spPr>
          <a:xfrm>
            <a:off x="535500" y="461438"/>
            <a:ext cx="7732200" cy="411000"/>
          </a:xfrm>
          <a:prstGeom prst="rect">
            <a:avLst/>
          </a:prstGeom>
          <a:noFill/>
          <a:ln>
            <a:noFill/>
          </a:ln>
        </p:spPr>
        <p:txBody>
          <a:bodyPr anchorCtr="0" anchor="t" bIns="57225" lIns="57225" spcFirstLastPara="1" rIns="57225" wrap="square" tIns="57225">
            <a:spAutoFit/>
          </a:bodyPr>
          <a:lstStyle/>
          <a:p>
            <a:pPr indent="0" lvl="0" marL="0" marR="0" rtl="0" algn="l">
              <a:lnSpc>
                <a:spcPct val="80000"/>
              </a:lnSpc>
              <a:spcBef>
                <a:spcPts val="0"/>
              </a:spcBef>
              <a:spcAft>
                <a:spcPts val="0"/>
              </a:spcAft>
              <a:buClr>
                <a:srgbClr val="D3B7F7"/>
              </a:buClr>
              <a:buSzPts val="2800"/>
              <a:buFont typeface="Helvetica Neue"/>
              <a:buNone/>
            </a:pPr>
            <a:r>
              <a:rPr b="1" i="0" lang="pt-BR" sz="2400" u="none" cap="none" strike="noStrike">
                <a:solidFill>
                  <a:srgbClr val="14E6FC"/>
                </a:solidFill>
                <a:latin typeface="Helvetica Neue"/>
                <a:ea typeface="Helvetica Neue"/>
                <a:cs typeface="Helvetica Neue"/>
                <a:sym typeface="Helvetica Neue"/>
              </a:rPr>
              <a:t>Flashtalking | Nomenclaturas ADP</a:t>
            </a:r>
            <a:endParaRPr b="1" i="0" sz="2400" u="none" cap="none" strike="noStrike">
              <a:solidFill>
                <a:srgbClr val="14E6FC"/>
              </a:solidFill>
              <a:latin typeface="Helvetica Neue"/>
              <a:ea typeface="Helvetica Neue"/>
              <a:cs typeface="Helvetica Neue"/>
              <a:sym typeface="Helvetica Neue"/>
            </a:endParaRPr>
          </a:p>
        </p:txBody>
      </p:sp>
      <p:sp>
        <p:nvSpPr>
          <p:cNvPr id="464" name="Google Shape;464;p41"/>
          <p:cNvSpPr txBox="1"/>
          <p:nvPr>
            <p:ph idx="4294967295" type="body"/>
          </p:nvPr>
        </p:nvSpPr>
        <p:spPr>
          <a:xfrm>
            <a:off x="229650" y="1294838"/>
            <a:ext cx="6827700" cy="3119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lang="pt-BR" sz="1000">
                <a:solidFill>
                  <a:srgbClr val="494C67"/>
                </a:solidFill>
                <a:latin typeface="DM Sans"/>
                <a:ea typeface="DM Sans"/>
                <a:cs typeface="DM Sans"/>
                <a:sym typeface="DM Sans"/>
              </a:rPr>
              <a:t>Placement Type: Tipo de veiculação do placement:</a:t>
            </a:r>
            <a:endParaRPr sz="1000">
              <a:solidFill>
                <a:srgbClr val="494C67"/>
              </a:solidFill>
              <a:latin typeface="DM Sans"/>
              <a:ea typeface="DM Sans"/>
              <a:cs typeface="DM Sans"/>
              <a:sym typeface="DM Sans"/>
            </a:endParaRPr>
          </a:p>
          <a:p>
            <a:pPr indent="0" lvl="0" marL="0" rtl="0" algn="l">
              <a:lnSpc>
                <a:spcPct val="100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b="1" lang="pt-BR" sz="1000">
                <a:solidFill>
                  <a:srgbClr val="494C67"/>
                </a:solidFill>
                <a:latin typeface="DM Sans"/>
                <a:ea typeface="DM Sans"/>
                <a:cs typeface="DM Sans"/>
                <a:sym typeface="DM Sans"/>
              </a:rPr>
              <a:t>HTML: </a:t>
            </a:r>
            <a:r>
              <a:rPr lang="pt-BR" sz="1000">
                <a:solidFill>
                  <a:srgbClr val="494C67"/>
                </a:solidFill>
                <a:latin typeface="DM Sans"/>
                <a:ea typeface="DM Sans"/>
                <a:cs typeface="DM Sans"/>
                <a:sym typeface="DM Sans"/>
              </a:rPr>
              <a:t>Formatos display aceitos via TAG;</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b="1" lang="pt-BR" sz="1000">
                <a:solidFill>
                  <a:srgbClr val="494C67"/>
                </a:solidFill>
                <a:latin typeface="DM Sans"/>
                <a:ea typeface="DM Sans"/>
                <a:cs typeface="DM Sans"/>
                <a:sym typeface="DM Sans"/>
              </a:rPr>
              <a:t>VAST: </a:t>
            </a:r>
            <a:r>
              <a:rPr lang="pt-BR" sz="1000">
                <a:solidFill>
                  <a:srgbClr val="494C67"/>
                </a:solidFill>
                <a:latin typeface="DM Sans"/>
                <a:ea typeface="DM Sans"/>
                <a:cs typeface="DM Sans"/>
                <a:sym typeface="DM Sans"/>
              </a:rPr>
              <a:t>Formatos de vídeos aceitos via TAG;</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b="1" lang="pt-BR" sz="1000">
                <a:solidFill>
                  <a:srgbClr val="494C67"/>
                </a:solidFill>
                <a:latin typeface="DM Sans"/>
                <a:ea typeface="DM Sans"/>
                <a:cs typeface="DM Sans"/>
                <a:sym typeface="DM Sans"/>
              </a:rPr>
              <a:t>Pixel: </a:t>
            </a:r>
            <a:r>
              <a:rPr lang="pt-BR" sz="1000">
                <a:solidFill>
                  <a:srgbClr val="494C67"/>
                </a:solidFill>
                <a:latin typeface="DM Sans"/>
                <a:ea typeface="DM Sans"/>
                <a:cs typeface="DM Sans"/>
                <a:sym typeface="DM Sans"/>
              </a:rPr>
              <a:t>Formatos aceitos somente com contadores de Impressões e/ou Clicks;</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b="1" lang="pt-BR" sz="1000">
                <a:solidFill>
                  <a:srgbClr val="494C67"/>
                </a:solidFill>
                <a:latin typeface="DM Sans"/>
                <a:ea typeface="DM Sans"/>
                <a:cs typeface="DM Sans"/>
                <a:sym typeface="DM Sans"/>
              </a:rPr>
              <a:t>Native: </a:t>
            </a:r>
            <a:r>
              <a:rPr lang="pt-BR" sz="1000">
                <a:solidFill>
                  <a:srgbClr val="494C67"/>
                </a:solidFill>
                <a:latin typeface="DM Sans"/>
                <a:ea typeface="DM Sans"/>
                <a:cs typeface="DM Sans"/>
                <a:sym typeface="DM Sans"/>
              </a:rPr>
              <a:t>Formato Native aceito via TAG;</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b="1" lang="pt-BR" sz="1000">
                <a:solidFill>
                  <a:srgbClr val="494C67"/>
                </a:solidFill>
                <a:latin typeface="DM Sans"/>
                <a:ea typeface="DM Sans"/>
                <a:cs typeface="DM Sans"/>
                <a:sym typeface="DM Sans"/>
              </a:rPr>
              <a:t>Áudio: </a:t>
            </a:r>
            <a:r>
              <a:rPr lang="pt-BR" sz="1000">
                <a:solidFill>
                  <a:srgbClr val="494C67"/>
                </a:solidFill>
                <a:latin typeface="DM Sans"/>
                <a:ea typeface="DM Sans"/>
                <a:cs typeface="DM Sans"/>
                <a:sym typeface="DM Sans"/>
              </a:rPr>
              <a:t>Formato de áudio aceitos via TAG;</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b="1" lang="pt-BR" sz="1000">
                <a:solidFill>
                  <a:srgbClr val="494C67"/>
                </a:solidFill>
                <a:latin typeface="DM Sans"/>
                <a:ea typeface="DM Sans"/>
                <a:cs typeface="DM Sans"/>
                <a:sym typeface="DM Sans"/>
              </a:rPr>
              <a:t>Multi-Tracker: </a:t>
            </a:r>
            <a:r>
              <a:rPr lang="pt-BR" sz="1000">
                <a:solidFill>
                  <a:srgbClr val="494C67"/>
                </a:solidFill>
                <a:latin typeface="DM Sans"/>
                <a:ea typeface="DM Sans"/>
                <a:cs typeface="DM Sans"/>
                <a:sym typeface="DM Sans"/>
              </a:rPr>
              <a:t>Podemos criar vários contadores de Impressões e/ou Clicks para um único placement.</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b="1" lang="pt-BR" sz="1000">
                <a:solidFill>
                  <a:srgbClr val="494C67"/>
                </a:solidFill>
                <a:latin typeface="DM Sans"/>
                <a:ea typeface="DM Sans"/>
                <a:cs typeface="DM Sans"/>
                <a:sym typeface="DM Sans"/>
              </a:rPr>
              <a:t>Pixel Impression 3rd:</a:t>
            </a:r>
            <a:r>
              <a:rPr lang="pt-BR" sz="1000">
                <a:solidFill>
                  <a:srgbClr val="494C67"/>
                </a:solidFill>
                <a:latin typeface="DM Sans"/>
                <a:ea typeface="DM Sans"/>
                <a:cs typeface="DM Sans"/>
                <a:sym typeface="DM Sans"/>
              </a:rPr>
              <a:t> Pixel de Impressões de terceiros;</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b="1" lang="pt-BR" sz="1000">
                <a:solidFill>
                  <a:srgbClr val="494C67"/>
                </a:solidFill>
                <a:latin typeface="DM Sans"/>
                <a:ea typeface="DM Sans"/>
                <a:cs typeface="DM Sans"/>
                <a:sym typeface="DM Sans"/>
              </a:rPr>
              <a:t>Pixel Click 3rd: </a:t>
            </a:r>
            <a:r>
              <a:rPr lang="pt-BR" sz="1000">
                <a:solidFill>
                  <a:srgbClr val="494C67"/>
                </a:solidFill>
                <a:latin typeface="DM Sans"/>
                <a:ea typeface="DM Sans"/>
                <a:cs typeface="DM Sans"/>
                <a:sym typeface="DM Sans"/>
              </a:rPr>
              <a:t>Pixel de Cliques de terceiros;</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b="1" lang="pt-BR" sz="1000">
                <a:solidFill>
                  <a:srgbClr val="494C67"/>
                </a:solidFill>
                <a:latin typeface="DM Sans"/>
                <a:ea typeface="DM Sans"/>
                <a:cs typeface="DM Sans"/>
                <a:sym typeface="DM Sans"/>
              </a:rPr>
              <a:t>Clickthrough URL: </a:t>
            </a:r>
            <a:r>
              <a:rPr lang="pt-BR" sz="1000">
                <a:solidFill>
                  <a:srgbClr val="494C67"/>
                </a:solidFill>
                <a:latin typeface="DM Sans"/>
                <a:ea typeface="DM Sans"/>
                <a:cs typeface="DM Sans"/>
                <a:sym typeface="DM Sans"/>
              </a:rPr>
              <a:t>URL de direcionamento do Placement;</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b="1" lang="pt-BR" sz="1000">
                <a:solidFill>
                  <a:srgbClr val="494C67"/>
                </a:solidFill>
                <a:latin typeface="DM Sans"/>
                <a:ea typeface="DM Sans"/>
                <a:cs typeface="DM Sans"/>
                <a:sym typeface="DM Sans"/>
              </a:rPr>
              <a:t>Cost Model: </a:t>
            </a:r>
            <a:r>
              <a:rPr lang="pt-BR" sz="1000">
                <a:solidFill>
                  <a:srgbClr val="494C67"/>
                </a:solidFill>
                <a:latin typeface="DM Sans"/>
                <a:ea typeface="DM Sans"/>
                <a:cs typeface="DM Sans"/>
                <a:sym typeface="DM Sans"/>
              </a:rPr>
              <a:t>Modelo de compra do placement/package;</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b="1" lang="pt-BR" sz="1000">
                <a:solidFill>
                  <a:srgbClr val="494C67"/>
                </a:solidFill>
                <a:latin typeface="DM Sans"/>
                <a:ea typeface="DM Sans"/>
                <a:cs typeface="DM Sans"/>
                <a:sym typeface="DM Sans"/>
              </a:rPr>
              <a:t>Booked Units: </a:t>
            </a:r>
            <a:r>
              <a:rPr lang="pt-BR" sz="1000">
                <a:solidFill>
                  <a:srgbClr val="494C67"/>
                </a:solidFill>
                <a:latin typeface="DM Sans"/>
                <a:ea typeface="DM Sans"/>
                <a:cs typeface="DM Sans"/>
                <a:sym typeface="DM Sans"/>
              </a:rPr>
              <a:t>Quantidade de impressões, cliques ou ações contratados para o placement/package;</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b="1" lang="pt-BR" sz="1000">
                <a:solidFill>
                  <a:srgbClr val="494C67"/>
                </a:solidFill>
                <a:latin typeface="DM Sans"/>
                <a:ea typeface="DM Sans"/>
                <a:cs typeface="DM Sans"/>
                <a:sym typeface="DM Sans"/>
              </a:rPr>
              <a:t>Media Cost Rate: </a:t>
            </a:r>
            <a:r>
              <a:rPr lang="pt-BR" sz="1000">
                <a:solidFill>
                  <a:srgbClr val="494C67"/>
                </a:solidFill>
                <a:latin typeface="DM Sans"/>
                <a:ea typeface="DM Sans"/>
                <a:cs typeface="DM Sans"/>
                <a:sym typeface="DM Sans"/>
              </a:rPr>
              <a:t>Custo por unidade de tudo o que foi contratado para o placement/package;</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b="1" lang="pt-BR" sz="1000">
                <a:solidFill>
                  <a:srgbClr val="494C67"/>
                </a:solidFill>
                <a:latin typeface="DM Sans"/>
                <a:ea typeface="DM Sans"/>
                <a:cs typeface="DM Sans"/>
                <a:sym typeface="DM Sans"/>
              </a:rPr>
              <a:t>Booked Cost / ThirdParty ID: </a:t>
            </a:r>
            <a:r>
              <a:rPr lang="pt-BR" sz="1000">
                <a:solidFill>
                  <a:srgbClr val="494C67"/>
                </a:solidFill>
                <a:latin typeface="DM Sans"/>
                <a:ea typeface="DM Sans"/>
                <a:cs typeface="DM Sans"/>
                <a:sym typeface="DM Sans"/>
              </a:rPr>
              <a:t>Valor total do placement/pacote;</a:t>
            </a:r>
            <a:endParaRPr sz="1000">
              <a:solidFill>
                <a:srgbClr val="494C67"/>
              </a:solidFill>
              <a:latin typeface="DM Sans"/>
              <a:ea typeface="DM Sans"/>
              <a:cs typeface="DM Sans"/>
              <a:sym typeface="DM Sans"/>
            </a:endParaRPr>
          </a:p>
          <a:p>
            <a:pPr indent="0" lvl="0" marL="0" rtl="0" algn="l">
              <a:lnSpc>
                <a:spcPct val="100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00000"/>
              </a:lnSpc>
              <a:spcBef>
                <a:spcPts val="0"/>
              </a:spcBef>
              <a:spcAft>
                <a:spcPts val="0"/>
              </a:spcAft>
              <a:buSzPts val="1800"/>
              <a:buNone/>
            </a:pPr>
            <a:r>
              <a:rPr b="1" lang="pt-BR" sz="1000">
                <a:solidFill>
                  <a:srgbClr val="D3B7F7"/>
                </a:solidFill>
                <a:latin typeface="DM Sans"/>
                <a:ea typeface="DM Sans"/>
                <a:cs typeface="DM Sans"/>
                <a:sym typeface="DM Sans"/>
              </a:rPr>
              <a:t>É imprescindível o envio do “Booked Cost / ThirdParty ID”.</a:t>
            </a:r>
            <a:endParaRPr sz="1000">
              <a:solidFill>
                <a:srgbClr val="D3B7F7"/>
              </a:solidFill>
              <a:latin typeface="DM Sans"/>
              <a:ea typeface="DM Sans"/>
              <a:cs typeface="DM Sans"/>
              <a:sym typeface="DM Sans"/>
            </a:endParaRPr>
          </a:p>
        </p:txBody>
      </p:sp>
      <p:pic>
        <p:nvPicPr>
          <p:cNvPr descr="Tornado White.png" id="465" name="Google Shape;465;p41"/>
          <p:cNvPicPr preferRelativeResize="0"/>
          <p:nvPr/>
        </p:nvPicPr>
        <p:blipFill rotWithShape="1">
          <a:blip r:embed="rId3">
            <a:alphaModFix/>
          </a:blip>
          <a:srcRect b="0" l="0" r="0" t="0"/>
          <a:stretch/>
        </p:blipFill>
        <p:spPr>
          <a:xfrm>
            <a:off x="76199" y="383391"/>
            <a:ext cx="545413" cy="539109"/>
          </a:xfrm>
          <a:prstGeom prst="rect">
            <a:avLst/>
          </a:prstGeom>
          <a:noFill/>
          <a:ln>
            <a:noFill/>
          </a:ln>
        </p:spPr>
      </p:pic>
      <p:sp>
        <p:nvSpPr>
          <p:cNvPr id="466" name="Google Shape;466;p41"/>
          <p:cNvSpPr txBox="1"/>
          <p:nvPr/>
        </p:nvSpPr>
        <p:spPr>
          <a:xfrm>
            <a:off x="5508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l">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Stormx for Unilever</a:t>
            </a:r>
            <a:endParaRPr b="1" i="0" sz="500" u="none" cap="none" strike="noStrike">
              <a:solidFill>
                <a:srgbClr val="484D67"/>
              </a:solidFill>
              <a:latin typeface="Helvetica Neue"/>
              <a:ea typeface="Helvetica Neue"/>
              <a:cs typeface="Helvetica Neue"/>
              <a:sym typeface="Helvetica Neue"/>
            </a:endParaRPr>
          </a:p>
        </p:txBody>
      </p:sp>
      <p:sp>
        <p:nvSpPr>
          <p:cNvPr id="467" name="Google Shape;467;p41"/>
          <p:cNvSpPr txBox="1"/>
          <p:nvPr/>
        </p:nvSpPr>
        <p:spPr>
          <a:xfrm>
            <a:off x="689594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r">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All rights reserved to Stormx @</a:t>
            </a:r>
            <a:r>
              <a:rPr b="1" lang="pt-BR" sz="500">
                <a:solidFill>
                  <a:srgbClr val="484D67"/>
                </a:solidFill>
                <a:latin typeface="Helvetica Neue"/>
                <a:ea typeface="Helvetica Neue"/>
                <a:cs typeface="Helvetica Neue"/>
                <a:sym typeface="Helvetica Neue"/>
              </a:rPr>
              <a:t>2026</a:t>
            </a:r>
            <a:r>
              <a:rPr b="1" i="0" lang="pt-BR" sz="500" u="none" cap="none" strike="noStrike">
                <a:solidFill>
                  <a:srgbClr val="484D67"/>
                </a:solidFill>
                <a:latin typeface="Helvetica Neue"/>
                <a:ea typeface="Helvetica Neue"/>
                <a:cs typeface="Helvetica Neue"/>
                <a:sym typeface="Helvetica Neue"/>
              </a:rPr>
              <a:t> // Digital Forward</a:t>
            </a:r>
            <a:endParaRPr b="1" i="0" sz="500" u="none" cap="none" strike="noStrike">
              <a:solidFill>
                <a:srgbClr val="484D67"/>
              </a:solidFill>
              <a:latin typeface="Helvetica Neue"/>
              <a:ea typeface="Helvetica Neue"/>
              <a:cs typeface="Helvetica Neue"/>
              <a:sym typeface="Helvetica Neue"/>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1" name="Shape 471"/>
        <p:cNvGrpSpPr/>
        <p:nvPr/>
      </p:nvGrpSpPr>
      <p:grpSpPr>
        <a:xfrm>
          <a:off x="0" y="0"/>
          <a:ext cx="0" cy="0"/>
          <a:chOff x="0" y="0"/>
          <a:chExt cx="0" cy="0"/>
        </a:xfrm>
      </p:grpSpPr>
      <p:sp>
        <p:nvSpPr>
          <p:cNvPr id="472" name="Google Shape;472;p42"/>
          <p:cNvSpPr/>
          <p:nvPr/>
        </p:nvSpPr>
        <p:spPr>
          <a:xfrm>
            <a:off x="319617" y="152400"/>
            <a:ext cx="1167900" cy="128700"/>
          </a:xfrm>
          <a:prstGeom prst="roundRect">
            <a:avLst>
              <a:gd fmla="val 50000" name="adj"/>
            </a:avLst>
          </a:prstGeom>
          <a:solidFill>
            <a:srgbClr val="484D6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pt-BR" sz="600" u="none" cap="none" strike="noStrike">
                <a:solidFill>
                  <a:srgbClr val="F2F2F2"/>
                </a:solidFill>
                <a:latin typeface="DM Sans Black"/>
                <a:ea typeface="DM Sans Black"/>
                <a:cs typeface="DM Sans Black"/>
                <a:sym typeface="DM Sans Black"/>
              </a:rPr>
              <a:t>Unilever | Operação </a:t>
            </a:r>
            <a:r>
              <a:rPr lang="pt-BR" sz="600">
                <a:solidFill>
                  <a:srgbClr val="F2F2F2"/>
                </a:solidFill>
                <a:latin typeface="DM Sans Black"/>
                <a:ea typeface="DM Sans Black"/>
                <a:cs typeface="DM Sans Black"/>
                <a:sym typeface="DM Sans Black"/>
              </a:rPr>
              <a:t>2026</a:t>
            </a:r>
            <a:endParaRPr b="0" i="0" sz="500" u="none" cap="none" strike="noStrike">
              <a:solidFill>
                <a:srgbClr val="000000"/>
              </a:solidFill>
              <a:latin typeface="DM Sans Black"/>
              <a:ea typeface="DM Sans Black"/>
              <a:cs typeface="DM Sans Black"/>
              <a:sym typeface="DM Sans Black"/>
            </a:endParaRPr>
          </a:p>
        </p:txBody>
      </p:sp>
      <p:sp>
        <p:nvSpPr>
          <p:cNvPr id="473" name="Google Shape;473;p42"/>
          <p:cNvSpPr/>
          <p:nvPr/>
        </p:nvSpPr>
        <p:spPr>
          <a:xfrm>
            <a:off x="152400" y="152401"/>
            <a:ext cx="129000" cy="128700"/>
          </a:xfrm>
          <a:prstGeom prst="ellipse">
            <a:avLst/>
          </a:prstGeom>
          <a:solidFill>
            <a:srgbClr val="14E6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474" name="Google Shape;474;p42"/>
          <p:cNvSpPr txBox="1"/>
          <p:nvPr/>
        </p:nvSpPr>
        <p:spPr>
          <a:xfrm>
            <a:off x="535500" y="461438"/>
            <a:ext cx="7732200" cy="411000"/>
          </a:xfrm>
          <a:prstGeom prst="rect">
            <a:avLst/>
          </a:prstGeom>
          <a:noFill/>
          <a:ln>
            <a:noFill/>
          </a:ln>
        </p:spPr>
        <p:txBody>
          <a:bodyPr anchorCtr="0" anchor="t" bIns="57225" lIns="57225" spcFirstLastPara="1" rIns="57225" wrap="square" tIns="57225">
            <a:spAutoFit/>
          </a:bodyPr>
          <a:lstStyle/>
          <a:p>
            <a:pPr indent="0" lvl="0" marL="0" marR="0" rtl="0" algn="l">
              <a:lnSpc>
                <a:spcPct val="80000"/>
              </a:lnSpc>
              <a:spcBef>
                <a:spcPts val="0"/>
              </a:spcBef>
              <a:spcAft>
                <a:spcPts val="0"/>
              </a:spcAft>
              <a:buClr>
                <a:srgbClr val="D3B7F7"/>
              </a:buClr>
              <a:buSzPts val="2800"/>
              <a:buFont typeface="Helvetica Neue"/>
              <a:buNone/>
            </a:pPr>
            <a:r>
              <a:rPr b="1" i="0" lang="pt-BR" sz="2400" u="none" cap="none" strike="noStrike">
                <a:solidFill>
                  <a:srgbClr val="14E6FC"/>
                </a:solidFill>
                <a:latin typeface="Helvetica Neue"/>
                <a:ea typeface="Helvetica Neue"/>
                <a:cs typeface="Helvetica Neue"/>
                <a:sym typeface="Helvetica Neue"/>
              </a:rPr>
              <a:t>Flashtalking | Specs dos Criativos - Video</a:t>
            </a:r>
            <a:endParaRPr b="1" i="0" sz="2400" u="none" cap="none" strike="noStrike">
              <a:solidFill>
                <a:srgbClr val="14E6FC"/>
              </a:solidFill>
              <a:latin typeface="Helvetica Neue"/>
              <a:ea typeface="Helvetica Neue"/>
              <a:cs typeface="Helvetica Neue"/>
              <a:sym typeface="Helvetica Neue"/>
            </a:endParaRPr>
          </a:p>
        </p:txBody>
      </p:sp>
      <p:sp>
        <p:nvSpPr>
          <p:cNvPr id="475" name="Google Shape;475;p42"/>
          <p:cNvSpPr txBox="1"/>
          <p:nvPr>
            <p:ph idx="4294967295" type="body"/>
          </p:nvPr>
        </p:nvSpPr>
        <p:spPr>
          <a:xfrm>
            <a:off x="229650" y="1797300"/>
            <a:ext cx="6827700" cy="1548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lang="pt-BR" sz="1000">
                <a:solidFill>
                  <a:srgbClr val="494C67"/>
                </a:solidFill>
                <a:latin typeface="DM Sans Black"/>
                <a:ea typeface="DM Sans Black"/>
                <a:cs typeface="DM Sans Black"/>
                <a:sym typeface="DM Sans Black"/>
              </a:rPr>
              <a:t>In Video (Max size: 15mb):</a:t>
            </a:r>
            <a:endParaRPr sz="1000">
              <a:solidFill>
                <a:srgbClr val="494C67"/>
              </a:solidFill>
              <a:latin typeface="DM Sans Black"/>
              <a:ea typeface="DM Sans Black"/>
              <a:cs typeface="DM Sans Black"/>
              <a:sym typeface="DM Sans Black"/>
            </a:endParaRPr>
          </a:p>
          <a:p>
            <a:pPr indent="0" lvl="0" marL="0" rtl="0" algn="l">
              <a:lnSpc>
                <a:spcPct val="100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b="1" lang="pt-BR" sz="1000">
                <a:solidFill>
                  <a:srgbClr val="494C67"/>
                </a:solidFill>
                <a:latin typeface="DM Sans"/>
                <a:ea typeface="DM Sans"/>
                <a:cs typeface="DM Sans"/>
                <a:sym typeface="DM Sans"/>
              </a:rPr>
              <a:t>File Types: </a:t>
            </a:r>
            <a:r>
              <a:rPr lang="pt-BR" sz="1000">
                <a:solidFill>
                  <a:srgbClr val="494C67"/>
                </a:solidFill>
                <a:latin typeface="DM Sans"/>
                <a:ea typeface="DM Sans"/>
                <a:cs typeface="DM Sans"/>
                <a:sym typeface="DM Sans"/>
              </a:rPr>
              <a:t>MOV, MP4, MPEG,MPG, AVI, WMV</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b="1" lang="pt-BR" sz="1000">
                <a:solidFill>
                  <a:srgbClr val="494C67"/>
                </a:solidFill>
                <a:latin typeface="DM Sans"/>
                <a:ea typeface="DM Sans"/>
                <a:cs typeface="DM Sans"/>
                <a:sym typeface="DM Sans"/>
              </a:rPr>
              <a:t>Duration: </a:t>
            </a:r>
            <a:r>
              <a:rPr lang="pt-BR" sz="1000">
                <a:solidFill>
                  <a:srgbClr val="494C67"/>
                </a:solidFill>
                <a:latin typeface="DM Sans"/>
                <a:ea typeface="DM Sans"/>
                <a:cs typeface="DM Sans"/>
                <a:sym typeface="DM Sans"/>
              </a:rPr>
              <a:t>Maximum 900 seconds.</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b="1" lang="pt-BR" sz="1000">
                <a:solidFill>
                  <a:srgbClr val="494C67"/>
                </a:solidFill>
                <a:latin typeface="DM Sans"/>
                <a:ea typeface="DM Sans"/>
                <a:cs typeface="DM Sans"/>
                <a:sym typeface="DM Sans"/>
              </a:rPr>
              <a:t>Bitrate (Display HTML in banner video): </a:t>
            </a:r>
            <a:r>
              <a:rPr lang="pt-BR" sz="1000">
                <a:solidFill>
                  <a:srgbClr val="494C67"/>
                </a:solidFill>
                <a:latin typeface="DM Sans"/>
                <a:ea typeface="DM Sans"/>
                <a:cs typeface="DM Sans"/>
                <a:sym typeface="DM Sans"/>
              </a:rPr>
              <a:t>900 - 2400 kbps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b="1" lang="pt-BR" sz="1000">
                <a:solidFill>
                  <a:srgbClr val="494C67"/>
                </a:solidFill>
                <a:latin typeface="DM Sans"/>
                <a:ea typeface="DM Sans"/>
                <a:cs typeface="DM Sans"/>
                <a:sym typeface="DM Sans"/>
              </a:rPr>
              <a:t>Bitrate (Video Creative for VAST): </a:t>
            </a:r>
            <a:r>
              <a:rPr lang="pt-BR" sz="1000">
                <a:solidFill>
                  <a:srgbClr val="494C67"/>
                </a:solidFill>
                <a:latin typeface="DM Sans"/>
                <a:ea typeface="DM Sans"/>
                <a:cs typeface="DM Sans"/>
                <a:sym typeface="DM Sans"/>
              </a:rPr>
              <a:t>15 - 30 mbps</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b="1" lang="pt-BR" sz="1000">
                <a:solidFill>
                  <a:srgbClr val="494C67"/>
                </a:solidFill>
                <a:latin typeface="DM Sans"/>
                <a:ea typeface="DM Sans"/>
                <a:cs typeface="DM Sans"/>
                <a:sym typeface="DM Sans"/>
              </a:rPr>
              <a:t>Aspect Ratio:</a:t>
            </a:r>
            <a:r>
              <a:rPr lang="pt-BR" sz="1000">
                <a:solidFill>
                  <a:srgbClr val="494C67"/>
                </a:solidFill>
                <a:latin typeface="DM Sans"/>
                <a:ea typeface="DM Sans"/>
                <a:cs typeface="DM Sans"/>
                <a:sym typeface="DM Sans"/>
              </a:rPr>
              <a:t> 16:9 or 4:3 • Codec: H264, MPEG4, WMV</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b="1" lang="pt-BR" sz="1000">
                <a:solidFill>
                  <a:srgbClr val="494C67"/>
                </a:solidFill>
                <a:latin typeface="DM Sans"/>
                <a:ea typeface="DM Sans"/>
                <a:cs typeface="DM Sans"/>
                <a:sym typeface="DM Sans"/>
              </a:rPr>
              <a:t>Code: </a:t>
            </a:r>
            <a:r>
              <a:rPr lang="pt-BR" sz="1000">
                <a:solidFill>
                  <a:srgbClr val="494C67"/>
                </a:solidFill>
                <a:latin typeface="DM Sans"/>
                <a:ea typeface="DM Sans"/>
                <a:cs typeface="DM Sans"/>
                <a:sym typeface="DM Sans"/>
              </a:rPr>
              <a:t>H264, MPEG4, WMV</a:t>
            </a:r>
            <a:endParaRPr sz="1000">
              <a:solidFill>
                <a:srgbClr val="D3B7F7"/>
              </a:solidFill>
              <a:latin typeface="DM Sans"/>
              <a:ea typeface="DM Sans"/>
              <a:cs typeface="DM Sans"/>
              <a:sym typeface="DM Sans"/>
            </a:endParaRPr>
          </a:p>
        </p:txBody>
      </p:sp>
      <p:pic>
        <p:nvPicPr>
          <p:cNvPr descr="Tornado White.png" id="476" name="Google Shape;476;p42"/>
          <p:cNvPicPr preferRelativeResize="0"/>
          <p:nvPr/>
        </p:nvPicPr>
        <p:blipFill rotWithShape="1">
          <a:blip r:embed="rId3">
            <a:alphaModFix/>
          </a:blip>
          <a:srcRect b="0" l="0" r="0" t="0"/>
          <a:stretch/>
        </p:blipFill>
        <p:spPr>
          <a:xfrm>
            <a:off x="76199" y="383391"/>
            <a:ext cx="545413" cy="539109"/>
          </a:xfrm>
          <a:prstGeom prst="rect">
            <a:avLst/>
          </a:prstGeom>
          <a:noFill/>
          <a:ln>
            <a:noFill/>
          </a:ln>
        </p:spPr>
      </p:pic>
      <p:sp>
        <p:nvSpPr>
          <p:cNvPr id="477" name="Google Shape;477;p42"/>
          <p:cNvSpPr txBox="1"/>
          <p:nvPr/>
        </p:nvSpPr>
        <p:spPr>
          <a:xfrm>
            <a:off x="5508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l">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Stormx for Unilever</a:t>
            </a:r>
            <a:endParaRPr b="1" i="0" sz="500" u="none" cap="none" strike="noStrike">
              <a:solidFill>
                <a:srgbClr val="484D67"/>
              </a:solidFill>
              <a:latin typeface="Helvetica Neue"/>
              <a:ea typeface="Helvetica Neue"/>
              <a:cs typeface="Helvetica Neue"/>
              <a:sym typeface="Helvetica Neue"/>
            </a:endParaRPr>
          </a:p>
        </p:txBody>
      </p:sp>
      <p:sp>
        <p:nvSpPr>
          <p:cNvPr id="478" name="Google Shape;478;p42"/>
          <p:cNvSpPr txBox="1"/>
          <p:nvPr/>
        </p:nvSpPr>
        <p:spPr>
          <a:xfrm>
            <a:off x="689594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r">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All rights reserved to Stormx @</a:t>
            </a:r>
            <a:r>
              <a:rPr b="1" lang="pt-BR" sz="500">
                <a:solidFill>
                  <a:srgbClr val="484D67"/>
                </a:solidFill>
                <a:latin typeface="Helvetica Neue"/>
                <a:ea typeface="Helvetica Neue"/>
                <a:cs typeface="Helvetica Neue"/>
                <a:sym typeface="Helvetica Neue"/>
              </a:rPr>
              <a:t>2026</a:t>
            </a:r>
            <a:r>
              <a:rPr b="1" i="0" lang="pt-BR" sz="500" u="none" cap="none" strike="noStrike">
                <a:solidFill>
                  <a:srgbClr val="484D67"/>
                </a:solidFill>
                <a:latin typeface="Helvetica Neue"/>
                <a:ea typeface="Helvetica Neue"/>
                <a:cs typeface="Helvetica Neue"/>
                <a:sym typeface="Helvetica Neue"/>
              </a:rPr>
              <a:t> // Digital Forward</a:t>
            </a:r>
            <a:endParaRPr b="1" i="0" sz="500" u="none" cap="none" strike="noStrike">
              <a:solidFill>
                <a:srgbClr val="484D67"/>
              </a:solidFill>
              <a:latin typeface="Helvetica Neue"/>
              <a:ea typeface="Helvetica Neue"/>
              <a:cs typeface="Helvetica Neue"/>
              <a:sym typeface="Helvetica Neue"/>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2" name="Shape 482"/>
        <p:cNvGrpSpPr/>
        <p:nvPr/>
      </p:nvGrpSpPr>
      <p:grpSpPr>
        <a:xfrm>
          <a:off x="0" y="0"/>
          <a:ext cx="0" cy="0"/>
          <a:chOff x="0" y="0"/>
          <a:chExt cx="0" cy="0"/>
        </a:xfrm>
      </p:grpSpPr>
      <p:sp>
        <p:nvSpPr>
          <p:cNvPr id="483" name="Google Shape;483;p43"/>
          <p:cNvSpPr/>
          <p:nvPr/>
        </p:nvSpPr>
        <p:spPr>
          <a:xfrm>
            <a:off x="319617" y="152400"/>
            <a:ext cx="1167900" cy="128700"/>
          </a:xfrm>
          <a:prstGeom prst="roundRect">
            <a:avLst>
              <a:gd fmla="val 50000" name="adj"/>
            </a:avLst>
          </a:prstGeom>
          <a:solidFill>
            <a:srgbClr val="484D6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pt-BR" sz="600" u="none" cap="none" strike="noStrike">
                <a:solidFill>
                  <a:srgbClr val="F2F2F2"/>
                </a:solidFill>
                <a:latin typeface="DM Sans Black"/>
                <a:ea typeface="DM Sans Black"/>
                <a:cs typeface="DM Sans Black"/>
                <a:sym typeface="DM Sans Black"/>
              </a:rPr>
              <a:t>Unilever | Operação </a:t>
            </a:r>
            <a:r>
              <a:rPr lang="pt-BR" sz="600">
                <a:solidFill>
                  <a:srgbClr val="F2F2F2"/>
                </a:solidFill>
                <a:latin typeface="DM Sans Black"/>
                <a:ea typeface="DM Sans Black"/>
                <a:cs typeface="DM Sans Black"/>
                <a:sym typeface="DM Sans Black"/>
              </a:rPr>
              <a:t>2026</a:t>
            </a:r>
            <a:endParaRPr b="0" i="0" sz="500" u="none" cap="none" strike="noStrike">
              <a:solidFill>
                <a:srgbClr val="000000"/>
              </a:solidFill>
              <a:latin typeface="DM Sans Black"/>
              <a:ea typeface="DM Sans Black"/>
              <a:cs typeface="DM Sans Black"/>
              <a:sym typeface="DM Sans Black"/>
            </a:endParaRPr>
          </a:p>
        </p:txBody>
      </p:sp>
      <p:sp>
        <p:nvSpPr>
          <p:cNvPr id="484" name="Google Shape;484;p43"/>
          <p:cNvSpPr/>
          <p:nvPr/>
        </p:nvSpPr>
        <p:spPr>
          <a:xfrm>
            <a:off x="152400" y="152401"/>
            <a:ext cx="129000" cy="128700"/>
          </a:xfrm>
          <a:prstGeom prst="ellipse">
            <a:avLst/>
          </a:prstGeom>
          <a:solidFill>
            <a:srgbClr val="14E6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485" name="Google Shape;485;p43"/>
          <p:cNvSpPr txBox="1"/>
          <p:nvPr/>
        </p:nvSpPr>
        <p:spPr>
          <a:xfrm>
            <a:off x="535500" y="461438"/>
            <a:ext cx="7732200" cy="411000"/>
          </a:xfrm>
          <a:prstGeom prst="rect">
            <a:avLst/>
          </a:prstGeom>
          <a:noFill/>
          <a:ln>
            <a:noFill/>
          </a:ln>
        </p:spPr>
        <p:txBody>
          <a:bodyPr anchorCtr="0" anchor="t" bIns="57225" lIns="57225" spcFirstLastPara="1" rIns="57225" wrap="square" tIns="57225">
            <a:spAutoFit/>
          </a:bodyPr>
          <a:lstStyle/>
          <a:p>
            <a:pPr indent="0" lvl="0" marL="0" marR="0" rtl="0" algn="l">
              <a:lnSpc>
                <a:spcPct val="80000"/>
              </a:lnSpc>
              <a:spcBef>
                <a:spcPts val="0"/>
              </a:spcBef>
              <a:spcAft>
                <a:spcPts val="0"/>
              </a:spcAft>
              <a:buClr>
                <a:srgbClr val="D3B7F7"/>
              </a:buClr>
              <a:buSzPts val="2800"/>
              <a:buFont typeface="Helvetica Neue"/>
              <a:buNone/>
            </a:pPr>
            <a:r>
              <a:rPr b="1" i="0" lang="pt-BR" sz="2400" u="none" cap="none" strike="noStrike">
                <a:solidFill>
                  <a:srgbClr val="14E6FC"/>
                </a:solidFill>
                <a:latin typeface="Helvetica Neue"/>
                <a:ea typeface="Helvetica Neue"/>
                <a:cs typeface="Helvetica Neue"/>
                <a:sym typeface="Helvetica Neue"/>
              </a:rPr>
              <a:t>Flashtalking | Specs dos Criativos - Dis</a:t>
            </a:r>
            <a:r>
              <a:rPr b="1" lang="pt-BR" sz="2400">
                <a:solidFill>
                  <a:srgbClr val="14E6FC"/>
                </a:solidFill>
                <a:latin typeface="Helvetica Neue"/>
                <a:ea typeface="Helvetica Neue"/>
                <a:cs typeface="Helvetica Neue"/>
                <a:sym typeface="Helvetica Neue"/>
              </a:rPr>
              <a:t>play</a:t>
            </a:r>
            <a:endParaRPr b="1" i="0" sz="2400" u="none" cap="none" strike="noStrike">
              <a:solidFill>
                <a:srgbClr val="14E6FC"/>
              </a:solidFill>
              <a:latin typeface="Helvetica Neue"/>
              <a:ea typeface="Helvetica Neue"/>
              <a:cs typeface="Helvetica Neue"/>
              <a:sym typeface="Helvetica Neue"/>
            </a:endParaRPr>
          </a:p>
        </p:txBody>
      </p:sp>
      <p:sp>
        <p:nvSpPr>
          <p:cNvPr id="486" name="Google Shape;486;p43"/>
          <p:cNvSpPr txBox="1"/>
          <p:nvPr>
            <p:ph idx="4294967295" type="body"/>
          </p:nvPr>
        </p:nvSpPr>
        <p:spPr>
          <a:xfrm>
            <a:off x="229650" y="1260757"/>
            <a:ext cx="6827700" cy="2622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1800"/>
              <a:buNone/>
            </a:pPr>
            <a:r>
              <a:rPr lang="pt-BR" sz="1000">
                <a:solidFill>
                  <a:srgbClr val="494C67"/>
                </a:solidFill>
                <a:latin typeface="DM Sans Black"/>
                <a:ea typeface="DM Sans Black"/>
                <a:cs typeface="DM Sans Black"/>
                <a:sym typeface="DM Sans Black"/>
              </a:rPr>
              <a:t>In Display</a:t>
            </a:r>
            <a:endParaRPr sz="1000">
              <a:solidFill>
                <a:srgbClr val="494C67"/>
              </a:solidFill>
              <a:latin typeface="DM Sans Black"/>
              <a:ea typeface="DM Sans Black"/>
              <a:cs typeface="DM Sans Black"/>
              <a:sym typeface="DM Sans Black"/>
            </a:endParaRPr>
          </a:p>
          <a:p>
            <a:pPr indent="0" lvl="0" marL="0" rtl="0" algn="l">
              <a:lnSpc>
                <a:spcPct val="115000"/>
              </a:lnSpc>
              <a:spcBef>
                <a:spcPts val="0"/>
              </a:spcBef>
              <a:spcAft>
                <a:spcPts val="0"/>
              </a:spcAft>
              <a:buSzPts val="1800"/>
              <a:buNone/>
            </a:pPr>
            <a:r>
              <a:rPr lang="pt-BR" sz="1000">
                <a:solidFill>
                  <a:srgbClr val="494C67"/>
                </a:solidFill>
                <a:latin typeface="DM Sans Black"/>
                <a:ea typeface="DM Sans Black"/>
                <a:cs typeface="DM Sans Black"/>
                <a:sym typeface="DM Sans Black"/>
              </a:rPr>
              <a:t>It must contain the manifest (manifest.js), with: </a:t>
            </a:r>
            <a:endParaRPr sz="1000">
              <a:solidFill>
                <a:srgbClr val="494C67"/>
              </a:solidFill>
              <a:latin typeface="DM Sans Black"/>
              <a:ea typeface="DM Sans Black"/>
              <a:cs typeface="DM Sans Black"/>
              <a:sym typeface="DM Sans Black"/>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177800" lvl="0" marL="228600" rtl="0" algn="l">
              <a:lnSpc>
                <a:spcPct val="115000"/>
              </a:lnSpc>
              <a:spcBef>
                <a:spcPts val="0"/>
              </a:spcBef>
              <a:spcAft>
                <a:spcPts val="0"/>
              </a:spcAft>
              <a:buClr>
                <a:srgbClr val="494C67"/>
              </a:buClr>
              <a:buSzPts val="1000"/>
              <a:buFont typeface="DM Sans"/>
              <a:buChar char="●"/>
            </a:pPr>
            <a:r>
              <a:rPr lang="pt-BR" sz="1000">
                <a:solidFill>
                  <a:srgbClr val="494C67"/>
                </a:solidFill>
                <a:latin typeface="DM Sans"/>
                <a:ea typeface="DM Sans"/>
                <a:cs typeface="DM Sans"/>
                <a:sym typeface="DM Sans"/>
              </a:rPr>
              <a:t>File name (creative HTML file name)</a:t>
            </a:r>
            <a:endParaRPr sz="1000">
              <a:solidFill>
                <a:srgbClr val="494C67"/>
              </a:solidFill>
              <a:latin typeface="DM Sans"/>
              <a:ea typeface="DM Sans"/>
              <a:cs typeface="DM Sans"/>
              <a:sym typeface="DM Sans"/>
            </a:endParaRPr>
          </a:p>
          <a:p>
            <a:pPr indent="-177800" lvl="0" marL="228600" rtl="0" algn="l">
              <a:lnSpc>
                <a:spcPct val="115000"/>
              </a:lnSpc>
              <a:spcBef>
                <a:spcPts val="0"/>
              </a:spcBef>
              <a:spcAft>
                <a:spcPts val="0"/>
              </a:spcAft>
              <a:buClr>
                <a:srgbClr val="494C67"/>
              </a:buClr>
              <a:buSzPts val="1000"/>
              <a:buFont typeface="DM Sans"/>
              <a:buChar char="●"/>
            </a:pPr>
            <a:r>
              <a:rPr lang="pt-BR" sz="1000">
                <a:solidFill>
                  <a:srgbClr val="494C67"/>
                </a:solidFill>
                <a:latin typeface="DM Sans"/>
                <a:ea typeface="DM Sans"/>
                <a:cs typeface="DM Sans"/>
                <a:sym typeface="DM Sans"/>
              </a:rPr>
              <a:t>Width (in pixels, integer value) </a:t>
            </a:r>
            <a:endParaRPr sz="1000">
              <a:solidFill>
                <a:srgbClr val="494C67"/>
              </a:solidFill>
              <a:latin typeface="DM Sans"/>
              <a:ea typeface="DM Sans"/>
              <a:cs typeface="DM Sans"/>
              <a:sym typeface="DM Sans"/>
            </a:endParaRPr>
          </a:p>
          <a:p>
            <a:pPr indent="-177800" lvl="0" marL="228600" rtl="0" algn="l">
              <a:lnSpc>
                <a:spcPct val="115000"/>
              </a:lnSpc>
              <a:spcBef>
                <a:spcPts val="0"/>
              </a:spcBef>
              <a:spcAft>
                <a:spcPts val="0"/>
              </a:spcAft>
              <a:buClr>
                <a:srgbClr val="494C67"/>
              </a:buClr>
              <a:buSzPts val="1000"/>
              <a:buFont typeface="DM Sans"/>
              <a:buChar char="●"/>
            </a:pPr>
            <a:r>
              <a:rPr lang="pt-BR" sz="1000">
                <a:solidFill>
                  <a:srgbClr val="494C67"/>
                </a:solidFill>
                <a:latin typeface="DM Sans"/>
                <a:ea typeface="DM Sans"/>
                <a:cs typeface="DM Sans"/>
                <a:sym typeface="DM Sans"/>
              </a:rPr>
              <a:t> Height (in pixels, integer value)</a:t>
            </a:r>
            <a:endParaRPr sz="1000">
              <a:solidFill>
                <a:srgbClr val="494C67"/>
              </a:solidFill>
              <a:latin typeface="DM Sans"/>
              <a:ea typeface="DM Sans"/>
              <a:cs typeface="DM Sans"/>
              <a:sym typeface="DM Sans"/>
            </a:endParaRPr>
          </a:p>
          <a:p>
            <a:pPr indent="-177800" lvl="0" marL="228600" rtl="0" algn="l">
              <a:lnSpc>
                <a:spcPct val="115000"/>
              </a:lnSpc>
              <a:spcBef>
                <a:spcPts val="0"/>
              </a:spcBef>
              <a:spcAft>
                <a:spcPts val="0"/>
              </a:spcAft>
              <a:buClr>
                <a:srgbClr val="494C67"/>
              </a:buClr>
              <a:buSzPts val="1000"/>
              <a:buFont typeface="DM Sans"/>
              <a:buChar char="●"/>
            </a:pPr>
            <a:r>
              <a:rPr lang="pt-BR" sz="1000">
                <a:solidFill>
                  <a:srgbClr val="494C67"/>
                </a:solidFill>
                <a:latin typeface="DM Sans"/>
                <a:ea typeface="DM Sans"/>
                <a:cs typeface="DM Sans"/>
                <a:sym typeface="DM Sans"/>
              </a:rPr>
              <a:t>ClickTagCount (integer value)</a:t>
            </a:r>
            <a:endParaRPr sz="1000">
              <a:solidFill>
                <a:srgbClr val="494C67"/>
              </a:solidFill>
              <a:latin typeface="DM Sans"/>
              <a:ea typeface="DM Sans"/>
              <a:cs typeface="DM Sans"/>
              <a:sym typeface="DM Sans"/>
            </a:endParaRPr>
          </a:p>
          <a:p>
            <a:pPr indent="-177800" lvl="0" marL="228600" rtl="0" algn="l">
              <a:lnSpc>
                <a:spcPct val="115000"/>
              </a:lnSpc>
              <a:spcBef>
                <a:spcPts val="0"/>
              </a:spcBef>
              <a:spcAft>
                <a:spcPts val="0"/>
              </a:spcAft>
              <a:buClr>
                <a:srgbClr val="494C67"/>
              </a:buClr>
              <a:buSzPts val="1000"/>
              <a:buFont typeface="DM Sans"/>
              <a:buChar char="●"/>
            </a:pPr>
            <a:r>
              <a:rPr lang="pt-BR" sz="1000">
                <a:solidFill>
                  <a:srgbClr val="494C67"/>
                </a:solidFill>
                <a:latin typeface="DM Sans"/>
                <a:ea typeface="DM Sans"/>
                <a:cs typeface="DM Sans"/>
                <a:sym typeface="DM Sans"/>
              </a:rPr>
              <a:t>Dynamic variables/instant ad values (limit 50)</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Black"/>
                <a:ea typeface="DM Sans Black"/>
                <a:cs typeface="DM Sans Black"/>
                <a:sym typeface="DM Sans Black"/>
              </a:rPr>
              <a:t>Must contain all HTML and assets relevant to the creative</a:t>
            </a:r>
            <a:endParaRPr sz="1000">
              <a:solidFill>
                <a:srgbClr val="494C67"/>
              </a:solidFill>
              <a:latin typeface="DM Sans Black"/>
              <a:ea typeface="DM Sans Black"/>
              <a:cs typeface="DM Sans Black"/>
              <a:sym typeface="DM Sans Black"/>
            </a:endParaRPr>
          </a:p>
          <a:p>
            <a:pPr indent="0" lvl="0" marL="0" rtl="0" algn="l">
              <a:lnSpc>
                <a:spcPct val="115000"/>
              </a:lnSpc>
              <a:spcBef>
                <a:spcPts val="0"/>
              </a:spcBef>
              <a:spcAft>
                <a:spcPts val="0"/>
              </a:spcAft>
              <a:buSzPts val="1800"/>
              <a:buNone/>
            </a:pPr>
            <a:r>
              <a:rPr lang="pt-BR" sz="1000">
                <a:solidFill>
                  <a:srgbClr val="494C67"/>
                </a:solidFill>
                <a:latin typeface="DM Sans Black"/>
                <a:ea typeface="DM Sans Black"/>
                <a:cs typeface="DM Sans Black"/>
                <a:sym typeface="DM Sans Black"/>
              </a:rPr>
              <a:t>Must not exceed the maximum file limit: </a:t>
            </a:r>
            <a:r>
              <a:rPr lang="pt-BR" sz="1000">
                <a:solidFill>
                  <a:srgbClr val="494C67"/>
                </a:solidFill>
                <a:latin typeface="DM Sans"/>
                <a:ea typeface="DM Sans"/>
                <a:cs typeface="DM Sans"/>
                <a:sym typeface="DM Sans"/>
              </a:rPr>
              <a:t>Up to 500 MB</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Black"/>
                <a:ea typeface="DM Sans Black"/>
                <a:cs typeface="DM Sans Black"/>
                <a:sym typeface="DM Sans Black"/>
              </a:rPr>
              <a:t>Standard Ad: </a:t>
            </a:r>
            <a:r>
              <a:rPr lang="pt-BR" sz="1000">
                <a:solidFill>
                  <a:srgbClr val="494C67"/>
                </a:solidFill>
                <a:latin typeface="DM Sans"/>
                <a:ea typeface="DM Sans"/>
                <a:cs typeface="DM Sans"/>
                <a:sym typeface="DM Sans"/>
              </a:rPr>
              <a:t>Up to 300KB</a:t>
            </a:r>
            <a:endParaRPr sz="1000">
              <a:solidFill>
                <a:srgbClr val="494C67"/>
              </a:solidFill>
              <a:latin typeface="DM Sans"/>
              <a:ea typeface="DM Sans"/>
              <a:cs typeface="DM Sans"/>
              <a:sym typeface="DM Sans"/>
            </a:endParaRPr>
          </a:p>
        </p:txBody>
      </p:sp>
      <p:pic>
        <p:nvPicPr>
          <p:cNvPr descr="Tornado White.png" id="487" name="Google Shape;487;p43"/>
          <p:cNvPicPr preferRelativeResize="0"/>
          <p:nvPr/>
        </p:nvPicPr>
        <p:blipFill rotWithShape="1">
          <a:blip r:embed="rId3">
            <a:alphaModFix/>
          </a:blip>
          <a:srcRect b="0" l="0" r="0" t="0"/>
          <a:stretch/>
        </p:blipFill>
        <p:spPr>
          <a:xfrm>
            <a:off x="76199" y="383391"/>
            <a:ext cx="545413" cy="539109"/>
          </a:xfrm>
          <a:prstGeom prst="rect">
            <a:avLst/>
          </a:prstGeom>
          <a:noFill/>
          <a:ln>
            <a:noFill/>
          </a:ln>
        </p:spPr>
      </p:pic>
      <p:sp>
        <p:nvSpPr>
          <p:cNvPr id="488" name="Google Shape;488;p43"/>
          <p:cNvSpPr txBox="1"/>
          <p:nvPr/>
        </p:nvSpPr>
        <p:spPr>
          <a:xfrm>
            <a:off x="5508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l">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Stormx for Unilever</a:t>
            </a:r>
            <a:endParaRPr b="1" i="0" sz="500" u="none" cap="none" strike="noStrike">
              <a:solidFill>
                <a:srgbClr val="484D67"/>
              </a:solidFill>
              <a:latin typeface="Helvetica Neue"/>
              <a:ea typeface="Helvetica Neue"/>
              <a:cs typeface="Helvetica Neue"/>
              <a:sym typeface="Helvetica Neue"/>
            </a:endParaRPr>
          </a:p>
        </p:txBody>
      </p:sp>
      <p:sp>
        <p:nvSpPr>
          <p:cNvPr id="489" name="Google Shape;489;p43"/>
          <p:cNvSpPr txBox="1"/>
          <p:nvPr/>
        </p:nvSpPr>
        <p:spPr>
          <a:xfrm>
            <a:off x="689594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r">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All rights reserved to Stormx @</a:t>
            </a:r>
            <a:r>
              <a:rPr b="1" lang="pt-BR" sz="500">
                <a:solidFill>
                  <a:srgbClr val="484D67"/>
                </a:solidFill>
                <a:latin typeface="Helvetica Neue"/>
                <a:ea typeface="Helvetica Neue"/>
                <a:cs typeface="Helvetica Neue"/>
                <a:sym typeface="Helvetica Neue"/>
              </a:rPr>
              <a:t>2026</a:t>
            </a:r>
            <a:r>
              <a:rPr b="1" i="0" lang="pt-BR" sz="500" u="none" cap="none" strike="noStrike">
                <a:solidFill>
                  <a:srgbClr val="484D67"/>
                </a:solidFill>
                <a:latin typeface="Helvetica Neue"/>
                <a:ea typeface="Helvetica Neue"/>
                <a:cs typeface="Helvetica Neue"/>
                <a:sym typeface="Helvetica Neue"/>
              </a:rPr>
              <a:t> // Digital Forward</a:t>
            </a:r>
            <a:endParaRPr b="1" i="0" sz="500" u="none" cap="none" strike="noStrike">
              <a:solidFill>
                <a:srgbClr val="484D67"/>
              </a:solidFill>
              <a:latin typeface="Helvetica Neue"/>
              <a:ea typeface="Helvetica Neue"/>
              <a:cs typeface="Helvetica Neue"/>
              <a:sym typeface="Helvetica Neue"/>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3" name="Shape 493"/>
        <p:cNvGrpSpPr/>
        <p:nvPr/>
      </p:nvGrpSpPr>
      <p:grpSpPr>
        <a:xfrm>
          <a:off x="0" y="0"/>
          <a:ext cx="0" cy="0"/>
          <a:chOff x="0" y="0"/>
          <a:chExt cx="0" cy="0"/>
        </a:xfrm>
      </p:grpSpPr>
      <p:sp>
        <p:nvSpPr>
          <p:cNvPr id="494" name="Google Shape;494;p44"/>
          <p:cNvSpPr/>
          <p:nvPr/>
        </p:nvSpPr>
        <p:spPr>
          <a:xfrm>
            <a:off x="319617" y="152400"/>
            <a:ext cx="1167900" cy="128700"/>
          </a:xfrm>
          <a:prstGeom prst="roundRect">
            <a:avLst>
              <a:gd fmla="val 50000" name="adj"/>
            </a:avLst>
          </a:prstGeom>
          <a:solidFill>
            <a:srgbClr val="484D6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pt-BR" sz="600" u="none" cap="none" strike="noStrike">
                <a:solidFill>
                  <a:srgbClr val="F2F2F2"/>
                </a:solidFill>
                <a:latin typeface="DM Sans Black"/>
                <a:ea typeface="DM Sans Black"/>
                <a:cs typeface="DM Sans Black"/>
                <a:sym typeface="DM Sans Black"/>
              </a:rPr>
              <a:t>Unilever | Operação </a:t>
            </a:r>
            <a:r>
              <a:rPr lang="pt-BR" sz="600">
                <a:solidFill>
                  <a:srgbClr val="F2F2F2"/>
                </a:solidFill>
                <a:latin typeface="DM Sans Black"/>
                <a:ea typeface="DM Sans Black"/>
                <a:cs typeface="DM Sans Black"/>
                <a:sym typeface="DM Sans Black"/>
              </a:rPr>
              <a:t>2026</a:t>
            </a:r>
            <a:endParaRPr b="0" i="0" sz="500" u="none" cap="none" strike="noStrike">
              <a:solidFill>
                <a:srgbClr val="000000"/>
              </a:solidFill>
              <a:latin typeface="DM Sans Black"/>
              <a:ea typeface="DM Sans Black"/>
              <a:cs typeface="DM Sans Black"/>
              <a:sym typeface="DM Sans Black"/>
            </a:endParaRPr>
          </a:p>
        </p:txBody>
      </p:sp>
      <p:sp>
        <p:nvSpPr>
          <p:cNvPr id="495" name="Google Shape;495;p44"/>
          <p:cNvSpPr/>
          <p:nvPr/>
        </p:nvSpPr>
        <p:spPr>
          <a:xfrm>
            <a:off x="152400" y="152401"/>
            <a:ext cx="129000" cy="128700"/>
          </a:xfrm>
          <a:prstGeom prst="ellipse">
            <a:avLst/>
          </a:prstGeom>
          <a:solidFill>
            <a:srgbClr val="14E6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496" name="Google Shape;496;p44"/>
          <p:cNvSpPr txBox="1"/>
          <p:nvPr/>
        </p:nvSpPr>
        <p:spPr>
          <a:xfrm>
            <a:off x="535500" y="461438"/>
            <a:ext cx="7732200" cy="411000"/>
          </a:xfrm>
          <a:prstGeom prst="rect">
            <a:avLst/>
          </a:prstGeom>
          <a:noFill/>
          <a:ln>
            <a:noFill/>
          </a:ln>
        </p:spPr>
        <p:txBody>
          <a:bodyPr anchorCtr="0" anchor="t" bIns="57225" lIns="57225" spcFirstLastPara="1" rIns="57225" wrap="square" tIns="57225">
            <a:spAutoFit/>
          </a:bodyPr>
          <a:lstStyle/>
          <a:p>
            <a:pPr indent="0" lvl="0" marL="0" marR="0" rtl="0" algn="l">
              <a:lnSpc>
                <a:spcPct val="80000"/>
              </a:lnSpc>
              <a:spcBef>
                <a:spcPts val="0"/>
              </a:spcBef>
              <a:spcAft>
                <a:spcPts val="0"/>
              </a:spcAft>
              <a:buClr>
                <a:srgbClr val="D3B7F7"/>
              </a:buClr>
              <a:buSzPts val="2800"/>
              <a:buFont typeface="Helvetica Neue"/>
              <a:buNone/>
            </a:pPr>
            <a:r>
              <a:rPr b="1" i="0" lang="pt-BR" sz="2400" u="none" cap="none" strike="noStrike">
                <a:solidFill>
                  <a:srgbClr val="14E6FC"/>
                </a:solidFill>
                <a:latin typeface="Helvetica Neue"/>
                <a:ea typeface="Helvetica Neue"/>
                <a:cs typeface="Helvetica Neue"/>
                <a:sym typeface="Helvetica Neue"/>
              </a:rPr>
              <a:t>Flashtalking | Specs dos Criativos - Áudio</a:t>
            </a:r>
            <a:endParaRPr b="1" i="0" sz="2400" u="none" cap="none" strike="noStrike">
              <a:solidFill>
                <a:srgbClr val="14E6FC"/>
              </a:solidFill>
              <a:latin typeface="Helvetica Neue"/>
              <a:ea typeface="Helvetica Neue"/>
              <a:cs typeface="Helvetica Neue"/>
              <a:sym typeface="Helvetica Neue"/>
            </a:endParaRPr>
          </a:p>
        </p:txBody>
      </p:sp>
      <p:sp>
        <p:nvSpPr>
          <p:cNvPr id="497" name="Google Shape;497;p44"/>
          <p:cNvSpPr txBox="1"/>
          <p:nvPr>
            <p:ph idx="4294967295" type="body"/>
          </p:nvPr>
        </p:nvSpPr>
        <p:spPr>
          <a:xfrm>
            <a:off x="229650" y="1260757"/>
            <a:ext cx="6827700" cy="2622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1800"/>
              <a:buNone/>
            </a:pPr>
            <a:r>
              <a:rPr lang="pt-BR" sz="1000">
                <a:solidFill>
                  <a:srgbClr val="494C67"/>
                </a:solidFill>
                <a:latin typeface="DM Sans Black"/>
                <a:ea typeface="DM Sans Black"/>
                <a:cs typeface="DM Sans Black"/>
                <a:sym typeface="DM Sans Black"/>
              </a:rPr>
              <a:t>In Audio:</a:t>
            </a:r>
            <a:endParaRPr sz="1000">
              <a:solidFill>
                <a:srgbClr val="494C67"/>
              </a:solidFill>
              <a:latin typeface="DM Sans Black"/>
              <a:ea typeface="DM Sans Black"/>
              <a:cs typeface="DM Sans Black"/>
              <a:sym typeface="DM Sans Black"/>
            </a:endParaRPr>
          </a:p>
          <a:p>
            <a:pPr indent="0" lvl="0" marL="0" rtl="0" algn="l">
              <a:lnSpc>
                <a:spcPct val="115000"/>
              </a:lnSpc>
              <a:spcBef>
                <a:spcPts val="0"/>
              </a:spcBef>
              <a:spcAft>
                <a:spcPts val="0"/>
              </a:spcAft>
              <a:buSzPts val="1800"/>
              <a:buNone/>
            </a:pPr>
            <a:r>
              <a:t/>
            </a:r>
            <a:endParaRPr sz="1000">
              <a:solidFill>
                <a:srgbClr val="494C67"/>
              </a:solidFill>
              <a:latin typeface="DM Sans Black"/>
              <a:ea typeface="DM Sans Black"/>
              <a:cs typeface="DM Sans Black"/>
              <a:sym typeface="DM Sans Black"/>
            </a:endParaRPr>
          </a:p>
          <a:p>
            <a:pPr indent="0" lvl="0" marL="0" rtl="0" algn="l">
              <a:lnSpc>
                <a:spcPct val="115000"/>
              </a:lnSpc>
              <a:spcBef>
                <a:spcPts val="0"/>
              </a:spcBef>
              <a:spcAft>
                <a:spcPts val="0"/>
              </a:spcAft>
              <a:buSzPts val="1800"/>
              <a:buNone/>
            </a:pPr>
            <a:r>
              <a:rPr lang="pt-BR" sz="1000">
                <a:solidFill>
                  <a:srgbClr val="494C67"/>
                </a:solidFill>
                <a:latin typeface="DM Sans Black"/>
                <a:ea typeface="DM Sans Black"/>
                <a:cs typeface="DM Sans Black"/>
                <a:sym typeface="DM Sans Black"/>
              </a:rPr>
              <a:t>File Types: </a:t>
            </a:r>
            <a:r>
              <a:rPr lang="pt-BR" sz="1000">
                <a:solidFill>
                  <a:srgbClr val="494C67"/>
                </a:solidFill>
                <a:latin typeface="DM Sans"/>
                <a:ea typeface="DM Sans"/>
                <a:cs typeface="DM Sans"/>
                <a:sym typeface="DM Sans"/>
              </a:rPr>
              <a:t>MP3, OGG, M4A, AAC Supported Only</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Black"/>
                <a:ea typeface="DM Sans Black"/>
                <a:cs typeface="DM Sans Black"/>
                <a:sym typeface="DM Sans Black"/>
              </a:rPr>
              <a:t>Duration: </a:t>
            </a:r>
            <a:r>
              <a:rPr lang="pt-BR" sz="1000">
                <a:solidFill>
                  <a:srgbClr val="494C67"/>
                </a:solidFill>
                <a:latin typeface="DM Sans"/>
                <a:ea typeface="DM Sans"/>
                <a:cs typeface="DM Sans"/>
                <a:sym typeface="DM Sans"/>
              </a:rPr>
              <a:t>Minimum 1 second</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Black"/>
                <a:ea typeface="DM Sans Black"/>
                <a:cs typeface="DM Sans Black"/>
                <a:sym typeface="DM Sans Black"/>
              </a:rPr>
              <a:t>File Size: </a:t>
            </a:r>
            <a:r>
              <a:rPr lang="pt-BR" sz="1000">
                <a:solidFill>
                  <a:srgbClr val="494C67"/>
                </a:solidFill>
                <a:latin typeface="DM Sans"/>
                <a:ea typeface="DM Sans"/>
                <a:cs typeface="DM Sans"/>
                <a:sym typeface="DM Sans"/>
              </a:rPr>
              <a:t>Maximum 100MB</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Black"/>
                <a:ea typeface="DM Sans Black"/>
                <a:cs typeface="DM Sans Black"/>
                <a:sym typeface="DM Sans Black"/>
              </a:rPr>
              <a:t>Audio Bitrate: </a:t>
            </a:r>
            <a:r>
              <a:rPr lang="pt-BR" sz="1000">
                <a:solidFill>
                  <a:srgbClr val="494C67"/>
                </a:solidFill>
                <a:latin typeface="DM Sans"/>
                <a:ea typeface="DM Sans"/>
                <a:cs typeface="DM Sans"/>
                <a:sym typeface="DM Sans"/>
              </a:rPr>
              <a:t>192Kbps or higher</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Black"/>
                <a:ea typeface="DM Sans Black"/>
                <a:cs typeface="DM Sans Black"/>
                <a:sym typeface="DM Sans Black"/>
              </a:rPr>
              <a:t>Audio Sample Rate: </a:t>
            </a:r>
            <a:r>
              <a:rPr lang="pt-BR" sz="1000">
                <a:solidFill>
                  <a:srgbClr val="494C67"/>
                </a:solidFill>
                <a:latin typeface="DM Sans"/>
                <a:ea typeface="DM Sans"/>
                <a:cs typeface="DM Sans"/>
                <a:sym typeface="DM Sans"/>
              </a:rPr>
              <a:t>At least 44.1 kHz</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Black"/>
                <a:ea typeface="DM Sans Black"/>
                <a:cs typeface="DM Sans Black"/>
                <a:sym typeface="DM Sans Black"/>
              </a:rPr>
              <a:t>Audio Level (Loudness):</a:t>
            </a:r>
            <a:r>
              <a:rPr lang="pt-BR" sz="1000">
                <a:solidFill>
                  <a:srgbClr val="494C67"/>
                </a:solidFill>
                <a:latin typeface="DM Sans"/>
                <a:ea typeface="DM Sans"/>
                <a:cs typeface="DM Sans"/>
                <a:sym typeface="DM Sans"/>
              </a:rPr>
              <a:t> -16 LUFS (+/- 1.5 LUFS) and the TPL is equal to or less than -2.0 dB</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Black"/>
                <a:ea typeface="DM Sans Black"/>
                <a:cs typeface="DM Sans Black"/>
                <a:sym typeface="DM Sans Black"/>
              </a:rPr>
              <a:t>Dimensions: </a:t>
            </a:r>
            <a:r>
              <a:rPr lang="pt-BR" sz="1000">
                <a:solidFill>
                  <a:srgbClr val="494C67"/>
                </a:solidFill>
                <a:latin typeface="DM Sans"/>
                <a:ea typeface="DM Sans"/>
                <a:cs typeface="DM Sans"/>
                <a:sym typeface="DM Sans"/>
              </a:rPr>
              <a:t>0x0</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Black"/>
                <a:ea typeface="DM Sans Black"/>
                <a:cs typeface="DM Sans Black"/>
                <a:sym typeface="DM Sans Black"/>
              </a:rPr>
              <a:t>VAST Support: </a:t>
            </a:r>
            <a:r>
              <a:rPr lang="pt-BR" sz="1000">
                <a:solidFill>
                  <a:srgbClr val="494C67"/>
                </a:solidFill>
                <a:latin typeface="DM Sans"/>
                <a:ea typeface="DM Sans"/>
                <a:cs typeface="DM Sans"/>
                <a:sym typeface="DM Sans"/>
              </a:rPr>
              <a:t>VAST 2.0, VAST 4.1</a:t>
            </a:r>
            <a:endParaRPr sz="1000">
              <a:solidFill>
                <a:srgbClr val="494C67"/>
              </a:solidFill>
              <a:latin typeface="DM Sans"/>
              <a:ea typeface="DM Sans"/>
              <a:cs typeface="DM Sans"/>
              <a:sym typeface="DM Sans"/>
            </a:endParaRPr>
          </a:p>
        </p:txBody>
      </p:sp>
      <p:pic>
        <p:nvPicPr>
          <p:cNvPr descr="Tornado White.png" id="498" name="Google Shape;498;p44"/>
          <p:cNvPicPr preferRelativeResize="0"/>
          <p:nvPr/>
        </p:nvPicPr>
        <p:blipFill rotWithShape="1">
          <a:blip r:embed="rId3">
            <a:alphaModFix/>
          </a:blip>
          <a:srcRect b="0" l="0" r="0" t="0"/>
          <a:stretch/>
        </p:blipFill>
        <p:spPr>
          <a:xfrm>
            <a:off x="76199" y="383391"/>
            <a:ext cx="545413" cy="539109"/>
          </a:xfrm>
          <a:prstGeom prst="rect">
            <a:avLst/>
          </a:prstGeom>
          <a:noFill/>
          <a:ln>
            <a:noFill/>
          </a:ln>
        </p:spPr>
      </p:pic>
      <p:sp>
        <p:nvSpPr>
          <p:cNvPr id="499" name="Google Shape;499;p44"/>
          <p:cNvSpPr txBox="1"/>
          <p:nvPr/>
        </p:nvSpPr>
        <p:spPr>
          <a:xfrm>
            <a:off x="5508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l">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Stormx for Unilever</a:t>
            </a:r>
            <a:endParaRPr b="1" i="0" sz="500" u="none" cap="none" strike="noStrike">
              <a:solidFill>
                <a:srgbClr val="484D67"/>
              </a:solidFill>
              <a:latin typeface="Helvetica Neue"/>
              <a:ea typeface="Helvetica Neue"/>
              <a:cs typeface="Helvetica Neue"/>
              <a:sym typeface="Helvetica Neue"/>
            </a:endParaRPr>
          </a:p>
        </p:txBody>
      </p:sp>
      <p:sp>
        <p:nvSpPr>
          <p:cNvPr id="500" name="Google Shape;500;p44"/>
          <p:cNvSpPr txBox="1"/>
          <p:nvPr/>
        </p:nvSpPr>
        <p:spPr>
          <a:xfrm>
            <a:off x="689594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r">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All rights reserved to Stormx @</a:t>
            </a:r>
            <a:r>
              <a:rPr b="1" lang="pt-BR" sz="500">
                <a:solidFill>
                  <a:srgbClr val="484D67"/>
                </a:solidFill>
                <a:latin typeface="Helvetica Neue"/>
                <a:ea typeface="Helvetica Neue"/>
                <a:cs typeface="Helvetica Neue"/>
                <a:sym typeface="Helvetica Neue"/>
              </a:rPr>
              <a:t>2026</a:t>
            </a:r>
            <a:r>
              <a:rPr b="1" i="0" lang="pt-BR" sz="500" u="none" cap="none" strike="noStrike">
                <a:solidFill>
                  <a:srgbClr val="484D67"/>
                </a:solidFill>
                <a:latin typeface="Helvetica Neue"/>
                <a:ea typeface="Helvetica Neue"/>
                <a:cs typeface="Helvetica Neue"/>
                <a:sym typeface="Helvetica Neue"/>
              </a:rPr>
              <a:t> // Digital Forward</a:t>
            </a:r>
            <a:endParaRPr b="1" i="0" sz="500" u="none" cap="none" strike="noStrike">
              <a:solidFill>
                <a:srgbClr val="484D67"/>
              </a:solidFill>
              <a:latin typeface="Helvetica Neue"/>
              <a:ea typeface="Helvetica Neue"/>
              <a:cs typeface="Helvetica Neue"/>
              <a:sym typeface="Helvetica Neue"/>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4" name="Shape 504"/>
        <p:cNvGrpSpPr/>
        <p:nvPr/>
      </p:nvGrpSpPr>
      <p:grpSpPr>
        <a:xfrm>
          <a:off x="0" y="0"/>
          <a:ext cx="0" cy="0"/>
          <a:chOff x="0" y="0"/>
          <a:chExt cx="0" cy="0"/>
        </a:xfrm>
      </p:grpSpPr>
      <p:sp>
        <p:nvSpPr>
          <p:cNvPr id="505" name="Google Shape;505;p45"/>
          <p:cNvSpPr/>
          <p:nvPr/>
        </p:nvSpPr>
        <p:spPr>
          <a:xfrm>
            <a:off x="319617" y="152400"/>
            <a:ext cx="1167900" cy="128700"/>
          </a:xfrm>
          <a:prstGeom prst="roundRect">
            <a:avLst>
              <a:gd fmla="val 50000" name="adj"/>
            </a:avLst>
          </a:prstGeom>
          <a:solidFill>
            <a:srgbClr val="484D6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pt-BR" sz="600" u="none" cap="none" strike="noStrike">
                <a:solidFill>
                  <a:srgbClr val="F2F2F2"/>
                </a:solidFill>
                <a:latin typeface="DM Sans Black"/>
                <a:ea typeface="DM Sans Black"/>
                <a:cs typeface="DM Sans Black"/>
                <a:sym typeface="DM Sans Black"/>
              </a:rPr>
              <a:t>Unilever | Operação </a:t>
            </a:r>
            <a:r>
              <a:rPr lang="pt-BR" sz="600">
                <a:solidFill>
                  <a:srgbClr val="F2F2F2"/>
                </a:solidFill>
                <a:latin typeface="DM Sans Black"/>
                <a:ea typeface="DM Sans Black"/>
                <a:cs typeface="DM Sans Black"/>
                <a:sym typeface="DM Sans Black"/>
              </a:rPr>
              <a:t>2026</a:t>
            </a:r>
            <a:endParaRPr b="0" i="0" sz="500" u="none" cap="none" strike="noStrike">
              <a:solidFill>
                <a:srgbClr val="000000"/>
              </a:solidFill>
              <a:latin typeface="DM Sans Black"/>
              <a:ea typeface="DM Sans Black"/>
              <a:cs typeface="DM Sans Black"/>
              <a:sym typeface="DM Sans Black"/>
            </a:endParaRPr>
          </a:p>
        </p:txBody>
      </p:sp>
      <p:sp>
        <p:nvSpPr>
          <p:cNvPr id="506" name="Google Shape;506;p45"/>
          <p:cNvSpPr/>
          <p:nvPr/>
        </p:nvSpPr>
        <p:spPr>
          <a:xfrm>
            <a:off x="152400" y="152401"/>
            <a:ext cx="129000" cy="128700"/>
          </a:xfrm>
          <a:prstGeom prst="ellipse">
            <a:avLst/>
          </a:prstGeom>
          <a:solidFill>
            <a:srgbClr val="14E6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507" name="Google Shape;507;p45"/>
          <p:cNvSpPr txBox="1"/>
          <p:nvPr/>
        </p:nvSpPr>
        <p:spPr>
          <a:xfrm>
            <a:off x="535500" y="461438"/>
            <a:ext cx="7732200" cy="411000"/>
          </a:xfrm>
          <a:prstGeom prst="rect">
            <a:avLst/>
          </a:prstGeom>
          <a:noFill/>
          <a:ln>
            <a:noFill/>
          </a:ln>
        </p:spPr>
        <p:txBody>
          <a:bodyPr anchorCtr="0" anchor="t" bIns="57225" lIns="57225" spcFirstLastPara="1" rIns="57225" wrap="square" tIns="57225">
            <a:spAutoFit/>
          </a:bodyPr>
          <a:lstStyle/>
          <a:p>
            <a:pPr indent="0" lvl="0" marL="0" marR="0" rtl="0" algn="l">
              <a:lnSpc>
                <a:spcPct val="80000"/>
              </a:lnSpc>
              <a:spcBef>
                <a:spcPts val="0"/>
              </a:spcBef>
              <a:spcAft>
                <a:spcPts val="0"/>
              </a:spcAft>
              <a:buClr>
                <a:srgbClr val="D3B7F7"/>
              </a:buClr>
              <a:buSzPts val="2800"/>
              <a:buFont typeface="Helvetica Neue"/>
              <a:buNone/>
            </a:pPr>
            <a:r>
              <a:rPr b="1" i="0" lang="pt-BR" sz="2400" u="none" cap="none" strike="noStrike">
                <a:solidFill>
                  <a:srgbClr val="14E6FC"/>
                </a:solidFill>
                <a:latin typeface="Helvetica Neue"/>
                <a:ea typeface="Helvetica Neue"/>
                <a:cs typeface="Helvetica Neue"/>
                <a:sym typeface="Helvetica Neue"/>
              </a:rPr>
              <a:t>Flashtalking | Double Verify</a:t>
            </a:r>
            <a:endParaRPr b="1" i="0" sz="2400" u="none" cap="none" strike="noStrike">
              <a:solidFill>
                <a:srgbClr val="14E6FC"/>
              </a:solidFill>
              <a:latin typeface="Helvetica Neue"/>
              <a:ea typeface="Helvetica Neue"/>
              <a:cs typeface="Helvetica Neue"/>
              <a:sym typeface="Helvetica Neue"/>
            </a:endParaRPr>
          </a:p>
        </p:txBody>
      </p:sp>
      <p:sp>
        <p:nvSpPr>
          <p:cNvPr id="508" name="Google Shape;508;p45"/>
          <p:cNvSpPr txBox="1"/>
          <p:nvPr>
            <p:ph idx="4294967295" type="body"/>
          </p:nvPr>
        </p:nvSpPr>
        <p:spPr>
          <a:xfrm>
            <a:off x="229650" y="1260763"/>
            <a:ext cx="4822500" cy="2622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Toda vez que for solicitado uma nova campanha para a criação do lado</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da Flashtalking, a agência precisa criar uma nova campanha na Double Verify.</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Sempre lembrar de inserir as informações de Campaign ID Flashtalking (encontra-se no campo Campaign ID no cabeçalho do ADP) e todos os publisher que vão veicular na campanha.</a:t>
            </a:r>
            <a:endParaRPr sz="1000">
              <a:solidFill>
                <a:srgbClr val="494C67"/>
              </a:solidFill>
              <a:latin typeface="DM Sans"/>
              <a:ea typeface="DM Sans"/>
              <a:cs typeface="DM Sans"/>
              <a:sym typeface="DM Sans"/>
            </a:endParaRPr>
          </a:p>
        </p:txBody>
      </p:sp>
      <p:pic>
        <p:nvPicPr>
          <p:cNvPr descr="Tornado White.png" id="509" name="Google Shape;509;p45"/>
          <p:cNvPicPr preferRelativeResize="0"/>
          <p:nvPr/>
        </p:nvPicPr>
        <p:blipFill rotWithShape="1">
          <a:blip r:embed="rId3">
            <a:alphaModFix/>
          </a:blip>
          <a:srcRect b="0" l="0" r="0" t="0"/>
          <a:stretch/>
        </p:blipFill>
        <p:spPr>
          <a:xfrm>
            <a:off x="76199" y="383391"/>
            <a:ext cx="545413" cy="539109"/>
          </a:xfrm>
          <a:prstGeom prst="rect">
            <a:avLst/>
          </a:prstGeom>
          <a:noFill/>
          <a:ln>
            <a:noFill/>
          </a:ln>
        </p:spPr>
      </p:pic>
      <p:sp>
        <p:nvSpPr>
          <p:cNvPr id="510" name="Google Shape;510;p45"/>
          <p:cNvSpPr txBox="1"/>
          <p:nvPr/>
        </p:nvSpPr>
        <p:spPr>
          <a:xfrm>
            <a:off x="5508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l">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Stormx for Unilever</a:t>
            </a:r>
            <a:endParaRPr b="1" i="0" sz="500" u="none" cap="none" strike="noStrike">
              <a:solidFill>
                <a:srgbClr val="484D67"/>
              </a:solidFill>
              <a:latin typeface="Helvetica Neue"/>
              <a:ea typeface="Helvetica Neue"/>
              <a:cs typeface="Helvetica Neue"/>
              <a:sym typeface="Helvetica Neue"/>
            </a:endParaRPr>
          </a:p>
        </p:txBody>
      </p:sp>
      <p:sp>
        <p:nvSpPr>
          <p:cNvPr id="511" name="Google Shape;511;p45"/>
          <p:cNvSpPr txBox="1"/>
          <p:nvPr/>
        </p:nvSpPr>
        <p:spPr>
          <a:xfrm>
            <a:off x="689594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r">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All rights reserved to Stormx @</a:t>
            </a:r>
            <a:r>
              <a:rPr b="1" lang="pt-BR" sz="500">
                <a:solidFill>
                  <a:srgbClr val="484D67"/>
                </a:solidFill>
                <a:latin typeface="Helvetica Neue"/>
                <a:ea typeface="Helvetica Neue"/>
                <a:cs typeface="Helvetica Neue"/>
                <a:sym typeface="Helvetica Neue"/>
              </a:rPr>
              <a:t>2026</a:t>
            </a:r>
            <a:r>
              <a:rPr b="1" i="0" lang="pt-BR" sz="500" u="none" cap="none" strike="noStrike">
                <a:solidFill>
                  <a:srgbClr val="484D67"/>
                </a:solidFill>
                <a:latin typeface="Helvetica Neue"/>
                <a:ea typeface="Helvetica Neue"/>
                <a:cs typeface="Helvetica Neue"/>
                <a:sym typeface="Helvetica Neue"/>
              </a:rPr>
              <a:t> // Digital Forward</a:t>
            </a:r>
            <a:endParaRPr b="1" i="0" sz="500" u="none" cap="none" strike="noStrike">
              <a:solidFill>
                <a:srgbClr val="484D67"/>
              </a:solidFill>
              <a:latin typeface="Helvetica Neue"/>
              <a:ea typeface="Helvetica Neue"/>
              <a:cs typeface="Helvetica Neue"/>
              <a:sym typeface="Helvetica Neue"/>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5" name="Shape 515"/>
        <p:cNvGrpSpPr/>
        <p:nvPr/>
      </p:nvGrpSpPr>
      <p:grpSpPr>
        <a:xfrm>
          <a:off x="0" y="0"/>
          <a:ext cx="0" cy="0"/>
          <a:chOff x="0" y="0"/>
          <a:chExt cx="0" cy="0"/>
        </a:xfrm>
      </p:grpSpPr>
      <p:sp>
        <p:nvSpPr>
          <p:cNvPr id="516" name="Google Shape;516;p46"/>
          <p:cNvSpPr/>
          <p:nvPr/>
        </p:nvSpPr>
        <p:spPr>
          <a:xfrm>
            <a:off x="319617" y="152400"/>
            <a:ext cx="1167900" cy="128700"/>
          </a:xfrm>
          <a:prstGeom prst="roundRect">
            <a:avLst>
              <a:gd fmla="val 50000" name="adj"/>
            </a:avLst>
          </a:prstGeom>
          <a:solidFill>
            <a:srgbClr val="484D6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pt-BR" sz="600" u="none" cap="none" strike="noStrike">
                <a:solidFill>
                  <a:srgbClr val="F2F2F2"/>
                </a:solidFill>
                <a:latin typeface="DM Sans Black"/>
                <a:ea typeface="DM Sans Black"/>
                <a:cs typeface="DM Sans Black"/>
                <a:sym typeface="DM Sans Black"/>
              </a:rPr>
              <a:t>Unilever | Operação </a:t>
            </a:r>
            <a:r>
              <a:rPr lang="pt-BR" sz="600">
                <a:solidFill>
                  <a:srgbClr val="F2F2F2"/>
                </a:solidFill>
                <a:latin typeface="DM Sans Black"/>
                <a:ea typeface="DM Sans Black"/>
                <a:cs typeface="DM Sans Black"/>
                <a:sym typeface="DM Sans Black"/>
              </a:rPr>
              <a:t>2026</a:t>
            </a:r>
            <a:endParaRPr b="0" i="0" sz="500" u="none" cap="none" strike="noStrike">
              <a:solidFill>
                <a:srgbClr val="000000"/>
              </a:solidFill>
              <a:latin typeface="DM Sans Black"/>
              <a:ea typeface="DM Sans Black"/>
              <a:cs typeface="DM Sans Black"/>
              <a:sym typeface="DM Sans Black"/>
            </a:endParaRPr>
          </a:p>
        </p:txBody>
      </p:sp>
      <p:sp>
        <p:nvSpPr>
          <p:cNvPr id="517" name="Google Shape;517;p46"/>
          <p:cNvSpPr/>
          <p:nvPr/>
        </p:nvSpPr>
        <p:spPr>
          <a:xfrm>
            <a:off x="152400" y="152401"/>
            <a:ext cx="129000" cy="128700"/>
          </a:xfrm>
          <a:prstGeom prst="ellipse">
            <a:avLst/>
          </a:prstGeom>
          <a:solidFill>
            <a:srgbClr val="14E6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518" name="Google Shape;518;p46"/>
          <p:cNvSpPr txBox="1"/>
          <p:nvPr/>
        </p:nvSpPr>
        <p:spPr>
          <a:xfrm>
            <a:off x="535500" y="461438"/>
            <a:ext cx="7732200" cy="411000"/>
          </a:xfrm>
          <a:prstGeom prst="rect">
            <a:avLst/>
          </a:prstGeom>
          <a:noFill/>
          <a:ln>
            <a:noFill/>
          </a:ln>
        </p:spPr>
        <p:txBody>
          <a:bodyPr anchorCtr="0" anchor="t" bIns="57225" lIns="57225" spcFirstLastPara="1" rIns="57225" wrap="square" tIns="57225">
            <a:spAutoFit/>
          </a:bodyPr>
          <a:lstStyle/>
          <a:p>
            <a:pPr indent="0" lvl="0" marL="0" marR="0" rtl="0" algn="l">
              <a:lnSpc>
                <a:spcPct val="80000"/>
              </a:lnSpc>
              <a:spcBef>
                <a:spcPts val="0"/>
              </a:spcBef>
              <a:spcAft>
                <a:spcPts val="0"/>
              </a:spcAft>
              <a:buClr>
                <a:srgbClr val="D3B7F7"/>
              </a:buClr>
              <a:buSzPts val="2800"/>
              <a:buFont typeface="Helvetica Neue"/>
              <a:buNone/>
            </a:pPr>
            <a:r>
              <a:rPr b="1" i="0" lang="pt-BR" sz="2400" u="none" cap="none" strike="noStrike">
                <a:solidFill>
                  <a:srgbClr val="14E6FC"/>
                </a:solidFill>
                <a:latin typeface="Helvetica Neue"/>
                <a:ea typeface="Helvetica Neue"/>
                <a:cs typeface="Helvetica Neue"/>
                <a:sym typeface="Helvetica Neue"/>
              </a:rPr>
              <a:t>Flashtalking | Discrepâncias</a:t>
            </a:r>
            <a:endParaRPr b="1" i="0" sz="2400" u="none" cap="none" strike="noStrike">
              <a:solidFill>
                <a:srgbClr val="14E6FC"/>
              </a:solidFill>
              <a:latin typeface="Helvetica Neue"/>
              <a:ea typeface="Helvetica Neue"/>
              <a:cs typeface="Helvetica Neue"/>
              <a:sym typeface="Helvetica Neue"/>
            </a:endParaRPr>
          </a:p>
        </p:txBody>
      </p:sp>
      <p:sp>
        <p:nvSpPr>
          <p:cNvPr id="519" name="Google Shape;519;p46"/>
          <p:cNvSpPr txBox="1"/>
          <p:nvPr>
            <p:ph idx="4294967295" type="body"/>
          </p:nvPr>
        </p:nvSpPr>
        <p:spPr>
          <a:xfrm>
            <a:off x="229650" y="1260763"/>
            <a:ext cx="4822500" cy="2622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A Flashtalking realiza a comparação dos dados quando a veiculação é compra direta com o porta;</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As discrepâncias acima de 10% na veiculação no Desktop e 20% no Mobile</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são analisadas para a Flashtalking detectar o motivo da mesma;</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O prazo para início da análise depende da cooperação do portal,</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mas normalmente é de 48h e a resolução do caso varia de acordo</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com a dificuldade encontrada.</a:t>
            </a:r>
            <a:endParaRPr sz="1000">
              <a:solidFill>
                <a:srgbClr val="494C67"/>
              </a:solidFill>
              <a:latin typeface="DM Sans"/>
              <a:ea typeface="DM Sans"/>
              <a:cs typeface="DM Sans"/>
              <a:sym typeface="DM Sans"/>
            </a:endParaRPr>
          </a:p>
        </p:txBody>
      </p:sp>
      <p:pic>
        <p:nvPicPr>
          <p:cNvPr descr="Tornado White.png" id="520" name="Google Shape;520;p46"/>
          <p:cNvPicPr preferRelativeResize="0"/>
          <p:nvPr/>
        </p:nvPicPr>
        <p:blipFill rotWithShape="1">
          <a:blip r:embed="rId3">
            <a:alphaModFix/>
          </a:blip>
          <a:srcRect b="0" l="0" r="0" t="0"/>
          <a:stretch/>
        </p:blipFill>
        <p:spPr>
          <a:xfrm>
            <a:off x="76199" y="383391"/>
            <a:ext cx="545413" cy="539109"/>
          </a:xfrm>
          <a:prstGeom prst="rect">
            <a:avLst/>
          </a:prstGeom>
          <a:noFill/>
          <a:ln>
            <a:noFill/>
          </a:ln>
        </p:spPr>
      </p:pic>
      <p:sp>
        <p:nvSpPr>
          <p:cNvPr id="521" name="Google Shape;521;p46"/>
          <p:cNvSpPr txBox="1"/>
          <p:nvPr/>
        </p:nvSpPr>
        <p:spPr>
          <a:xfrm>
            <a:off x="5508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l">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Stormx for Unilever</a:t>
            </a:r>
            <a:endParaRPr b="1" i="0" sz="500" u="none" cap="none" strike="noStrike">
              <a:solidFill>
                <a:srgbClr val="484D67"/>
              </a:solidFill>
              <a:latin typeface="Helvetica Neue"/>
              <a:ea typeface="Helvetica Neue"/>
              <a:cs typeface="Helvetica Neue"/>
              <a:sym typeface="Helvetica Neue"/>
            </a:endParaRPr>
          </a:p>
        </p:txBody>
      </p:sp>
      <p:sp>
        <p:nvSpPr>
          <p:cNvPr id="522" name="Google Shape;522;p46"/>
          <p:cNvSpPr txBox="1"/>
          <p:nvPr/>
        </p:nvSpPr>
        <p:spPr>
          <a:xfrm>
            <a:off x="689594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r">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All rights reserved to Stormx @</a:t>
            </a:r>
            <a:r>
              <a:rPr b="1" lang="pt-BR" sz="500">
                <a:solidFill>
                  <a:srgbClr val="484D67"/>
                </a:solidFill>
                <a:latin typeface="Helvetica Neue"/>
                <a:ea typeface="Helvetica Neue"/>
                <a:cs typeface="Helvetica Neue"/>
                <a:sym typeface="Helvetica Neue"/>
              </a:rPr>
              <a:t>2026</a:t>
            </a:r>
            <a:r>
              <a:rPr b="1" i="0" lang="pt-BR" sz="500" u="none" cap="none" strike="noStrike">
                <a:solidFill>
                  <a:srgbClr val="484D67"/>
                </a:solidFill>
                <a:latin typeface="Helvetica Neue"/>
                <a:ea typeface="Helvetica Neue"/>
                <a:cs typeface="Helvetica Neue"/>
                <a:sym typeface="Helvetica Neue"/>
              </a:rPr>
              <a:t> // Digital Forward</a:t>
            </a:r>
            <a:endParaRPr b="1" i="0" sz="500" u="none" cap="none" strike="noStrike">
              <a:solidFill>
                <a:srgbClr val="484D67"/>
              </a:solidFill>
              <a:latin typeface="Helvetica Neue"/>
              <a:ea typeface="Helvetica Neue"/>
              <a:cs typeface="Helvetica Neue"/>
              <a:sym typeface="Helvetica Neue"/>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6" name="Shape 526"/>
        <p:cNvGrpSpPr/>
        <p:nvPr/>
      </p:nvGrpSpPr>
      <p:grpSpPr>
        <a:xfrm>
          <a:off x="0" y="0"/>
          <a:ext cx="0" cy="0"/>
          <a:chOff x="0" y="0"/>
          <a:chExt cx="0" cy="0"/>
        </a:xfrm>
      </p:grpSpPr>
      <p:sp>
        <p:nvSpPr>
          <p:cNvPr id="527" name="Google Shape;527;p47"/>
          <p:cNvSpPr/>
          <p:nvPr/>
        </p:nvSpPr>
        <p:spPr>
          <a:xfrm>
            <a:off x="319617" y="152400"/>
            <a:ext cx="1167900" cy="128700"/>
          </a:xfrm>
          <a:prstGeom prst="roundRect">
            <a:avLst>
              <a:gd fmla="val 50000" name="adj"/>
            </a:avLst>
          </a:prstGeom>
          <a:solidFill>
            <a:srgbClr val="484D6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pt-BR" sz="600" u="none" cap="none" strike="noStrike">
                <a:solidFill>
                  <a:srgbClr val="F2F2F2"/>
                </a:solidFill>
                <a:latin typeface="DM Sans Black"/>
                <a:ea typeface="DM Sans Black"/>
                <a:cs typeface="DM Sans Black"/>
                <a:sym typeface="DM Sans Black"/>
              </a:rPr>
              <a:t>Unilever | Operação </a:t>
            </a:r>
            <a:r>
              <a:rPr lang="pt-BR" sz="600">
                <a:solidFill>
                  <a:srgbClr val="F2F2F2"/>
                </a:solidFill>
                <a:latin typeface="DM Sans Black"/>
                <a:ea typeface="DM Sans Black"/>
                <a:cs typeface="DM Sans Black"/>
                <a:sym typeface="DM Sans Black"/>
              </a:rPr>
              <a:t>2026</a:t>
            </a:r>
            <a:endParaRPr b="0" i="0" sz="500" u="none" cap="none" strike="noStrike">
              <a:solidFill>
                <a:srgbClr val="000000"/>
              </a:solidFill>
              <a:latin typeface="DM Sans Black"/>
              <a:ea typeface="DM Sans Black"/>
              <a:cs typeface="DM Sans Black"/>
              <a:sym typeface="DM Sans Black"/>
            </a:endParaRPr>
          </a:p>
        </p:txBody>
      </p:sp>
      <p:sp>
        <p:nvSpPr>
          <p:cNvPr id="528" name="Google Shape;528;p47"/>
          <p:cNvSpPr/>
          <p:nvPr/>
        </p:nvSpPr>
        <p:spPr>
          <a:xfrm>
            <a:off x="152400" y="152401"/>
            <a:ext cx="129000" cy="128700"/>
          </a:xfrm>
          <a:prstGeom prst="ellipse">
            <a:avLst/>
          </a:prstGeom>
          <a:solidFill>
            <a:srgbClr val="14E6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529" name="Google Shape;529;p47"/>
          <p:cNvSpPr txBox="1"/>
          <p:nvPr/>
        </p:nvSpPr>
        <p:spPr>
          <a:xfrm>
            <a:off x="535500" y="461438"/>
            <a:ext cx="7732200" cy="411000"/>
          </a:xfrm>
          <a:prstGeom prst="rect">
            <a:avLst/>
          </a:prstGeom>
          <a:noFill/>
          <a:ln>
            <a:noFill/>
          </a:ln>
        </p:spPr>
        <p:txBody>
          <a:bodyPr anchorCtr="0" anchor="t" bIns="57225" lIns="57225" spcFirstLastPara="1" rIns="57225" wrap="square" tIns="57225">
            <a:spAutoFit/>
          </a:bodyPr>
          <a:lstStyle/>
          <a:p>
            <a:pPr indent="0" lvl="0" marL="0" marR="0" rtl="0" algn="l">
              <a:lnSpc>
                <a:spcPct val="80000"/>
              </a:lnSpc>
              <a:spcBef>
                <a:spcPts val="0"/>
              </a:spcBef>
              <a:spcAft>
                <a:spcPts val="0"/>
              </a:spcAft>
              <a:buClr>
                <a:srgbClr val="D3B7F7"/>
              </a:buClr>
              <a:buSzPts val="2800"/>
              <a:buFont typeface="Helvetica Neue"/>
              <a:buNone/>
            </a:pPr>
            <a:r>
              <a:rPr b="1" i="0" lang="pt-BR" sz="2400" u="none" cap="none" strike="noStrike">
                <a:solidFill>
                  <a:srgbClr val="14E6FC"/>
                </a:solidFill>
                <a:latin typeface="Helvetica Neue"/>
                <a:ea typeface="Helvetica Neue"/>
                <a:cs typeface="Helvetica Neue"/>
                <a:sym typeface="Helvetica Neue"/>
              </a:rPr>
              <a:t>Flashtalking | Pontos Importantes</a:t>
            </a:r>
            <a:endParaRPr b="1" i="0" sz="2400" u="none" cap="none" strike="noStrike">
              <a:solidFill>
                <a:srgbClr val="14E6FC"/>
              </a:solidFill>
              <a:latin typeface="Helvetica Neue"/>
              <a:ea typeface="Helvetica Neue"/>
              <a:cs typeface="Helvetica Neue"/>
              <a:sym typeface="Helvetica Neue"/>
            </a:endParaRPr>
          </a:p>
        </p:txBody>
      </p:sp>
      <p:sp>
        <p:nvSpPr>
          <p:cNvPr id="530" name="Google Shape;530;p47"/>
          <p:cNvSpPr txBox="1"/>
          <p:nvPr>
            <p:ph idx="4294967295" type="body"/>
          </p:nvPr>
        </p:nvSpPr>
        <p:spPr>
          <a:xfrm>
            <a:off x="229650" y="1260763"/>
            <a:ext cx="5441700" cy="2622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Cada campanha deve ter uma thread do ADP e todas as solicitações para as campanhas devem ser realizadas nas respectivas threads para uma organização melhor e dessa forma é possível manter os históricos de solicitações;</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Quando a entrega do placement for por Tag, a criação das peças devem seguir as specs da Flashtalking;</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Quando a entrega do placement for por Tracking, a criação das peças devem seguir</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as specs do Publisher;</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Caso haja alguma dúvida se o formato para a campanha deve seguir por Tag ou Tracking, podem questionar o time de CS Flashtalking sobre;</a:t>
            </a:r>
            <a:endParaRPr sz="1000">
              <a:solidFill>
                <a:srgbClr val="494C67"/>
              </a:solidFill>
              <a:latin typeface="DM Sans"/>
              <a:ea typeface="DM Sans"/>
              <a:cs typeface="DM Sans"/>
              <a:sym typeface="DM Sans"/>
            </a:endParaRPr>
          </a:p>
        </p:txBody>
      </p:sp>
      <p:pic>
        <p:nvPicPr>
          <p:cNvPr descr="Tornado White.png" id="531" name="Google Shape;531;p47"/>
          <p:cNvPicPr preferRelativeResize="0"/>
          <p:nvPr/>
        </p:nvPicPr>
        <p:blipFill rotWithShape="1">
          <a:blip r:embed="rId3">
            <a:alphaModFix/>
          </a:blip>
          <a:srcRect b="0" l="0" r="0" t="0"/>
          <a:stretch/>
        </p:blipFill>
        <p:spPr>
          <a:xfrm>
            <a:off x="76199" y="383391"/>
            <a:ext cx="545413" cy="539109"/>
          </a:xfrm>
          <a:prstGeom prst="rect">
            <a:avLst/>
          </a:prstGeom>
          <a:noFill/>
          <a:ln>
            <a:noFill/>
          </a:ln>
        </p:spPr>
      </p:pic>
      <p:sp>
        <p:nvSpPr>
          <p:cNvPr id="532" name="Google Shape;532;p47"/>
          <p:cNvSpPr txBox="1"/>
          <p:nvPr/>
        </p:nvSpPr>
        <p:spPr>
          <a:xfrm>
            <a:off x="5508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l">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Stormx for Unilever</a:t>
            </a:r>
            <a:endParaRPr b="1" i="0" sz="500" u="none" cap="none" strike="noStrike">
              <a:solidFill>
                <a:srgbClr val="484D67"/>
              </a:solidFill>
              <a:latin typeface="Helvetica Neue"/>
              <a:ea typeface="Helvetica Neue"/>
              <a:cs typeface="Helvetica Neue"/>
              <a:sym typeface="Helvetica Neue"/>
            </a:endParaRPr>
          </a:p>
        </p:txBody>
      </p:sp>
      <p:sp>
        <p:nvSpPr>
          <p:cNvPr id="533" name="Google Shape;533;p47"/>
          <p:cNvSpPr txBox="1"/>
          <p:nvPr/>
        </p:nvSpPr>
        <p:spPr>
          <a:xfrm>
            <a:off x="689594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r">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All rights reserved to Stormx @</a:t>
            </a:r>
            <a:r>
              <a:rPr b="1" lang="pt-BR" sz="500">
                <a:solidFill>
                  <a:srgbClr val="484D67"/>
                </a:solidFill>
                <a:latin typeface="Helvetica Neue"/>
                <a:ea typeface="Helvetica Neue"/>
                <a:cs typeface="Helvetica Neue"/>
                <a:sym typeface="Helvetica Neue"/>
              </a:rPr>
              <a:t>2026</a:t>
            </a:r>
            <a:r>
              <a:rPr b="1" i="0" lang="pt-BR" sz="500" u="none" cap="none" strike="noStrike">
                <a:solidFill>
                  <a:srgbClr val="484D67"/>
                </a:solidFill>
                <a:latin typeface="Helvetica Neue"/>
                <a:ea typeface="Helvetica Neue"/>
                <a:cs typeface="Helvetica Neue"/>
                <a:sym typeface="Helvetica Neue"/>
              </a:rPr>
              <a:t> // Digital Forward</a:t>
            </a:r>
            <a:endParaRPr b="1" i="0" sz="500" u="none" cap="none" strike="noStrike">
              <a:solidFill>
                <a:srgbClr val="484D67"/>
              </a:solidFill>
              <a:latin typeface="Helvetica Neue"/>
              <a:ea typeface="Helvetica Neue"/>
              <a:cs typeface="Helvetica Neue"/>
              <a:sym typeface="Helvetica Neue"/>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7" name="Shape 537"/>
        <p:cNvGrpSpPr/>
        <p:nvPr/>
      </p:nvGrpSpPr>
      <p:grpSpPr>
        <a:xfrm>
          <a:off x="0" y="0"/>
          <a:ext cx="0" cy="0"/>
          <a:chOff x="0" y="0"/>
          <a:chExt cx="0" cy="0"/>
        </a:xfrm>
      </p:grpSpPr>
      <p:sp>
        <p:nvSpPr>
          <p:cNvPr id="538" name="Google Shape;538;p48"/>
          <p:cNvSpPr/>
          <p:nvPr/>
        </p:nvSpPr>
        <p:spPr>
          <a:xfrm>
            <a:off x="319617" y="152400"/>
            <a:ext cx="1167900" cy="128700"/>
          </a:xfrm>
          <a:prstGeom prst="roundRect">
            <a:avLst>
              <a:gd fmla="val 50000" name="adj"/>
            </a:avLst>
          </a:prstGeom>
          <a:solidFill>
            <a:srgbClr val="484D6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pt-BR" sz="600" u="none" cap="none" strike="noStrike">
                <a:solidFill>
                  <a:srgbClr val="F2F2F2"/>
                </a:solidFill>
                <a:latin typeface="DM Sans Black"/>
                <a:ea typeface="DM Sans Black"/>
                <a:cs typeface="DM Sans Black"/>
                <a:sym typeface="DM Sans Black"/>
              </a:rPr>
              <a:t>Unilever | Operação </a:t>
            </a:r>
            <a:r>
              <a:rPr lang="pt-BR" sz="600">
                <a:solidFill>
                  <a:srgbClr val="F2F2F2"/>
                </a:solidFill>
                <a:latin typeface="DM Sans Black"/>
                <a:ea typeface="DM Sans Black"/>
                <a:cs typeface="DM Sans Black"/>
                <a:sym typeface="DM Sans Black"/>
              </a:rPr>
              <a:t>2026</a:t>
            </a:r>
            <a:endParaRPr b="0" i="0" sz="500" u="none" cap="none" strike="noStrike">
              <a:solidFill>
                <a:srgbClr val="000000"/>
              </a:solidFill>
              <a:latin typeface="DM Sans Black"/>
              <a:ea typeface="DM Sans Black"/>
              <a:cs typeface="DM Sans Black"/>
              <a:sym typeface="DM Sans Black"/>
            </a:endParaRPr>
          </a:p>
        </p:txBody>
      </p:sp>
      <p:sp>
        <p:nvSpPr>
          <p:cNvPr id="539" name="Google Shape;539;p48"/>
          <p:cNvSpPr/>
          <p:nvPr/>
        </p:nvSpPr>
        <p:spPr>
          <a:xfrm>
            <a:off x="152400" y="152401"/>
            <a:ext cx="129000" cy="128700"/>
          </a:xfrm>
          <a:prstGeom prst="ellipse">
            <a:avLst/>
          </a:prstGeom>
          <a:solidFill>
            <a:srgbClr val="14E6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540" name="Google Shape;540;p48"/>
          <p:cNvSpPr txBox="1"/>
          <p:nvPr/>
        </p:nvSpPr>
        <p:spPr>
          <a:xfrm>
            <a:off x="535500" y="461438"/>
            <a:ext cx="7732200" cy="411000"/>
          </a:xfrm>
          <a:prstGeom prst="rect">
            <a:avLst/>
          </a:prstGeom>
          <a:noFill/>
          <a:ln>
            <a:noFill/>
          </a:ln>
        </p:spPr>
        <p:txBody>
          <a:bodyPr anchorCtr="0" anchor="t" bIns="57225" lIns="57225" spcFirstLastPara="1" rIns="57225" wrap="square" tIns="57225">
            <a:spAutoFit/>
          </a:bodyPr>
          <a:lstStyle/>
          <a:p>
            <a:pPr indent="0" lvl="0" marL="0" marR="0" rtl="0" algn="l">
              <a:lnSpc>
                <a:spcPct val="80000"/>
              </a:lnSpc>
              <a:spcBef>
                <a:spcPts val="0"/>
              </a:spcBef>
              <a:spcAft>
                <a:spcPts val="0"/>
              </a:spcAft>
              <a:buClr>
                <a:srgbClr val="D3B7F7"/>
              </a:buClr>
              <a:buSzPts val="2800"/>
              <a:buFont typeface="Helvetica Neue"/>
              <a:buNone/>
            </a:pPr>
            <a:r>
              <a:rPr b="1" i="0" lang="pt-BR" sz="2400" u="none" cap="none" strike="noStrike">
                <a:solidFill>
                  <a:srgbClr val="14E6FC"/>
                </a:solidFill>
                <a:latin typeface="Helvetica Neue"/>
                <a:ea typeface="Helvetica Neue"/>
                <a:cs typeface="Helvetica Neue"/>
                <a:sym typeface="Helvetica Neue"/>
              </a:rPr>
              <a:t>Flashtalking | Pontos Importantes</a:t>
            </a:r>
            <a:endParaRPr b="1" i="0" sz="2400" u="none" cap="none" strike="noStrike">
              <a:solidFill>
                <a:srgbClr val="14E6FC"/>
              </a:solidFill>
              <a:latin typeface="Helvetica Neue"/>
              <a:ea typeface="Helvetica Neue"/>
              <a:cs typeface="Helvetica Neue"/>
              <a:sym typeface="Helvetica Neue"/>
            </a:endParaRPr>
          </a:p>
        </p:txBody>
      </p:sp>
      <p:sp>
        <p:nvSpPr>
          <p:cNvPr id="541" name="Google Shape;541;p48"/>
          <p:cNvSpPr txBox="1"/>
          <p:nvPr>
            <p:ph idx="4294967295" type="body"/>
          </p:nvPr>
        </p:nvSpPr>
        <p:spPr>
          <a:xfrm>
            <a:off x="229650" y="1260763"/>
            <a:ext cx="5441700" cy="2622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Para Social somente é aceito cantadores, mas para as demais veiculações deve se priorizar a veiculação via TAG;</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Nada deve ser veiculado sem a TAG ou CONTADOR da Flashtalking sem a autorização</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do cliente, uma vez que a Flashtalking tem de entregar os dados auditados para o cliente;</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Sempre manter o e-mail unilever.as@adsmovil.com para todas as solicitações. Dessa forma toda a equipe do time de CS estará na cópia dos e-mails.</a:t>
            </a:r>
            <a:endParaRPr sz="1000">
              <a:solidFill>
                <a:srgbClr val="494C67"/>
              </a:solidFill>
              <a:latin typeface="DM Sans"/>
              <a:ea typeface="DM Sans"/>
              <a:cs typeface="DM Sans"/>
              <a:sym typeface="DM Sans"/>
            </a:endParaRPr>
          </a:p>
        </p:txBody>
      </p:sp>
      <p:pic>
        <p:nvPicPr>
          <p:cNvPr descr="Tornado White.png" id="542" name="Google Shape;542;p48"/>
          <p:cNvPicPr preferRelativeResize="0"/>
          <p:nvPr/>
        </p:nvPicPr>
        <p:blipFill rotWithShape="1">
          <a:blip r:embed="rId3">
            <a:alphaModFix/>
          </a:blip>
          <a:srcRect b="0" l="0" r="0" t="0"/>
          <a:stretch/>
        </p:blipFill>
        <p:spPr>
          <a:xfrm>
            <a:off x="76199" y="383391"/>
            <a:ext cx="545413" cy="539109"/>
          </a:xfrm>
          <a:prstGeom prst="rect">
            <a:avLst/>
          </a:prstGeom>
          <a:noFill/>
          <a:ln>
            <a:noFill/>
          </a:ln>
        </p:spPr>
      </p:pic>
      <p:sp>
        <p:nvSpPr>
          <p:cNvPr id="543" name="Google Shape;543;p48"/>
          <p:cNvSpPr txBox="1"/>
          <p:nvPr/>
        </p:nvSpPr>
        <p:spPr>
          <a:xfrm>
            <a:off x="5508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l">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Stormx for Unilever</a:t>
            </a:r>
            <a:endParaRPr b="1" i="0" sz="500" u="none" cap="none" strike="noStrike">
              <a:solidFill>
                <a:srgbClr val="484D67"/>
              </a:solidFill>
              <a:latin typeface="Helvetica Neue"/>
              <a:ea typeface="Helvetica Neue"/>
              <a:cs typeface="Helvetica Neue"/>
              <a:sym typeface="Helvetica Neue"/>
            </a:endParaRPr>
          </a:p>
        </p:txBody>
      </p:sp>
      <p:sp>
        <p:nvSpPr>
          <p:cNvPr id="544" name="Google Shape;544;p48"/>
          <p:cNvSpPr txBox="1"/>
          <p:nvPr/>
        </p:nvSpPr>
        <p:spPr>
          <a:xfrm>
            <a:off x="689594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r">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All rights reserved to Stormx @</a:t>
            </a:r>
            <a:r>
              <a:rPr b="1" lang="pt-BR" sz="500">
                <a:solidFill>
                  <a:srgbClr val="484D67"/>
                </a:solidFill>
                <a:latin typeface="Helvetica Neue"/>
                <a:ea typeface="Helvetica Neue"/>
                <a:cs typeface="Helvetica Neue"/>
                <a:sym typeface="Helvetica Neue"/>
              </a:rPr>
              <a:t>2026</a:t>
            </a:r>
            <a:r>
              <a:rPr b="1" i="0" lang="pt-BR" sz="500" u="none" cap="none" strike="noStrike">
                <a:solidFill>
                  <a:srgbClr val="484D67"/>
                </a:solidFill>
                <a:latin typeface="Helvetica Neue"/>
                <a:ea typeface="Helvetica Neue"/>
                <a:cs typeface="Helvetica Neue"/>
                <a:sym typeface="Helvetica Neue"/>
              </a:rPr>
              <a:t> // Digital Forward</a:t>
            </a:r>
            <a:endParaRPr b="1" i="0" sz="500" u="none" cap="none" strike="noStrike">
              <a:solidFill>
                <a:srgbClr val="484D67"/>
              </a:solidFill>
              <a:latin typeface="Helvetica Neue"/>
              <a:ea typeface="Helvetica Neue"/>
              <a:cs typeface="Helvetica Neue"/>
              <a:sym typeface="Helvetica Neue"/>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8" name="Shape 548"/>
        <p:cNvGrpSpPr/>
        <p:nvPr/>
      </p:nvGrpSpPr>
      <p:grpSpPr>
        <a:xfrm>
          <a:off x="0" y="0"/>
          <a:ext cx="0" cy="0"/>
          <a:chOff x="0" y="0"/>
          <a:chExt cx="0" cy="0"/>
        </a:xfrm>
      </p:grpSpPr>
      <p:sp>
        <p:nvSpPr>
          <p:cNvPr id="549" name="Google Shape;549;p49"/>
          <p:cNvSpPr/>
          <p:nvPr/>
        </p:nvSpPr>
        <p:spPr>
          <a:xfrm>
            <a:off x="319617" y="152400"/>
            <a:ext cx="1167900" cy="128700"/>
          </a:xfrm>
          <a:prstGeom prst="roundRect">
            <a:avLst>
              <a:gd fmla="val 50000" name="adj"/>
            </a:avLst>
          </a:prstGeom>
          <a:solidFill>
            <a:srgbClr val="484D6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pt-BR" sz="600" u="none" cap="none" strike="noStrike">
                <a:solidFill>
                  <a:srgbClr val="F2F2F2"/>
                </a:solidFill>
                <a:latin typeface="DM Sans Black"/>
                <a:ea typeface="DM Sans Black"/>
                <a:cs typeface="DM Sans Black"/>
                <a:sym typeface="DM Sans Black"/>
              </a:rPr>
              <a:t>Unilever | Operação </a:t>
            </a:r>
            <a:r>
              <a:rPr lang="pt-BR" sz="600">
                <a:solidFill>
                  <a:srgbClr val="F2F2F2"/>
                </a:solidFill>
                <a:latin typeface="DM Sans Black"/>
                <a:ea typeface="DM Sans Black"/>
                <a:cs typeface="DM Sans Black"/>
                <a:sym typeface="DM Sans Black"/>
              </a:rPr>
              <a:t>2026</a:t>
            </a:r>
            <a:endParaRPr b="0" i="0" sz="500" u="none" cap="none" strike="noStrike">
              <a:solidFill>
                <a:srgbClr val="000000"/>
              </a:solidFill>
              <a:latin typeface="DM Sans Black"/>
              <a:ea typeface="DM Sans Black"/>
              <a:cs typeface="DM Sans Black"/>
              <a:sym typeface="DM Sans Black"/>
            </a:endParaRPr>
          </a:p>
        </p:txBody>
      </p:sp>
      <p:sp>
        <p:nvSpPr>
          <p:cNvPr id="550" name="Google Shape;550;p49"/>
          <p:cNvSpPr/>
          <p:nvPr/>
        </p:nvSpPr>
        <p:spPr>
          <a:xfrm>
            <a:off x="152400" y="152401"/>
            <a:ext cx="129000" cy="128700"/>
          </a:xfrm>
          <a:prstGeom prst="ellipse">
            <a:avLst/>
          </a:prstGeom>
          <a:solidFill>
            <a:srgbClr val="14E6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551" name="Google Shape;551;p49"/>
          <p:cNvSpPr txBox="1"/>
          <p:nvPr/>
        </p:nvSpPr>
        <p:spPr>
          <a:xfrm>
            <a:off x="535500" y="461438"/>
            <a:ext cx="7732200" cy="411000"/>
          </a:xfrm>
          <a:prstGeom prst="rect">
            <a:avLst/>
          </a:prstGeom>
          <a:noFill/>
          <a:ln>
            <a:noFill/>
          </a:ln>
        </p:spPr>
        <p:txBody>
          <a:bodyPr anchorCtr="0" anchor="t" bIns="57225" lIns="57225" spcFirstLastPara="1" rIns="57225" wrap="square" tIns="57225">
            <a:spAutoFit/>
          </a:bodyPr>
          <a:lstStyle/>
          <a:p>
            <a:pPr indent="0" lvl="0" marL="0" marR="0" rtl="0" algn="l">
              <a:lnSpc>
                <a:spcPct val="80000"/>
              </a:lnSpc>
              <a:spcBef>
                <a:spcPts val="0"/>
              </a:spcBef>
              <a:spcAft>
                <a:spcPts val="0"/>
              </a:spcAft>
              <a:buClr>
                <a:srgbClr val="D3B7F7"/>
              </a:buClr>
              <a:buSzPts val="2800"/>
              <a:buFont typeface="Helvetica Neue"/>
              <a:buNone/>
            </a:pPr>
            <a:r>
              <a:rPr b="1" i="0" lang="pt-BR" sz="2400" u="none" cap="none" strike="noStrike">
                <a:solidFill>
                  <a:srgbClr val="14E6FC"/>
                </a:solidFill>
                <a:latin typeface="Helvetica Neue"/>
                <a:ea typeface="Helvetica Neue"/>
                <a:cs typeface="Helvetica Neue"/>
                <a:sym typeface="Helvetica Neue"/>
              </a:rPr>
              <a:t>Flashtalking | Horário de Funcionamento</a:t>
            </a:r>
            <a:endParaRPr b="1" i="0" sz="2400" u="none" cap="none" strike="noStrike">
              <a:solidFill>
                <a:srgbClr val="14E6FC"/>
              </a:solidFill>
              <a:latin typeface="Helvetica Neue"/>
              <a:ea typeface="Helvetica Neue"/>
              <a:cs typeface="Helvetica Neue"/>
              <a:sym typeface="Helvetica Neue"/>
            </a:endParaRPr>
          </a:p>
        </p:txBody>
      </p:sp>
      <p:sp>
        <p:nvSpPr>
          <p:cNvPr id="552" name="Google Shape;552;p49"/>
          <p:cNvSpPr txBox="1"/>
          <p:nvPr>
            <p:ph idx="4294967295" type="body"/>
          </p:nvPr>
        </p:nvSpPr>
        <p:spPr>
          <a:xfrm>
            <a:off x="229650" y="1260763"/>
            <a:ext cx="5441700" cy="2622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O atendimento e operação funciona das 10h às 19h de segunda a sexta-feira.</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Solicitações enviadas entre 17h e 19h serão analisadas ou no mesmo dia,</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ou no dia seguinte (primeiro horário) de acordo com a fila de solicitações. Para casos</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e solicitações urgentes, é importante que sinalizem a Flashtalking com o máximo</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de antecedência possível para que se organizem internamente e consigam realizar</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o atendimento e suporte necessário.</a:t>
            </a:r>
            <a:endParaRPr sz="1000">
              <a:solidFill>
                <a:srgbClr val="494C67"/>
              </a:solidFill>
              <a:latin typeface="DM Sans"/>
              <a:ea typeface="DM Sans"/>
              <a:cs typeface="DM Sans"/>
              <a:sym typeface="DM Sans"/>
            </a:endParaRPr>
          </a:p>
        </p:txBody>
      </p:sp>
      <p:pic>
        <p:nvPicPr>
          <p:cNvPr descr="Tornado White.png" id="553" name="Google Shape;553;p49"/>
          <p:cNvPicPr preferRelativeResize="0"/>
          <p:nvPr/>
        </p:nvPicPr>
        <p:blipFill rotWithShape="1">
          <a:blip r:embed="rId3">
            <a:alphaModFix/>
          </a:blip>
          <a:srcRect b="0" l="0" r="0" t="0"/>
          <a:stretch/>
        </p:blipFill>
        <p:spPr>
          <a:xfrm>
            <a:off x="76199" y="383391"/>
            <a:ext cx="545413" cy="539109"/>
          </a:xfrm>
          <a:prstGeom prst="rect">
            <a:avLst/>
          </a:prstGeom>
          <a:noFill/>
          <a:ln>
            <a:noFill/>
          </a:ln>
        </p:spPr>
      </p:pic>
      <p:sp>
        <p:nvSpPr>
          <p:cNvPr id="554" name="Google Shape;554;p49"/>
          <p:cNvSpPr txBox="1"/>
          <p:nvPr/>
        </p:nvSpPr>
        <p:spPr>
          <a:xfrm>
            <a:off x="5508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l">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Stormx for Unilever</a:t>
            </a:r>
            <a:endParaRPr b="1" i="0" sz="500" u="none" cap="none" strike="noStrike">
              <a:solidFill>
                <a:srgbClr val="484D67"/>
              </a:solidFill>
              <a:latin typeface="Helvetica Neue"/>
              <a:ea typeface="Helvetica Neue"/>
              <a:cs typeface="Helvetica Neue"/>
              <a:sym typeface="Helvetica Neue"/>
            </a:endParaRPr>
          </a:p>
        </p:txBody>
      </p:sp>
      <p:sp>
        <p:nvSpPr>
          <p:cNvPr id="555" name="Google Shape;555;p49"/>
          <p:cNvSpPr txBox="1"/>
          <p:nvPr/>
        </p:nvSpPr>
        <p:spPr>
          <a:xfrm>
            <a:off x="689594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r">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All rights reserved to Stormx @</a:t>
            </a:r>
            <a:r>
              <a:rPr b="1" lang="pt-BR" sz="500">
                <a:solidFill>
                  <a:srgbClr val="484D67"/>
                </a:solidFill>
                <a:latin typeface="Helvetica Neue"/>
                <a:ea typeface="Helvetica Neue"/>
                <a:cs typeface="Helvetica Neue"/>
                <a:sym typeface="Helvetica Neue"/>
              </a:rPr>
              <a:t>2026</a:t>
            </a:r>
            <a:r>
              <a:rPr b="1" i="0" lang="pt-BR" sz="500" u="none" cap="none" strike="noStrike">
                <a:solidFill>
                  <a:srgbClr val="484D67"/>
                </a:solidFill>
                <a:latin typeface="Helvetica Neue"/>
                <a:ea typeface="Helvetica Neue"/>
                <a:cs typeface="Helvetica Neue"/>
                <a:sym typeface="Helvetica Neue"/>
              </a:rPr>
              <a:t> // Digital Forward</a:t>
            </a:r>
            <a:endParaRPr b="1" i="0" sz="500" u="none" cap="none" strike="noStrike">
              <a:solidFill>
                <a:srgbClr val="484D67"/>
              </a:solidFill>
              <a:latin typeface="Helvetica Neue"/>
              <a:ea typeface="Helvetica Neue"/>
              <a:cs typeface="Helvetica Neue"/>
              <a:sym typeface="Helvetica Neue"/>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9" name="Shape 559"/>
        <p:cNvGrpSpPr/>
        <p:nvPr/>
      </p:nvGrpSpPr>
      <p:grpSpPr>
        <a:xfrm>
          <a:off x="0" y="0"/>
          <a:ext cx="0" cy="0"/>
          <a:chOff x="0" y="0"/>
          <a:chExt cx="0" cy="0"/>
        </a:xfrm>
      </p:grpSpPr>
      <p:sp>
        <p:nvSpPr>
          <p:cNvPr id="560" name="Google Shape;560;p50"/>
          <p:cNvSpPr/>
          <p:nvPr/>
        </p:nvSpPr>
        <p:spPr>
          <a:xfrm>
            <a:off x="319617" y="152400"/>
            <a:ext cx="1167900" cy="128700"/>
          </a:xfrm>
          <a:prstGeom prst="roundRect">
            <a:avLst>
              <a:gd fmla="val 50000" name="adj"/>
            </a:avLst>
          </a:prstGeom>
          <a:solidFill>
            <a:srgbClr val="484D6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pt-BR" sz="600" u="none" cap="none" strike="noStrike">
                <a:solidFill>
                  <a:srgbClr val="F2F2F2"/>
                </a:solidFill>
                <a:latin typeface="DM Sans Black"/>
                <a:ea typeface="DM Sans Black"/>
                <a:cs typeface="DM Sans Black"/>
                <a:sym typeface="DM Sans Black"/>
              </a:rPr>
              <a:t>Unilever | Operação </a:t>
            </a:r>
            <a:r>
              <a:rPr lang="pt-BR" sz="600">
                <a:solidFill>
                  <a:srgbClr val="F2F2F2"/>
                </a:solidFill>
                <a:latin typeface="DM Sans Black"/>
                <a:ea typeface="DM Sans Black"/>
                <a:cs typeface="DM Sans Black"/>
                <a:sym typeface="DM Sans Black"/>
              </a:rPr>
              <a:t>2026</a:t>
            </a:r>
            <a:endParaRPr b="0" i="0" sz="500" u="none" cap="none" strike="noStrike">
              <a:solidFill>
                <a:srgbClr val="000000"/>
              </a:solidFill>
              <a:latin typeface="DM Sans Black"/>
              <a:ea typeface="DM Sans Black"/>
              <a:cs typeface="DM Sans Black"/>
              <a:sym typeface="DM Sans Black"/>
            </a:endParaRPr>
          </a:p>
        </p:txBody>
      </p:sp>
      <p:sp>
        <p:nvSpPr>
          <p:cNvPr id="561" name="Google Shape;561;p50"/>
          <p:cNvSpPr/>
          <p:nvPr/>
        </p:nvSpPr>
        <p:spPr>
          <a:xfrm>
            <a:off x="152400" y="152401"/>
            <a:ext cx="129000" cy="128700"/>
          </a:xfrm>
          <a:prstGeom prst="ellipse">
            <a:avLst/>
          </a:prstGeom>
          <a:solidFill>
            <a:srgbClr val="14E6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562" name="Google Shape;562;p50"/>
          <p:cNvSpPr txBox="1"/>
          <p:nvPr/>
        </p:nvSpPr>
        <p:spPr>
          <a:xfrm>
            <a:off x="535500" y="461438"/>
            <a:ext cx="7281900" cy="706800"/>
          </a:xfrm>
          <a:prstGeom prst="rect">
            <a:avLst/>
          </a:prstGeom>
          <a:noFill/>
          <a:ln>
            <a:noFill/>
          </a:ln>
        </p:spPr>
        <p:txBody>
          <a:bodyPr anchorCtr="0" anchor="t" bIns="57225" lIns="57225" spcFirstLastPara="1" rIns="57225" wrap="square" tIns="57225">
            <a:spAutoFit/>
          </a:bodyPr>
          <a:lstStyle/>
          <a:p>
            <a:pPr indent="0" lvl="0" marL="0" marR="0" rtl="0" algn="l">
              <a:lnSpc>
                <a:spcPct val="80000"/>
              </a:lnSpc>
              <a:spcBef>
                <a:spcPts val="0"/>
              </a:spcBef>
              <a:spcAft>
                <a:spcPts val="0"/>
              </a:spcAft>
              <a:buClr>
                <a:srgbClr val="D3B7F7"/>
              </a:buClr>
              <a:buSzPts val="2800"/>
              <a:buFont typeface="Helvetica Neue"/>
              <a:buNone/>
            </a:pPr>
            <a:r>
              <a:rPr b="1" i="0" lang="pt-BR" sz="2400" u="none" cap="none" strike="noStrike">
                <a:solidFill>
                  <a:srgbClr val="14E6FC"/>
                </a:solidFill>
                <a:latin typeface="Helvetica Neue"/>
                <a:ea typeface="Helvetica Neue"/>
                <a:cs typeface="Helvetica Neue"/>
                <a:sym typeface="Helvetica Neue"/>
              </a:rPr>
              <a:t>Flashtalking | Validação e upload de materiais publicitários</a:t>
            </a:r>
            <a:endParaRPr b="1" i="0" sz="2400" u="none" cap="none" strike="noStrike">
              <a:solidFill>
                <a:srgbClr val="14E6FC"/>
              </a:solidFill>
              <a:latin typeface="Helvetica Neue"/>
              <a:ea typeface="Helvetica Neue"/>
              <a:cs typeface="Helvetica Neue"/>
              <a:sym typeface="Helvetica Neue"/>
            </a:endParaRPr>
          </a:p>
        </p:txBody>
      </p:sp>
      <p:sp>
        <p:nvSpPr>
          <p:cNvPr id="563" name="Google Shape;563;p50"/>
          <p:cNvSpPr txBox="1"/>
          <p:nvPr>
            <p:ph idx="4294967295" type="body"/>
          </p:nvPr>
        </p:nvSpPr>
        <p:spPr>
          <a:xfrm>
            <a:off x="229650" y="1260763"/>
            <a:ext cx="7397700" cy="2622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Todos os materiais devem ser enviados respeitando as especificações técnicas de nosso sistema, e as especificações</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do site onde a campanha será veiculada.</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Black"/>
                <a:ea typeface="DM Sans Black"/>
                <a:cs typeface="DM Sans Black"/>
                <a:sym typeface="DM Sans Black"/>
              </a:rPr>
              <a:t>Prazo: </a:t>
            </a:r>
            <a:r>
              <a:rPr lang="pt-BR" sz="1000">
                <a:solidFill>
                  <a:srgbClr val="494C67"/>
                </a:solidFill>
                <a:latin typeface="DM Sans"/>
                <a:ea typeface="DM Sans"/>
                <a:cs typeface="DM Sans"/>
                <a:sym typeface="DM Sans"/>
              </a:rPr>
              <a:t>O prazo para validação e upload de peças é de 48h (dias úteis), desde que estejam dentro das especificações técnicas e de arte. Correções serão enviadas de volta à agência, e cada envio de atualizações um novo prazo se inicia.</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A viabilidade e prazo final serão determinadas após análise de requisição.</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Black"/>
                <a:ea typeface="DM Sans Black"/>
                <a:cs typeface="DM Sans Black"/>
                <a:sym typeface="DM Sans Black"/>
              </a:rPr>
              <a:t>Contatos: </a:t>
            </a:r>
            <a:r>
              <a:rPr lang="pt-BR" sz="1000">
                <a:solidFill>
                  <a:srgbClr val="494C67"/>
                </a:solidFill>
                <a:latin typeface="DM Sans"/>
                <a:ea typeface="DM Sans"/>
                <a:cs typeface="DM Sans"/>
                <a:sym typeface="DM Sans"/>
              </a:rPr>
              <a:t>Dúvidas referentes a assuntos técnicos devem ser direcionados ao creative.as@adsmovil.com. O prazo para resposta é de 4h úteis.</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Black"/>
                <a:ea typeface="DM Sans Black"/>
                <a:cs typeface="DM Sans Black"/>
                <a:sym typeface="DM Sans Black"/>
              </a:rPr>
              <a:t>Importante: </a:t>
            </a:r>
            <a:r>
              <a:rPr lang="pt-BR" sz="1000">
                <a:solidFill>
                  <a:srgbClr val="494C67"/>
                </a:solidFill>
                <a:latin typeface="DM Sans"/>
                <a:ea typeface="DM Sans"/>
                <a:cs typeface="DM Sans"/>
                <a:sym typeface="DM Sans"/>
              </a:rPr>
              <a:t>O time criativo não tem responsabilidade e não faz nenhum tipo de validação da arte ou animação da peça que já foi aprovada pelo cliente e nenhum tipo de alteração neste sentido.</a:t>
            </a:r>
            <a:endParaRPr sz="1000">
              <a:solidFill>
                <a:srgbClr val="494C67"/>
              </a:solidFill>
              <a:latin typeface="DM Sans"/>
              <a:ea typeface="DM Sans"/>
              <a:cs typeface="DM Sans"/>
              <a:sym typeface="DM Sans"/>
            </a:endParaRPr>
          </a:p>
        </p:txBody>
      </p:sp>
      <p:pic>
        <p:nvPicPr>
          <p:cNvPr descr="Tornado White.png" id="564" name="Google Shape;564;p50"/>
          <p:cNvPicPr preferRelativeResize="0"/>
          <p:nvPr/>
        </p:nvPicPr>
        <p:blipFill rotWithShape="1">
          <a:blip r:embed="rId3">
            <a:alphaModFix/>
          </a:blip>
          <a:srcRect b="0" l="0" r="0" t="0"/>
          <a:stretch/>
        </p:blipFill>
        <p:spPr>
          <a:xfrm>
            <a:off x="76199" y="383391"/>
            <a:ext cx="545413" cy="539109"/>
          </a:xfrm>
          <a:prstGeom prst="rect">
            <a:avLst/>
          </a:prstGeom>
          <a:noFill/>
          <a:ln>
            <a:noFill/>
          </a:ln>
        </p:spPr>
      </p:pic>
      <p:sp>
        <p:nvSpPr>
          <p:cNvPr id="565" name="Google Shape;565;p50"/>
          <p:cNvSpPr txBox="1"/>
          <p:nvPr/>
        </p:nvSpPr>
        <p:spPr>
          <a:xfrm>
            <a:off x="5508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l">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Stormx for Unilever</a:t>
            </a:r>
            <a:endParaRPr b="1" i="0" sz="500" u="none" cap="none" strike="noStrike">
              <a:solidFill>
                <a:srgbClr val="484D67"/>
              </a:solidFill>
              <a:latin typeface="Helvetica Neue"/>
              <a:ea typeface="Helvetica Neue"/>
              <a:cs typeface="Helvetica Neue"/>
              <a:sym typeface="Helvetica Neue"/>
            </a:endParaRPr>
          </a:p>
        </p:txBody>
      </p:sp>
      <p:sp>
        <p:nvSpPr>
          <p:cNvPr id="566" name="Google Shape;566;p50"/>
          <p:cNvSpPr txBox="1"/>
          <p:nvPr/>
        </p:nvSpPr>
        <p:spPr>
          <a:xfrm>
            <a:off x="689594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r">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All rights reserved to Stormx @</a:t>
            </a:r>
            <a:r>
              <a:rPr b="1" lang="pt-BR" sz="500">
                <a:solidFill>
                  <a:srgbClr val="484D67"/>
                </a:solidFill>
                <a:latin typeface="Helvetica Neue"/>
                <a:ea typeface="Helvetica Neue"/>
                <a:cs typeface="Helvetica Neue"/>
                <a:sym typeface="Helvetica Neue"/>
              </a:rPr>
              <a:t>2026</a:t>
            </a:r>
            <a:r>
              <a:rPr b="1" i="0" lang="pt-BR" sz="500" u="none" cap="none" strike="noStrike">
                <a:solidFill>
                  <a:srgbClr val="484D67"/>
                </a:solidFill>
                <a:latin typeface="Helvetica Neue"/>
                <a:ea typeface="Helvetica Neue"/>
                <a:cs typeface="Helvetica Neue"/>
                <a:sym typeface="Helvetica Neue"/>
              </a:rPr>
              <a:t> // Digital Forward</a:t>
            </a:r>
            <a:endParaRPr b="1" i="0" sz="500" u="none" cap="none" strike="noStrike">
              <a:solidFill>
                <a:srgbClr val="484D67"/>
              </a:solidFill>
              <a:latin typeface="Helvetica Neue"/>
              <a:ea typeface="Helvetica Neue"/>
              <a:cs typeface="Helvetica Neue"/>
              <a:sym typeface="Helvetica Neue"/>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0" name="Shape 570"/>
        <p:cNvGrpSpPr/>
        <p:nvPr/>
      </p:nvGrpSpPr>
      <p:grpSpPr>
        <a:xfrm>
          <a:off x="0" y="0"/>
          <a:ext cx="0" cy="0"/>
          <a:chOff x="0" y="0"/>
          <a:chExt cx="0" cy="0"/>
        </a:xfrm>
      </p:grpSpPr>
      <p:sp>
        <p:nvSpPr>
          <p:cNvPr id="571" name="Google Shape;571;p51"/>
          <p:cNvSpPr/>
          <p:nvPr/>
        </p:nvSpPr>
        <p:spPr>
          <a:xfrm>
            <a:off x="319617" y="152400"/>
            <a:ext cx="1167900" cy="128700"/>
          </a:xfrm>
          <a:prstGeom prst="roundRect">
            <a:avLst>
              <a:gd fmla="val 50000" name="adj"/>
            </a:avLst>
          </a:prstGeom>
          <a:solidFill>
            <a:srgbClr val="484D6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pt-BR" sz="600" u="none" cap="none" strike="noStrike">
                <a:solidFill>
                  <a:srgbClr val="F2F2F2"/>
                </a:solidFill>
                <a:latin typeface="DM Sans Black"/>
                <a:ea typeface="DM Sans Black"/>
                <a:cs typeface="DM Sans Black"/>
                <a:sym typeface="DM Sans Black"/>
              </a:rPr>
              <a:t>Unilever | Operação </a:t>
            </a:r>
            <a:r>
              <a:rPr lang="pt-BR" sz="600">
                <a:solidFill>
                  <a:schemeClr val="lt1"/>
                </a:solidFill>
                <a:latin typeface="DM Sans Black"/>
                <a:ea typeface="DM Sans Black"/>
                <a:cs typeface="DM Sans Black"/>
                <a:sym typeface="DM Sans Black"/>
              </a:rPr>
              <a:t>2026</a:t>
            </a:r>
            <a:endParaRPr b="0" i="0" sz="500" u="none" cap="none" strike="noStrike">
              <a:solidFill>
                <a:schemeClr val="lt1"/>
              </a:solidFill>
              <a:latin typeface="DM Sans Black"/>
              <a:ea typeface="DM Sans Black"/>
              <a:cs typeface="DM Sans Black"/>
              <a:sym typeface="DM Sans Black"/>
            </a:endParaRPr>
          </a:p>
        </p:txBody>
      </p:sp>
      <p:sp>
        <p:nvSpPr>
          <p:cNvPr id="572" name="Google Shape;572;p51"/>
          <p:cNvSpPr/>
          <p:nvPr/>
        </p:nvSpPr>
        <p:spPr>
          <a:xfrm>
            <a:off x="152400" y="152401"/>
            <a:ext cx="129000" cy="128700"/>
          </a:xfrm>
          <a:prstGeom prst="ellipse">
            <a:avLst/>
          </a:prstGeom>
          <a:solidFill>
            <a:srgbClr val="14E6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573" name="Google Shape;573;p51"/>
          <p:cNvSpPr txBox="1"/>
          <p:nvPr/>
        </p:nvSpPr>
        <p:spPr>
          <a:xfrm>
            <a:off x="535500" y="461438"/>
            <a:ext cx="7281900" cy="411000"/>
          </a:xfrm>
          <a:prstGeom prst="rect">
            <a:avLst/>
          </a:prstGeom>
          <a:noFill/>
          <a:ln>
            <a:noFill/>
          </a:ln>
        </p:spPr>
        <p:txBody>
          <a:bodyPr anchorCtr="0" anchor="t" bIns="57225" lIns="57225" spcFirstLastPara="1" rIns="57225" wrap="square" tIns="57225">
            <a:spAutoFit/>
          </a:bodyPr>
          <a:lstStyle/>
          <a:p>
            <a:pPr indent="0" lvl="0" marL="0" marR="0" rtl="0" algn="l">
              <a:lnSpc>
                <a:spcPct val="80000"/>
              </a:lnSpc>
              <a:spcBef>
                <a:spcPts val="0"/>
              </a:spcBef>
              <a:spcAft>
                <a:spcPts val="0"/>
              </a:spcAft>
              <a:buClr>
                <a:srgbClr val="D3B7F7"/>
              </a:buClr>
              <a:buSzPts val="2800"/>
              <a:buFont typeface="Helvetica Neue"/>
              <a:buNone/>
            </a:pPr>
            <a:r>
              <a:rPr b="1" i="0" lang="pt-BR" sz="2400" u="none" cap="none" strike="noStrike">
                <a:solidFill>
                  <a:srgbClr val="14E6FC"/>
                </a:solidFill>
                <a:latin typeface="Helvetica Neue"/>
                <a:ea typeface="Helvetica Neue"/>
                <a:cs typeface="Helvetica Neue"/>
                <a:sym typeface="Helvetica Neue"/>
              </a:rPr>
              <a:t>Flashtalking | Tráfego, Execução e Envio de Tags</a:t>
            </a:r>
            <a:endParaRPr b="1" i="0" sz="2400" u="none" cap="none" strike="noStrike">
              <a:solidFill>
                <a:srgbClr val="14E6FC"/>
              </a:solidFill>
              <a:latin typeface="Helvetica Neue"/>
              <a:ea typeface="Helvetica Neue"/>
              <a:cs typeface="Helvetica Neue"/>
              <a:sym typeface="Helvetica Neue"/>
            </a:endParaRPr>
          </a:p>
        </p:txBody>
      </p:sp>
      <p:sp>
        <p:nvSpPr>
          <p:cNvPr id="574" name="Google Shape;574;p51"/>
          <p:cNvSpPr txBox="1"/>
          <p:nvPr>
            <p:ph idx="4294967295" type="body"/>
          </p:nvPr>
        </p:nvSpPr>
        <p:spPr>
          <a:xfrm>
            <a:off x="229650" y="1260763"/>
            <a:ext cx="7397700" cy="2622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A execução do ADP na plataforma + Attachment de peças e URL’s + Processo de Tráfego e envio de Tags:</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O prazo para programação de campanha é entre 2-48h (dias úteis), considerando que as informações estejam corretas no ADP e que as peças estejam dentro das specs, caso contrário haverá um maior tempo de execução e operação dependendo do tipo de suporte e ajuste que for necessário e consequentemente impactará em todo o processo operacional de programação da campanha.</a:t>
            </a:r>
            <a:endParaRPr sz="1000">
              <a:solidFill>
                <a:srgbClr val="494C67"/>
              </a:solidFill>
              <a:latin typeface="DM Sans"/>
              <a:ea typeface="DM Sans"/>
              <a:cs typeface="DM Sans"/>
              <a:sym typeface="DM Sans"/>
            </a:endParaRPr>
          </a:p>
        </p:txBody>
      </p:sp>
      <p:pic>
        <p:nvPicPr>
          <p:cNvPr descr="Tornado White.png" id="575" name="Google Shape;575;p51"/>
          <p:cNvPicPr preferRelativeResize="0"/>
          <p:nvPr/>
        </p:nvPicPr>
        <p:blipFill rotWithShape="1">
          <a:blip r:embed="rId3">
            <a:alphaModFix/>
          </a:blip>
          <a:srcRect b="0" l="0" r="0" t="0"/>
          <a:stretch/>
        </p:blipFill>
        <p:spPr>
          <a:xfrm>
            <a:off x="76199" y="383391"/>
            <a:ext cx="545413" cy="539109"/>
          </a:xfrm>
          <a:prstGeom prst="rect">
            <a:avLst/>
          </a:prstGeom>
          <a:noFill/>
          <a:ln>
            <a:noFill/>
          </a:ln>
        </p:spPr>
      </p:pic>
      <p:sp>
        <p:nvSpPr>
          <p:cNvPr id="576" name="Google Shape;576;p51"/>
          <p:cNvSpPr txBox="1"/>
          <p:nvPr/>
        </p:nvSpPr>
        <p:spPr>
          <a:xfrm>
            <a:off x="5508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l">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Stormx for Unilever</a:t>
            </a:r>
            <a:endParaRPr b="1" i="0" sz="500" u="none" cap="none" strike="noStrike">
              <a:solidFill>
                <a:srgbClr val="484D67"/>
              </a:solidFill>
              <a:latin typeface="Helvetica Neue"/>
              <a:ea typeface="Helvetica Neue"/>
              <a:cs typeface="Helvetica Neue"/>
              <a:sym typeface="Helvetica Neue"/>
            </a:endParaRPr>
          </a:p>
        </p:txBody>
      </p:sp>
      <p:sp>
        <p:nvSpPr>
          <p:cNvPr id="577" name="Google Shape;577;p51"/>
          <p:cNvSpPr txBox="1"/>
          <p:nvPr/>
        </p:nvSpPr>
        <p:spPr>
          <a:xfrm>
            <a:off x="689594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r">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All rights reserved to Stormx @</a:t>
            </a:r>
            <a:r>
              <a:rPr b="1" lang="pt-BR" sz="500">
                <a:solidFill>
                  <a:srgbClr val="484D67"/>
                </a:solidFill>
                <a:latin typeface="Helvetica Neue"/>
                <a:ea typeface="Helvetica Neue"/>
                <a:cs typeface="Helvetica Neue"/>
                <a:sym typeface="Helvetica Neue"/>
              </a:rPr>
              <a:t>2026</a:t>
            </a:r>
            <a:r>
              <a:rPr b="1" i="0" lang="pt-BR" sz="500" u="none" cap="none" strike="noStrike">
                <a:solidFill>
                  <a:srgbClr val="484D67"/>
                </a:solidFill>
                <a:latin typeface="Helvetica Neue"/>
                <a:ea typeface="Helvetica Neue"/>
                <a:cs typeface="Helvetica Neue"/>
                <a:sym typeface="Helvetica Neue"/>
              </a:rPr>
              <a:t> // Digital Forward</a:t>
            </a:r>
            <a:endParaRPr b="1" i="0" sz="500" u="none" cap="none" strike="noStrike">
              <a:solidFill>
                <a:srgbClr val="484D67"/>
              </a:solidFill>
              <a:latin typeface="Helvetica Neue"/>
              <a:ea typeface="Helvetica Neue"/>
              <a:cs typeface="Helvetica Neue"/>
              <a:sym typeface="Helvetica Neue"/>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1" name="Shape 581"/>
        <p:cNvGrpSpPr/>
        <p:nvPr/>
      </p:nvGrpSpPr>
      <p:grpSpPr>
        <a:xfrm>
          <a:off x="0" y="0"/>
          <a:ext cx="0" cy="0"/>
          <a:chOff x="0" y="0"/>
          <a:chExt cx="0" cy="0"/>
        </a:xfrm>
      </p:grpSpPr>
      <p:sp>
        <p:nvSpPr>
          <p:cNvPr id="582" name="Google Shape;582;p52"/>
          <p:cNvSpPr/>
          <p:nvPr/>
        </p:nvSpPr>
        <p:spPr>
          <a:xfrm>
            <a:off x="319617" y="152400"/>
            <a:ext cx="1167900" cy="128700"/>
          </a:xfrm>
          <a:prstGeom prst="roundRect">
            <a:avLst>
              <a:gd fmla="val 50000" name="adj"/>
            </a:avLst>
          </a:prstGeom>
          <a:solidFill>
            <a:srgbClr val="484D6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pt-BR" sz="600" u="none" cap="none" strike="noStrike">
                <a:solidFill>
                  <a:srgbClr val="F2F2F2"/>
                </a:solidFill>
                <a:latin typeface="DM Sans Black"/>
                <a:ea typeface="DM Sans Black"/>
                <a:cs typeface="DM Sans Black"/>
                <a:sym typeface="DM Sans Black"/>
              </a:rPr>
              <a:t>Unilever | Operação </a:t>
            </a:r>
            <a:r>
              <a:rPr lang="pt-BR" sz="600">
                <a:solidFill>
                  <a:srgbClr val="F2F2F2"/>
                </a:solidFill>
                <a:latin typeface="DM Sans Black"/>
                <a:ea typeface="DM Sans Black"/>
                <a:cs typeface="DM Sans Black"/>
                <a:sym typeface="DM Sans Black"/>
              </a:rPr>
              <a:t>2026</a:t>
            </a:r>
            <a:endParaRPr b="0" i="0" sz="500" u="none" cap="none" strike="noStrike">
              <a:solidFill>
                <a:srgbClr val="000000"/>
              </a:solidFill>
              <a:latin typeface="DM Sans Black"/>
              <a:ea typeface="DM Sans Black"/>
              <a:cs typeface="DM Sans Black"/>
              <a:sym typeface="DM Sans Black"/>
            </a:endParaRPr>
          </a:p>
        </p:txBody>
      </p:sp>
      <p:sp>
        <p:nvSpPr>
          <p:cNvPr id="583" name="Google Shape;583;p52"/>
          <p:cNvSpPr/>
          <p:nvPr/>
        </p:nvSpPr>
        <p:spPr>
          <a:xfrm>
            <a:off x="152400" y="152401"/>
            <a:ext cx="129000" cy="128700"/>
          </a:xfrm>
          <a:prstGeom prst="ellipse">
            <a:avLst/>
          </a:prstGeom>
          <a:solidFill>
            <a:srgbClr val="14E6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584" name="Google Shape;584;p52"/>
          <p:cNvSpPr txBox="1"/>
          <p:nvPr/>
        </p:nvSpPr>
        <p:spPr>
          <a:xfrm>
            <a:off x="535500" y="461438"/>
            <a:ext cx="7281900" cy="411000"/>
          </a:xfrm>
          <a:prstGeom prst="rect">
            <a:avLst/>
          </a:prstGeom>
          <a:noFill/>
          <a:ln>
            <a:noFill/>
          </a:ln>
        </p:spPr>
        <p:txBody>
          <a:bodyPr anchorCtr="0" anchor="t" bIns="57225" lIns="57225" spcFirstLastPara="1" rIns="57225" wrap="square" tIns="57225">
            <a:spAutoFit/>
          </a:bodyPr>
          <a:lstStyle/>
          <a:p>
            <a:pPr indent="0" lvl="0" marL="0" marR="0" rtl="0" algn="l">
              <a:lnSpc>
                <a:spcPct val="80000"/>
              </a:lnSpc>
              <a:spcBef>
                <a:spcPts val="0"/>
              </a:spcBef>
              <a:spcAft>
                <a:spcPts val="0"/>
              </a:spcAft>
              <a:buClr>
                <a:srgbClr val="D3B7F7"/>
              </a:buClr>
              <a:buSzPts val="2800"/>
              <a:buFont typeface="Helvetica Neue"/>
              <a:buNone/>
            </a:pPr>
            <a:r>
              <a:rPr b="1" i="0" lang="pt-BR" sz="2400" u="none" cap="none" strike="noStrike">
                <a:solidFill>
                  <a:srgbClr val="14E6FC"/>
                </a:solidFill>
                <a:latin typeface="Helvetica Neue"/>
                <a:ea typeface="Helvetica Neue"/>
                <a:cs typeface="Helvetica Neue"/>
                <a:sym typeface="Helvetica Neue"/>
              </a:rPr>
              <a:t>Flashtalking | Diárias</a:t>
            </a:r>
            <a:endParaRPr b="1" i="0" sz="2400" u="none" cap="none" strike="noStrike">
              <a:solidFill>
                <a:srgbClr val="14E6FC"/>
              </a:solidFill>
              <a:latin typeface="Helvetica Neue"/>
              <a:ea typeface="Helvetica Neue"/>
              <a:cs typeface="Helvetica Neue"/>
              <a:sym typeface="Helvetica Neue"/>
            </a:endParaRPr>
          </a:p>
        </p:txBody>
      </p:sp>
      <p:sp>
        <p:nvSpPr>
          <p:cNvPr id="585" name="Google Shape;585;p52"/>
          <p:cNvSpPr txBox="1"/>
          <p:nvPr>
            <p:ph idx="4294967295" type="body"/>
          </p:nvPr>
        </p:nvSpPr>
        <p:spPr>
          <a:xfrm>
            <a:off x="229650" y="1260763"/>
            <a:ext cx="6462000" cy="2622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Todas as diárias devem ser sinalizadas no ADP para que a Flahstalking possa dar prioridade máxima</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na validação do formato, programação e envio da tag para que o Publisher inicie o processo de validação e QA dentro do SLA preciso.</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As peças precisam ser enviadas com no mínimo 72h (dias úteis) de antecedência para a Flashtalking</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ter tempo hábil nos teste que serão efetuados, e no caso de possíveis ajustes solicitados pelo Publisher.</a:t>
            </a:r>
            <a:endParaRPr sz="1000">
              <a:solidFill>
                <a:srgbClr val="494C67"/>
              </a:solidFill>
              <a:latin typeface="DM Sans"/>
              <a:ea typeface="DM Sans"/>
              <a:cs typeface="DM Sans"/>
              <a:sym typeface="DM Sans"/>
            </a:endParaRPr>
          </a:p>
        </p:txBody>
      </p:sp>
      <p:pic>
        <p:nvPicPr>
          <p:cNvPr descr="Tornado White.png" id="586" name="Google Shape;586;p52"/>
          <p:cNvPicPr preferRelativeResize="0"/>
          <p:nvPr/>
        </p:nvPicPr>
        <p:blipFill rotWithShape="1">
          <a:blip r:embed="rId3">
            <a:alphaModFix/>
          </a:blip>
          <a:srcRect b="0" l="0" r="0" t="0"/>
          <a:stretch/>
        </p:blipFill>
        <p:spPr>
          <a:xfrm>
            <a:off x="76199" y="383391"/>
            <a:ext cx="545413" cy="539109"/>
          </a:xfrm>
          <a:prstGeom prst="rect">
            <a:avLst/>
          </a:prstGeom>
          <a:noFill/>
          <a:ln>
            <a:noFill/>
          </a:ln>
        </p:spPr>
      </p:pic>
      <p:sp>
        <p:nvSpPr>
          <p:cNvPr id="587" name="Google Shape;587;p52"/>
          <p:cNvSpPr txBox="1"/>
          <p:nvPr/>
        </p:nvSpPr>
        <p:spPr>
          <a:xfrm>
            <a:off x="5508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l">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Stormx for Unilever</a:t>
            </a:r>
            <a:endParaRPr b="1" i="0" sz="500" u="none" cap="none" strike="noStrike">
              <a:solidFill>
                <a:srgbClr val="484D67"/>
              </a:solidFill>
              <a:latin typeface="Helvetica Neue"/>
              <a:ea typeface="Helvetica Neue"/>
              <a:cs typeface="Helvetica Neue"/>
              <a:sym typeface="Helvetica Neue"/>
            </a:endParaRPr>
          </a:p>
        </p:txBody>
      </p:sp>
      <p:sp>
        <p:nvSpPr>
          <p:cNvPr id="588" name="Google Shape;588;p52"/>
          <p:cNvSpPr txBox="1"/>
          <p:nvPr/>
        </p:nvSpPr>
        <p:spPr>
          <a:xfrm>
            <a:off x="689594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r">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All rights reserved to Stormx @</a:t>
            </a:r>
            <a:r>
              <a:rPr b="1" lang="pt-BR" sz="500">
                <a:solidFill>
                  <a:srgbClr val="484D67"/>
                </a:solidFill>
                <a:latin typeface="Helvetica Neue"/>
                <a:ea typeface="Helvetica Neue"/>
                <a:cs typeface="Helvetica Neue"/>
                <a:sym typeface="Helvetica Neue"/>
              </a:rPr>
              <a:t>2026</a:t>
            </a:r>
            <a:r>
              <a:rPr b="1" i="0" lang="pt-BR" sz="500" u="none" cap="none" strike="noStrike">
                <a:solidFill>
                  <a:srgbClr val="484D67"/>
                </a:solidFill>
                <a:latin typeface="Helvetica Neue"/>
                <a:ea typeface="Helvetica Neue"/>
                <a:cs typeface="Helvetica Neue"/>
                <a:sym typeface="Helvetica Neue"/>
              </a:rPr>
              <a:t> // Digital Forward</a:t>
            </a:r>
            <a:endParaRPr b="1" i="0" sz="500" u="none" cap="none" strike="noStrike">
              <a:solidFill>
                <a:srgbClr val="484D67"/>
              </a:solidFill>
              <a:latin typeface="Helvetica Neue"/>
              <a:ea typeface="Helvetica Neue"/>
              <a:cs typeface="Helvetica Neue"/>
              <a:sym typeface="Helvetica Neue"/>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2" name="Shape 592"/>
        <p:cNvGrpSpPr/>
        <p:nvPr/>
      </p:nvGrpSpPr>
      <p:grpSpPr>
        <a:xfrm>
          <a:off x="0" y="0"/>
          <a:ext cx="0" cy="0"/>
          <a:chOff x="0" y="0"/>
          <a:chExt cx="0" cy="0"/>
        </a:xfrm>
      </p:grpSpPr>
      <p:sp>
        <p:nvSpPr>
          <p:cNvPr id="593" name="Google Shape;593;p53"/>
          <p:cNvSpPr/>
          <p:nvPr/>
        </p:nvSpPr>
        <p:spPr>
          <a:xfrm>
            <a:off x="319617" y="152400"/>
            <a:ext cx="1167900" cy="128700"/>
          </a:xfrm>
          <a:prstGeom prst="roundRect">
            <a:avLst>
              <a:gd fmla="val 50000" name="adj"/>
            </a:avLst>
          </a:prstGeom>
          <a:solidFill>
            <a:srgbClr val="484D6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pt-BR" sz="600" u="none" cap="none" strike="noStrike">
                <a:solidFill>
                  <a:srgbClr val="F2F2F2"/>
                </a:solidFill>
                <a:latin typeface="DM Sans Black"/>
                <a:ea typeface="DM Sans Black"/>
                <a:cs typeface="DM Sans Black"/>
                <a:sym typeface="DM Sans Black"/>
              </a:rPr>
              <a:t>Unilever | Operação </a:t>
            </a:r>
            <a:r>
              <a:rPr lang="pt-BR" sz="600">
                <a:solidFill>
                  <a:srgbClr val="F2F2F2"/>
                </a:solidFill>
                <a:latin typeface="DM Sans Black"/>
                <a:ea typeface="DM Sans Black"/>
                <a:cs typeface="DM Sans Black"/>
                <a:sym typeface="DM Sans Black"/>
              </a:rPr>
              <a:t>2026</a:t>
            </a:r>
            <a:endParaRPr b="0" i="0" sz="500" u="none" cap="none" strike="noStrike">
              <a:solidFill>
                <a:srgbClr val="000000"/>
              </a:solidFill>
              <a:latin typeface="DM Sans Black"/>
              <a:ea typeface="DM Sans Black"/>
              <a:cs typeface="DM Sans Black"/>
              <a:sym typeface="DM Sans Black"/>
            </a:endParaRPr>
          </a:p>
        </p:txBody>
      </p:sp>
      <p:sp>
        <p:nvSpPr>
          <p:cNvPr id="594" name="Google Shape;594;p53"/>
          <p:cNvSpPr/>
          <p:nvPr/>
        </p:nvSpPr>
        <p:spPr>
          <a:xfrm>
            <a:off x="152400" y="152401"/>
            <a:ext cx="129000" cy="128700"/>
          </a:xfrm>
          <a:prstGeom prst="ellipse">
            <a:avLst/>
          </a:prstGeom>
          <a:solidFill>
            <a:srgbClr val="14E6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595" name="Google Shape;595;p53"/>
          <p:cNvSpPr txBox="1"/>
          <p:nvPr/>
        </p:nvSpPr>
        <p:spPr>
          <a:xfrm>
            <a:off x="535499" y="461438"/>
            <a:ext cx="3307500" cy="411000"/>
          </a:xfrm>
          <a:prstGeom prst="rect">
            <a:avLst/>
          </a:prstGeom>
          <a:noFill/>
          <a:ln>
            <a:noFill/>
          </a:ln>
        </p:spPr>
        <p:txBody>
          <a:bodyPr anchorCtr="0" anchor="t" bIns="57225" lIns="57225" spcFirstLastPara="1" rIns="57225" wrap="square" tIns="57225">
            <a:spAutoFit/>
          </a:bodyPr>
          <a:lstStyle/>
          <a:p>
            <a:pPr indent="0" lvl="0" marL="0" marR="0" rtl="0" algn="l">
              <a:lnSpc>
                <a:spcPct val="80000"/>
              </a:lnSpc>
              <a:spcBef>
                <a:spcPts val="0"/>
              </a:spcBef>
              <a:spcAft>
                <a:spcPts val="0"/>
              </a:spcAft>
              <a:buClr>
                <a:srgbClr val="D3B7F7"/>
              </a:buClr>
              <a:buSzPts val="2800"/>
              <a:buFont typeface="Helvetica Neue"/>
              <a:buNone/>
            </a:pPr>
            <a:r>
              <a:rPr b="1" i="0" lang="pt-BR" sz="2400" u="none" cap="none" strike="noStrike">
                <a:solidFill>
                  <a:srgbClr val="14E6FC"/>
                </a:solidFill>
                <a:latin typeface="Helvetica Neue"/>
                <a:ea typeface="Helvetica Neue"/>
                <a:cs typeface="Helvetica Neue"/>
                <a:sym typeface="Helvetica Neue"/>
              </a:rPr>
              <a:t>Validação de Dados</a:t>
            </a:r>
            <a:endParaRPr b="1" i="0" sz="2400" u="none" cap="none" strike="noStrike">
              <a:solidFill>
                <a:srgbClr val="14E6FC"/>
              </a:solidFill>
              <a:latin typeface="Helvetica Neue"/>
              <a:ea typeface="Helvetica Neue"/>
              <a:cs typeface="Helvetica Neue"/>
              <a:sym typeface="Helvetica Neue"/>
            </a:endParaRPr>
          </a:p>
        </p:txBody>
      </p:sp>
      <p:sp>
        <p:nvSpPr>
          <p:cNvPr id="596" name="Google Shape;596;p53"/>
          <p:cNvSpPr txBox="1"/>
          <p:nvPr>
            <p:ph idx="4294967295" type="body"/>
          </p:nvPr>
        </p:nvSpPr>
        <p:spPr>
          <a:xfrm>
            <a:off x="229650" y="1334100"/>
            <a:ext cx="6565500" cy="3330900"/>
          </a:xfrm>
          <a:prstGeom prst="rect">
            <a:avLst/>
          </a:prstGeom>
          <a:noFill/>
          <a:ln>
            <a:noFill/>
          </a:ln>
        </p:spPr>
        <p:txBody>
          <a:bodyPr anchorCtr="0" anchor="t" bIns="91425" lIns="91425" spcFirstLastPara="1" rIns="91425" wrap="square" tIns="91425">
            <a:noAutofit/>
          </a:bodyPr>
          <a:lstStyle/>
          <a:p>
            <a:pPr indent="-177800" lvl="0" marL="228600" rtl="0" algn="l">
              <a:lnSpc>
                <a:spcPct val="115000"/>
              </a:lnSpc>
              <a:spcBef>
                <a:spcPts val="0"/>
              </a:spcBef>
              <a:spcAft>
                <a:spcPts val="0"/>
              </a:spcAft>
              <a:buClr>
                <a:srgbClr val="494C67"/>
              </a:buClr>
              <a:buSzPts val="1000"/>
              <a:buFont typeface="DM Sans"/>
              <a:buChar char="●"/>
            </a:pPr>
            <a:r>
              <a:rPr b="1" lang="pt-BR" sz="1000">
                <a:solidFill>
                  <a:srgbClr val="494C67"/>
                </a:solidFill>
                <a:latin typeface="DM Sans"/>
                <a:ea typeface="DM Sans"/>
                <a:cs typeface="DM Sans"/>
                <a:sym typeface="DM Sans"/>
              </a:rPr>
              <a:t>Fluxo Diário</a:t>
            </a:r>
            <a:endParaRPr b="1" sz="1000">
              <a:solidFill>
                <a:srgbClr val="494C67"/>
              </a:solidFill>
              <a:latin typeface="DM Sans"/>
              <a:ea typeface="DM Sans"/>
              <a:cs typeface="DM Sans"/>
              <a:sym typeface="DM Sans"/>
            </a:endParaRPr>
          </a:p>
          <a:p>
            <a:pPr indent="0" lvl="0" marL="457200" rtl="0" algn="l">
              <a:lnSpc>
                <a:spcPct val="115000"/>
              </a:lnSpc>
              <a:spcBef>
                <a:spcPts val="0"/>
              </a:spcBef>
              <a:spcAft>
                <a:spcPts val="0"/>
              </a:spcAft>
              <a:buNone/>
            </a:pPr>
            <a:r>
              <a:t/>
            </a:r>
            <a:endParaRPr b="1" sz="1000">
              <a:solidFill>
                <a:srgbClr val="494C67"/>
              </a:solidFill>
              <a:latin typeface="DM Sans"/>
              <a:ea typeface="DM Sans"/>
              <a:cs typeface="DM Sans"/>
              <a:sym typeface="DM Sans"/>
            </a:endParaRPr>
          </a:p>
          <a:p>
            <a:pPr indent="0" lvl="0" marL="0" rtl="0" algn="l">
              <a:lnSpc>
                <a:spcPct val="115000"/>
              </a:lnSpc>
              <a:spcBef>
                <a:spcPts val="0"/>
              </a:spcBef>
              <a:spcAft>
                <a:spcPts val="0"/>
              </a:spcAft>
              <a:buNone/>
            </a:pPr>
            <a:r>
              <a:rPr lang="pt-BR" sz="1000">
                <a:solidFill>
                  <a:srgbClr val="494C67"/>
                </a:solidFill>
                <a:latin typeface="DM Sans"/>
                <a:ea typeface="DM Sans"/>
                <a:cs typeface="DM Sans"/>
                <a:sym typeface="DM Sans"/>
              </a:rPr>
              <a:t>Diariamente, o time de AdOps Stormx recebe alertas sobre novas taxonomias inseridas no banco de dados e sobre eventuais erros. Caso haja erro, o time reporta ao responsável no mesmo dia.</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None/>
            </a:pPr>
            <a:r>
              <a:t/>
            </a:r>
            <a:endParaRPr sz="1000">
              <a:solidFill>
                <a:srgbClr val="494C67"/>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b="1" lang="pt-BR" sz="1000">
                <a:solidFill>
                  <a:srgbClr val="494C67"/>
                </a:solidFill>
                <a:latin typeface="DM Sans"/>
                <a:ea typeface="DM Sans"/>
                <a:cs typeface="DM Sans"/>
                <a:sym typeface="DM Sans"/>
              </a:rPr>
              <a:t>Fluxo Semanal</a:t>
            </a:r>
            <a:endParaRPr b="1" sz="1000">
              <a:solidFill>
                <a:srgbClr val="494C67"/>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1000">
              <a:solidFill>
                <a:srgbClr val="494C67"/>
              </a:solidFill>
              <a:latin typeface="DM Sans"/>
              <a:ea typeface="DM Sans"/>
              <a:cs typeface="DM Sans"/>
              <a:sym typeface="DM Sans"/>
            </a:endParaRPr>
          </a:p>
          <a:p>
            <a:pPr indent="-292100" lvl="0" marL="457200" rtl="0" algn="l">
              <a:spcBef>
                <a:spcPts val="0"/>
              </a:spcBef>
              <a:spcAft>
                <a:spcPts val="0"/>
              </a:spcAft>
              <a:buClr>
                <a:srgbClr val="494C67"/>
              </a:buClr>
              <a:buSzPts val="1000"/>
              <a:buFont typeface="DM Sans"/>
              <a:buChar char="●"/>
            </a:pPr>
            <a:r>
              <a:rPr b="1" lang="pt-BR" sz="1000">
                <a:solidFill>
                  <a:srgbClr val="494C67"/>
                </a:solidFill>
                <a:latin typeface="DM Sans"/>
                <a:ea typeface="DM Sans"/>
                <a:cs typeface="DM Sans"/>
                <a:sym typeface="DM Sans"/>
              </a:rPr>
              <a:t>Segunda-feira:</a:t>
            </a:r>
            <a:r>
              <a:rPr lang="pt-BR" sz="1000">
                <a:solidFill>
                  <a:srgbClr val="494C67"/>
                </a:solidFill>
                <a:latin typeface="DM Sans"/>
                <a:ea typeface="DM Sans"/>
                <a:cs typeface="DM Sans"/>
                <a:sym typeface="DM Sans"/>
              </a:rPr>
              <a:t> extração do dashboard de taxonomias implementadas (Stormx) e recebimento do export do banco de dados da agência (Initiative).</a:t>
            </a:r>
            <a:endParaRPr sz="1000">
              <a:solidFill>
                <a:srgbClr val="494C67"/>
              </a:solidFill>
              <a:latin typeface="DM Sans"/>
              <a:ea typeface="DM Sans"/>
              <a:cs typeface="DM Sans"/>
              <a:sym typeface="DM Sans"/>
            </a:endParaRPr>
          </a:p>
          <a:p>
            <a:pPr indent="-292100" lvl="0" marL="457200" rtl="0" algn="l">
              <a:spcBef>
                <a:spcPts val="0"/>
              </a:spcBef>
              <a:spcAft>
                <a:spcPts val="0"/>
              </a:spcAft>
              <a:buClr>
                <a:srgbClr val="494C67"/>
              </a:buClr>
              <a:buSzPts val="1000"/>
              <a:buFont typeface="DM Sans"/>
              <a:buChar char="●"/>
            </a:pPr>
            <a:r>
              <a:rPr b="1" lang="pt-BR" sz="1000">
                <a:solidFill>
                  <a:srgbClr val="494C67"/>
                </a:solidFill>
                <a:latin typeface="DM Sans"/>
                <a:ea typeface="DM Sans"/>
                <a:cs typeface="DM Sans"/>
                <a:sym typeface="DM Sans"/>
              </a:rPr>
              <a:t>Segunda a quarta-feira:</a:t>
            </a:r>
            <a:r>
              <a:rPr lang="pt-BR" sz="1000">
                <a:solidFill>
                  <a:srgbClr val="494C67"/>
                </a:solidFill>
                <a:latin typeface="DM Sans"/>
                <a:ea typeface="DM Sans"/>
                <a:cs typeface="DM Sans"/>
                <a:sym typeface="DM Sans"/>
              </a:rPr>
              <a:t> cruzamento das bases, validação linha a linha, identificação dos erros e alinhamento com o time de AdOps para correção das taxonomias. - Responsabilidade Stormx</a:t>
            </a:r>
            <a:endParaRPr sz="1000">
              <a:solidFill>
                <a:srgbClr val="494C67"/>
              </a:solidFill>
              <a:latin typeface="DM Sans"/>
              <a:ea typeface="DM Sans"/>
              <a:cs typeface="DM Sans"/>
              <a:sym typeface="DM Sans"/>
            </a:endParaRPr>
          </a:p>
          <a:p>
            <a:pPr indent="-292100" lvl="0" marL="457200" rtl="0" algn="l">
              <a:spcBef>
                <a:spcPts val="0"/>
              </a:spcBef>
              <a:spcAft>
                <a:spcPts val="0"/>
              </a:spcAft>
              <a:buClr>
                <a:srgbClr val="494C67"/>
              </a:buClr>
              <a:buSzPts val="1000"/>
              <a:buFont typeface="DM Sans"/>
              <a:buChar char="●"/>
            </a:pPr>
            <a:r>
              <a:rPr b="1" lang="pt-BR" sz="1000">
                <a:solidFill>
                  <a:srgbClr val="494C67"/>
                </a:solidFill>
                <a:latin typeface="DM Sans"/>
                <a:ea typeface="DM Sans"/>
                <a:cs typeface="DM Sans"/>
                <a:sym typeface="DM Sans"/>
              </a:rPr>
              <a:t>Até quarta-feira:</a:t>
            </a:r>
            <a:r>
              <a:rPr lang="pt-BR" sz="1000">
                <a:solidFill>
                  <a:srgbClr val="494C67"/>
                </a:solidFill>
                <a:latin typeface="DM Sans"/>
                <a:ea typeface="DM Sans"/>
                <a:cs typeface="DM Sans"/>
                <a:sym typeface="DM Sans"/>
              </a:rPr>
              <a:t> inclusão das taxonomias na planilha de Correção, indicando os responsáveis por cada ajuste: time de mídia (plataforma) ou Engenharia (banco de dados). - Responsabilidade Stormx</a:t>
            </a:r>
            <a:endParaRPr sz="1000">
              <a:solidFill>
                <a:srgbClr val="494C67"/>
              </a:solidFill>
              <a:latin typeface="DM Sans"/>
              <a:ea typeface="DM Sans"/>
              <a:cs typeface="DM Sans"/>
              <a:sym typeface="DM Sans"/>
            </a:endParaRPr>
          </a:p>
          <a:p>
            <a:pPr indent="-292100" lvl="0" marL="457200" rtl="0" algn="l">
              <a:spcBef>
                <a:spcPts val="0"/>
              </a:spcBef>
              <a:spcAft>
                <a:spcPts val="0"/>
              </a:spcAft>
              <a:buClr>
                <a:srgbClr val="494C67"/>
              </a:buClr>
              <a:buSzPts val="1000"/>
              <a:buFont typeface="DM Sans"/>
              <a:buChar char="●"/>
            </a:pPr>
            <a:r>
              <a:rPr b="1" lang="pt-BR" sz="1000">
                <a:solidFill>
                  <a:srgbClr val="494C67"/>
                </a:solidFill>
                <a:latin typeface="DM Sans"/>
                <a:ea typeface="DM Sans"/>
                <a:cs typeface="DM Sans"/>
                <a:sym typeface="DM Sans"/>
              </a:rPr>
              <a:t>Até sexta-feira: </a:t>
            </a:r>
            <a:r>
              <a:rPr lang="pt-BR" sz="1000">
                <a:solidFill>
                  <a:srgbClr val="494C67"/>
                </a:solidFill>
                <a:latin typeface="DM Sans"/>
                <a:ea typeface="DM Sans"/>
                <a:cs typeface="DM Sans"/>
                <a:sym typeface="DM Sans"/>
              </a:rPr>
              <a:t>conclusão das correções pelos times responsáveis. - Responsabilidade Ini</a:t>
            </a:r>
            <a:endParaRPr sz="1000">
              <a:solidFill>
                <a:srgbClr val="494C67"/>
              </a:solidFill>
              <a:latin typeface="DM Sans"/>
              <a:ea typeface="DM Sans"/>
              <a:cs typeface="DM Sans"/>
              <a:sym typeface="DM Sans"/>
            </a:endParaRPr>
          </a:p>
          <a:p>
            <a:pPr indent="-292100" lvl="0" marL="457200" rtl="0" algn="l">
              <a:spcBef>
                <a:spcPts val="0"/>
              </a:spcBef>
              <a:spcAft>
                <a:spcPts val="0"/>
              </a:spcAft>
              <a:buClr>
                <a:srgbClr val="494C67"/>
              </a:buClr>
              <a:buSzPts val="1000"/>
              <a:buFont typeface="DM Sans"/>
              <a:buChar char="●"/>
            </a:pPr>
            <a:r>
              <a:rPr b="1" lang="pt-BR" sz="1000">
                <a:solidFill>
                  <a:srgbClr val="494C67"/>
                </a:solidFill>
                <a:latin typeface="DM Sans"/>
                <a:ea typeface="DM Sans"/>
                <a:cs typeface="DM Sans"/>
                <a:sym typeface="DM Sans"/>
              </a:rPr>
              <a:t>Segunda-feira seguinte: </a:t>
            </a:r>
            <a:r>
              <a:rPr lang="pt-BR" sz="1000">
                <a:solidFill>
                  <a:srgbClr val="494C67"/>
                </a:solidFill>
                <a:latin typeface="DM Sans"/>
                <a:ea typeface="DM Sans"/>
                <a:cs typeface="DM Sans"/>
                <a:sym typeface="DM Sans"/>
              </a:rPr>
              <a:t>novo export para validar se os erros foram corrigidos (Initiative e Stormx)</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None/>
            </a:pPr>
            <a:r>
              <a:t/>
            </a:r>
            <a:endParaRPr b="1"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p:txBody>
      </p:sp>
      <p:pic>
        <p:nvPicPr>
          <p:cNvPr descr="Tornado White.png" id="597" name="Google Shape;597;p53"/>
          <p:cNvPicPr preferRelativeResize="0"/>
          <p:nvPr/>
        </p:nvPicPr>
        <p:blipFill rotWithShape="1">
          <a:blip r:embed="rId3">
            <a:alphaModFix/>
          </a:blip>
          <a:srcRect b="0" l="0" r="0" t="0"/>
          <a:stretch/>
        </p:blipFill>
        <p:spPr>
          <a:xfrm>
            <a:off x="76199" y="383391"/>
            <a:ext cx="545413" cy="539109"/>
          </a:xfrm>
          <a:prstGeom prst="rect">
            <a:avLst/>
          </a:prstGeom>
          <a:noFill/>
          <a:ln>
            <a:noFill/>
          </a:ln>
        </p:spPr>
      </p:pic>
      <p:sp>
        <p:nvSpPr>
          <p:cNvPr id="598" name="Google Shape;598;p53"/>
          <p:cNvSpPr txBox="1"/>
          <p:nvPr/>
        </p:nvSpPr>
        <p:spPr>
          <a:xfrm>
            <a:off x="5508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l">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Stormx for Unilever</a:t>
            </a:r>
            <a:endParaRPr b="1" i="0" sz="500" u="none" cap="none" strike="noStrike">
              <a:solidFill>
                <a:srgbClr val="484D67"/>
              </a:solidFill>
              <a:latin typeface="Helvetica Neue"/>
              <a:ea typeface="Helvetica Neue"/>
              <a:cs typeface="Helvetica Neue"/>
              <a:sym typeface="Helvetica Neue"/>
            </a:endParaRPr>
          </a:p>
        </p:txBody>
      </p:sp>
      <p:sp>
        <p:nvSpPr>
          <p:cNvPr id="599" name="Google Shape;599;p53"/>
          <p:cNvSpPr txBox="1"/>
          <p:nvPr/>
        </p:nvSpPr>
        <p:spPr>
          <a:xfrm>
            <a:off x="689594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r">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All rights reserved to Stormx @</a:t>
            </a:r>
            <a:r>
              <a:rPr b="1" lang="pt-BR" sz="500">
                <a:solidFill>
                  <a:srgbClr val="484D67"/>
                </a:solidFill>
                <a:latin typeface="Helvetica Neue"/>
                <a:ea typeface="Helvetica Neue"/>
                <a:cs typeface="Helvetica Neue"/>
                <a:sym typeface="Helvetica Neue"/>
              </a:rPr>
              <a:t>2026</a:t>
            </a:r>
            <a:r>
              <a:rPr b="1" i="0" lang="pt-BR" sz="500" u="none" cap="none" strike="noStrike">
                <a:solidFill>
                  <a:srgbClr val="484D67"/>
                </a:solidFill>
                <a:latin typeface="Helvetica Neue"/>
                <a:ea typeface="Helvetica Neue"/>
                <a:cs typeface="Helvetica Neue"/>
                <a:sym typeface="Helvetica Neue"/>
              </a:rPr>
              <a:t> // Digital Forward</a:t>
            </a:r>
            <a:endParaRPr b="1" i="0" sz="500" u="none" cap="none" strike="noStrike">
              <a:solidFill>
                <a:srgbClr val="484D67"/>
              </a:solidFill>
              <a:latin typeface="Helvetica Neue"/>
              <a:ea typeface="Helvetica Neue"/>
              <a:cs typeface="Helvetica Neue"/>
              <a:sym typeface="Helvetica Neue"/>
            </a:endParaRPr>
          </a:p>
        </p:txBody>
      </p:sp>
      <p:sp>
        <p:nvSpPr>
          <p:cNvPr id="600" name="Google Shape;600;p53"/>
          <p:cNvSpPr/>
          <p:nvPr/>
        </p:nvSpPr>
        <p:spPr>
          <a:xfrm>
            <a:off x="7813300" y="152400"/>
            <a:ext cx="936300" cy="936300"/>
          </a:xfrm>
          <a:prstGeom prst="flowChartConnector">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4" name="Shape 604"/>
        <p:cNvGrpSpPr/>
        <p:nvPr/>
      </p:nvGrpSpPr>
      <p:grpSpPr>
        <a:xfrm>
          <a:off x="0" y="0"/>
          <a:ext cx="0" cy="0"/>
          <a:chOff x="0" y="0"/>
          <a:chExt cx="0" cy="0"/>
        </a:xfrm>
      </p:grpSpPr>
      <p:sp>
        <p:nvSpPr>
          <p:cNvPr id="605" name="Google Shape;605;p54"/>
          <p:cNvSpPr/>
          <p:nvPr/>
        </p:nvSpPr>
        <p:spPr>
          <a:xfrm>
            <a:off x="319617" y="152400"/>
            <a:ext cx="1167900" cy="128700"/>
          </a:xfrm>
          <a:prstGeom prst="roundRect">
            <a:avLst>
              <a:gd fmla="val 50000" name="adj"/>
            </a:avLst>
          </a:prstGeom>
          <a:solidFill>
            <a:srgbClr val="484D6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pt-BR" sz="600" u="none" cap="none" strike="noStrike">
                <a:solidFill>
                  <a:srgbClr val="F2F2F2"/>
                </a:solidFill>
                <a:latin typeface="DM Sans Black"/>
                <a:ea typeface="DM Sans Black"/>
                <a:cs typeface="DM Sans Black"/>
                <a:sym typeface="DM Sans Black"/>
              </a:rPr>
              <a:t>Unilever | Operação </a:t>
            </a:r>
            <a:r>
              <a:rPr lang="pt-BR" sz="600">
                <a:solidFill>
                  <a:srgbClr val="F2F2F2"/>
                </a:solidFill>
                <a:latin typeface="DM Sans Black"/>
                <a:ea typeface="DM Sans Black"/>
                <a:cs typeface="DM Sans Black"/>
                <a:sym typeface="DM Sans Black"/>
              </a:rPr>
              <a:t>2026</a:t>
            </a:r>
            <a:endParaRPr b="0" i="0" sz="500" u="none" cap="none" strike="noStrike">
              <a:solidFill>
                <a:srgbClr val="000000"/>
              </a:solidFill>
              <a:latin typeface="DM Sans Black"/>
              <a:ea typeface="DM Sans Black"/>
              <a:cs typeface="DM Sans Black"/>
              <a:sym typeface="DM Sans Black"/>
            </a:endParaRPr>
          </a:p>
        </p:txBody>
      </p:sp>
      <p:sp>
        <p:nvSpPr>
          <p:cNvPr id="606" name="Google Shape;606;p54"/>
          <p:cNvSpPr/>
          <p:nvPr/>
        </p:nvSpPr>
        <p:spPr>
          <a:xfrm>
            <a:off x="152400" y="152401"/>
            <a:ext cx="129000" cy="128700"/>
          </a:xfrm>
          <a:prstGeom prst="ellipse">
            <a:avLst/>
          </a:prstGeom>
          <a:solidFill>
            <a:srgbClr val="14E6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607" name="Google Shape;607;p54"/>
          <p:cNvSpPr txBox="1"/>
          <p:nvPr/>
        </p:nvSpPr>
        <p:spPr>
          <a:xfrm>
            <a:off x="535499" y="461438"/>
            <a:ext cx="3307500" cy="411000"/>
          </a:xfrm>
          <a:prstGeom prst="rect">
            <a:avLst/>
          </a:prstGeom>
          <a:noFill/>
          <a:ln>
            <a:noFill/>
          </a:ln>
        </p:spPr>
        <p:txBody>
          <a:bodyPr anchorCtr="0" anchor="t" bIns="57225" lIns="57225" spcFirstLastPara="1" rIns="57225" wrap="square" tIns="57225">
            <a:spAutoFit/>
          </a:bodyPr>
          <a:lstStyle/>
          <a:p>
            <a:pPr indent="0" lvl="0" marL="0" marR="0" rtl="0" algn="l">
              <a:lnSpc>
                <a:spcPct val="80000"/>
              </a:lnSpc>
              <a:spcBef>
                <a:spcPts val="0"/>
              </a:spcBef>
              <a:spcAft>
                <a:spcPts val="0"/>
              </a:spcAft>
              <a:buClr>
                <a:srgbClr val="D3B7F7"/>
              </a:buClr>
              <a:buSzPts val="2800"/>
              <a:buFont typeface="Helvetica Neue"/>
              <a:buNone/>
            </a:pPr>
            <a:r>
              <a:rPr b="1" i="0" lang="pt-BR" sz="2400" u="none" cap="none" strike="noStrike">
                <a:solidFill>
                  <a:srgbClr val="14E6FC"/>
                </a:solidFill>
                <a:latin typeface="Helvetica Neue"/>
                <a:ea typeface="Helvetica Neue"/>
                <a:cs typeface="Helvetica Neue"/>
                <a:sym typeface="Helvetica Neue"/>
              </a:rPr>
              <a:t>Validação de Dados</a:t>
            </a:r>
            <a:endParaRPr b="1" i="0" sz="2400" u="none" cap="none" strike="noStrike">
              <a:solidFill>
                <a:srgbClr val="14E6FC"/>
              </a:solidFill>
              <a:latin typeface="Helvetica Neue"/>
              <a:ea typeface="Helvetica Neue"/>
              <a:cs typeface="Helvetica Neue"/>
              <a:sym typeface="Helvetica Neue"/>
            </a:endParaRPr>
          </a:p>
        </p:txBody>
      </p:sp>
      <p:sp>
        <p:nvSpPr>
          <p:cNvPr id="608" name="Google Shape;608;p54"/>
          <p:cNvSpPr txBox="1"/>
          <p:nvPr>
            <p:ph idx="4294967295" type="body"/>
          </p:nvPr>
        </p:nvSpPr>
        <p:spPr>
          <a:xfrm>
            <a:off x="229650" y="1334100"/>
            <a:ext cx="6565500" cy="3330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pt-BR" sz="1000">
                <a:solidFill>
                  <a:srgbClr val="494C67"/>
                </a:solidFill>
                <a:latin typeface="DM Sans"/>
                <a:ea typeface="DM Sans"/>
                <a:cs typeface="DM Sans"/>
                <a:sym typeface="DM Sans"/>
              </a:rPr>
              <a:t>Fluxo mensal - RROI</a:t>
            </a:r>
            <a:endParaRPr b="1" sz="1000">
              <a:solidFill>
                <a:srgbClr val="494C67"/>
              </a:solidFill>
              <a:latin typeface="DM Sans"/>
              <a:ea typeface="DM Sans"/>
              <a:cs typeface="DM Sans"/>
              <a:sym typeface="DM Sans"/>
            </a:endParaRPr>
          </a:p>
          <a:p>
            <a:pPr indent="0" lvl="0" marL="0" rtl="0" algn="l">
              <a:lnSpc>
                <a:spcPct val="115000"/>
              </a:lnSpc>
              <a:spcBef>
                <a:spcPts val="0"/>
              </a:spcBef>
              <a:spcAft>
                <a:spcPts val="0"/>
              </a:spcAft>
              <a:buNone/>
            </a:pPr>
            <a:r>
              <a:t/>
            </a:r>
            <a:endParaRPr b="1" sz="1000">
              <a:solidFill>
                <a:srgbClr val="494C67"/>
              </a:solidFill>
              <a:latin typeface="DM Sans"/>
              <a:ea typeface="DM Sans"/>
              <a:cs typeface="DM Sans"/>
              <a:sym typeface="DM Sans"/>
            </a:endParaRPr>
          </a:p>
          <a:p>
            <a:pPr indent="-292100" lvl="0" marL="457200" rtl="0" algn="l">
              <a:lnSpc>
                <a:spcPct val="115000"/>
              </a:lnSpc>
              <a:spcBef>
                <a:spcPts val="0"/>
              </a:spcBef>
              <a:spcAft>
                <a:spcPts val="0"/>
              </a:spcAft>
              <a:buClr>
                <a:srgbClr val="494C67"/>
              </a:buClr>
              <a:buSzPts val="1000"/>
              <a:buFont typeface="DM Sans"/>
              <a:buChar char="●"/>
            </a:pPr>
            <a:r>
              <a:rPr lang="pt-BR" sz="1000">
                <a:solidFill>
                  <a:srgbClr val="494C67"/>
                </a:solidFill>
                <a:latin typeface="DM Sans"/>
                <a:ea typeface="DM Sans"/>
                <a:cs typeface="DM Sans"/>
                <a:sym typeface="DM Sans"/>
              </a:rPr>
              <a:t>No final de cada mês, exportamos a base completa para validação.</a:t>
            </a:r>
            <a:endParaRPr sz="1000">
              <a:solidFill>
                <a:srgbClr val="494C67"/>
              </a:solidFill>
              <a:latin typeface="DM Sans"/>
              <a:ea typeface="DM Sans"/>
              <a:cs typeface="DM Sans"/>
              <a:sym typeface="DM Sans"/>
            </a:endParaRPr>
          </a:p>
          <a:p>
            <a:pPr indent="-292100" lvl="0" marL="457200" rtl="0" algn="l">
              <a:lnSpc>
                <a:spcPct val="115000"/>
              </a:lnSpc>
              <a:spcBef>
                <a:spcPts val="0"/>
              </a:spcBef>
              <a:spcAft>
                <a:spcPts val="0"/>
              </a:spcAft>
              <a:buClr>
                <a:srgbClr val="494C67"/>
              </a:buClr>
              <a:buSzPts val="1000"/>
              <a:buFont typeface="DM Sans"/>
              <a:buChar char="●"/>
            </a:pPr>
            <a:r>
              <a:rPr lang="pt-BR" sz="1000">
                <a:solidFill>
                  <a:srgbClr val="494C67"/>
                </a:solidFill>
                <a:latin typeface="DM Sans"/>
                <a:ea typeface="DM Sans"/>
                <a:cs typeface="DM Sans"/>
                <a:sym typeface="DM Sans"/>
              </a:rPr>
              <a:t>Os erros identificados seguem o mesmo fluxo de correção.</a:t>
            </a:r>
            <a:endParaRPr sz="1000">
              <a:solidFill>
                <a:srgbClr val="494C67"/>
              </a:solidFill>
              <a:latin typeface="DM Sans"/>
              <a:ea typeface="DM Sans"/>
              <a:cs typeface="DM Sans"/>
              <a:sym typeface="DM Sans"/>
            </a:endParaRPr>
          </a:p>
          <a:p>
            <a:pPr indent="-292100" lvl="0" marL="457200" rtl="0" algn="l">
              <a:lnSpc>
                <a:spcPct val="115000"/>
              </a:lnSpc>
              <a:spcBef>
                <a:spcPts val="0"/>
              </a:spcBef>
              <a:spcAft>
                <a:spcPts val="0"/>
              </a:spcAft>
              <a:buClr>
                <a:srgbClr val="494C67"/>
              </a:buClr>
              <a:buSzPts val="1000"/>
              <a:buFont typeface="DM Sans"/>
              <a:buChar char="●"/>
            </a:pPr>
            <a:r>
              <a:rPr lang="pt-BR" sz="1000">
                <a:solidFill>
                  <a:srgbClr val="494C67"/>
                </a:solidFill>
                <a:latin typeface="DM Sans"/>
                <a:ea typeface="DM Sans"/>
                <a:cs typeface="DM Sans"/>
                <a:sym typeface="DM Sans"/>
              </a:rPr>
              <a:t>É fundamental cumprir os prazos para garantir que os dados sejam contabilizados corretamente no dashboard e no RROI.</a:t>
            </a:r>
            <a:endParaRPr sz="1000">
              <a:solidFill>
                <a:srgbClr val="494C67"/>
              </a:solidFill>
              <a:latin typeface="DM Sans"/>
              <a:ea typeface="DM Sans"/>
              <a:cs typeface="DM Sans"/>
              <a:sym typeface="DM Sans"/>
            </a:endParaRPr>
          </a:p>
        </p:txBody>
      </p:sp>
      <p:pic>
        <p:nvPicPr>
          <p:cNvPr descr="Tornado White.png" id="609" name="Google Shape;609;p54"/>
          <p:cNvPicPr preferRelativeResize="0"/>
          <p:nvPr/>
        </p:nvPicPr>
        <p:blipFill rotWithShape="1">
          <a:blip r:embed="rId3">
            <a:alphaModFix/>
          </a:blip>
          <a:srcRect b="0" l="0" r="0" t="0"/>
          <a:stretch/>
        </p:blipFill>
        <p:spPr>
          <a:xfrm>
            <a:off x="76199" y="383391"/>
            <a:ext cx="545413" cy="539109"/>
          </a:xfrm>
          <a:prstGeom prst="rect">
            <a:avLst/>
          </a:prstGeom>
          <a:noFill/>
          <a:ln>
            <a:noFill/>
          </a:ln>
        </p:spPr>
      </p:pic>
      <p:sp>
        <p:nvSpPr>
          <p:cNvPr id="610" name="Google Shape;610;p54"/>
          <p:cNvSpPr txBox="1"/>
          <p:nvPr/>
        </p:nvSpPr>
        <p:spPr>
          <a:xfrm>
            <a:off x="5508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l">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Stormx for Unilever</a:t>
            </a:r>
            <a:endParaRPr b="1" i="0" sz="500" u="none" cap="none" strike="noStrike">
              <a:solidFill>
                <a:srgbClr val="484D67"/>
              </a:solidFill>
              <a:latin typeface="Helvetica Neue"/>
              <a:ea typeface="Helvetica Neue"/>
              <a:cs typeface="Helvetica Neue"/>
              <a:sym typeface="Helvetica Neue"/>
            </a:endParaRPr>
          </a:p>
        </p:txBody>
      </p:sp>
      <p:sp>
        <p:nvSpPr>
          <p:cNvPr id="611" name="Google Shape;611;p54"/>
          <p:cNvSpPr txBox="1"/>
          <p:nvPr/>
        </p:nvSpPr>
        <p:spPr>
          <a:xfrm>
            <a:off x="689594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r">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All rights reserved to Stormx @</a:t>
            </a:r>
            <a:r>
              <a:rPr b="1" lang="pt-BR" sz="500">
                <a:solidFill>
                  <a:srgbClr val="484D67"/>
                </a:solidFill>
                <a:latin typeface="Helvetica Neue"/>
                <a:ea typeface="Helvetica Neue"/>
                <a:cs typeface="Helvetica Neue"/>
                <a:sym typeface="Helvetica Neue"/>
              </a:rPr>
              <a:t>2026</a:t>
            </a:r>
            <a:r>
              <a:rPr b="1" i="0" lang="pt-BR" sz="500" u="none" cap="none" strike="noStrike">
                <a:solidFill>
                  <a:srgbClr val="484D67"/>
                </a:solidFill>
                <a:latin typeface="Helvetica Neue"/>
                <a:ea typeface="Helvetica Neue"/>
                <a:cs typeface="Helvetica Neue"/>
                <a:sym typeface="Helvetica Neue"/>
              </a:rPr>
              <a:t> // Digital Forward</a:t>
            </a:r>
            <a:endParaRPr b="1" i="0" sz="500" u="none" cap="none" strike="noStrike">
              <a:solidFill>
                <a:srgbClr val="484D67"/>
              </a:solidFill>
              <a:latin typeface="Helvetica Neue"/>
              <a:ea typeface="Helvetica Neue"/>
              <a:cs typeface="Helvetica Neue"/>
              <a:sym typeface="Helvetica Neue"/>
            </a:endParaRPr>
          </a:p>
        </p:txBody>
      </p:sp>
      <p:sp>
        <p:nvSpPr>
          <p:cNvPr id="612" name="Google Shape;612;p54"/>
          <p:cNvSpPr/>
          <p:nvPr/>
        </p:nvSpPr>
        <p:spPr>
          <a:xfrm>
            <a:off x="7813300" y="152400"/>
            <a:ext cx="936300" cy="936300"/>
          </a:xfrm>
          <a:prstGeom prst="flowChartConnector">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6" name="Shape 616"/>
        <p:cNvGrpSpPr/>
        <p:nvPr/>
      </p:nvGrpSpPr>
      <p:grpSpPr>
        <a:xfrm>
          <a:off x="0" y="0"/>
          <a:ext cx="0" cy="0"/>
          <a:chOff x="0" y="0"/>
          <a:chExt cx="0" cy="0"/>
        </a:xfrm>
      </p:grpSpPr>
      <p:sp>
        <p:nvSpPr>
          <p:cNvPr id="617" name="Google Shape;617;p55"/>
          <p:cNvSpPr/>
          <p:nvPr/>
        </p:nvSpPr>
        <p:spPr>
          <a:xfrm>
            <a:off x="319617" y="152400"/>
            <a:ext cx="1167900" cy="128700"/>
          </a:xfrm>
          <a:prstGeom prst="roundRect">
            <a:avLst>
              <a:gd fmla="val 50000" name="adj"/>
            </a:avLst>
          </a:prstGeom>
          <a:solidFill>
            <a:srgbClr val="484D6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pt-BR" sz="600" u="none" cap="none" strike="noStrike">
                <a:solidFill>
                  <a:srgbClr val="F2F2F2"/>
                </a:solidFill>
                <a:latin typeface="DM Sans Black"/>
                <a:ea typeface="DM Sans Black"/>
                <a:cs typeface="DM Sans Black"/>
                <a:sym typeface="DM Sans Black"/>
              </a:rPr>
              <a:t>Unilever | Operação </a:t>
            </a:r>
            <a:r>
              <a:rPr lang="pt-BR" sz="600">
                <a:solidFill>
                  <a:srgbClr val="F2F2F2"/>
                </a:solidFill>
                <a:latin typeface="DM Sans Black"/>
                <a:ea typeface="DM Sans Black"/>
                <a:cs typeface="DM Sans Black"/>
                <a:sym typeface="DM Sans Black"/>
              </a:rPr>
              <a:t>2026</a:t>
            </a:r>
            <a:endParaRPr b="0" i="0" sz="500" u="none" cap="none" strike="noStrike">
              <a:solidFill>
                <a:srgbClr val="000000"/>
              </a:solidFill>
              <a:latin typeface="DM Sans Black"/>
              <a:ea typeface="DM Sans Black"/>
              <a:cs typeface="DM Sans Black"/>
              <a:sym typeface="DM Sans Black"/>
            </a:endParaRPr>
          </a:p>
        </p:txBody>
      </p:sp>
      <p:sp>
        <p:nvSpPr>
          <p:cNvPr id="618" name="Google Shape;618;p55"/>
          <p:cNvSpPr/>
          <p:nvPr/>
        </p:nvSpPr>
        <p:spPr>
          <a:xfrm>
            <a:off x="152400" y="152401"/>
            <a:ext cx="129000" cy="128700"/>
          </a:xfrm>
          <a:prstGeom prst="ellipse">
            <a:avLst/>
          </a:prstGeom>
          <a:solidFill>
            <a:srgbClr val="14E6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619" name="Google Shape;619;p55"/>
          <p:cNvSpPr txBox="1"/>
          <p:nvPr/>
        </p:nvSpPr>
        <p:spPr>
          <a:xfrm>
            <a:off x="535499" y="461438"/>
            <a:ext cx="3307500" cy="411000"/>
          </a:xfrm>
          <a:prstGeom prst="rect">
            <a:avLst/>
          </a:prstGeom>
          <a:noFill/>
          <a:ln>
            <a:noFill/>
          </a:ln>
        </p:spPr>
        <p:txBody>
          <a:bodyPr anchorCtr="0" anchor="t" bIns="57225" lIns="57225" spcFirstLastPara="1" rIns="57225" wrap="square" tIns="57225">
            <a:spAutoFit/>
          </a:bodyPr>
          <a:lstStyle/>
          <a:p>
            <a:pPr indent="0" lvl="0" marL="0" marR="0" rtl="0" algn="l">
              <a:lnSpc>
                <a:spcPct val="80000"/>
              </a:lnSpc>
              <a:spcBef>
                <a:spcPts val="0"/>
              </a:spcBef>
              <a:spcAft>
                <a:spcPts val="0"/>
              </a:spcAft>
              <a:buClr>
                <a:srgbClr val="D3B7F7"/>
              </a:buClr>
              <a:buSzPts val="2800"/>
              <a:buFont typeface="Helvetica Neue"/>
              <a:buNone/>
            </a:pPr>
            <a:r>
              <a:rPr b="1" i="0" lang="pt-BR" sz="2400" u="none" cap="none" strike="noStrike">
                <a:solidFill>
                  <a:srgbClr val="14E6FC"/>
                </a:solidFill>
                <a:latin typeface="Helvetica Neue"/>
                <a:ea typeface="Helvetica Neue"/>
                <a:cs typeface="Helvetica Neue"/>
                <a:sym typeface="Helvetica Neue"/>
              </a:rPr>
              <a:t>Validação de Dados</a:t>
            </a:r>
            <a:endParaRPr b="1" i="0" sz="2400" u="none" cap="none" strike="noStrike">
              <a:solidFill>
                <a:srgbClr val="14E6FC"/>
              </a:solidFill>
              <a:latin typeface="Helvetica Neue"/>
              <a:ea typeface="Helvetica Neue"/>
              <a:cs typeface="Helvetica Neue"/>
              <a:sym typeface="Helvetica Neue"/>
            </a:endParaRPr>
          </a:p>
        </p:txBody>
      </p:sp>
      <p:sp>
        <p:nvSpPr>
          <p:cNvPr id="620" name="Google Shape;620;p55"/>
          <p:cNvSpPr txBox="1"/>
          <p:nvPr>
            <p:ph idx="4294967295" type="body"/>
          </p:nvPr>
        </p:nvSpPr>
        <p:spPr>
          <a:xfrm>
            <a:off x="229650" y="1334100"/>
            <a:ext cx="6565500" cy="3330900"/>
          </a:xfrm>
          <a:prstGeom prst="rect">
            <a:avLst/>
          </a:prstGeom>
          <a:noFill/>
          <a:ln>
            <a:noFill/>
          </a:ln>
        </p:spPr>
        <p:txBody>
          <a:bodyPr anchorCtr="0" anchor="t" bIns="91425" lIns="91425" spcFirstLastPara="1" rIns="91425" wrap="square" tIns="91425">
            <a:noAutofit/>
          </a:bodyPr>
          <a:lstStyle/>
          <a:p>
            <a:pPr indent="-177800" lvl="0" marL="228600" rtl="0" algn="l">
              <a:lnSpc>
                <a:spcPct val="115000"/>
              </a:lnSpc>
              <a:spcBef>
                <a:spcPts val="0"/>
              </a:spcBef>
              <a:spcAft>
                <a:spcPts val="0"/>
              </a:spcAft>
              <a:buClr>
                <a:srgbClr val="494C67"/>
              </a:buClr>
              <a:buSzPts val="1000"/>
              <a:buFont typeface="DM Sans"/>
              <a:buChar char="●"/>
            </a:pPr>
            <a:r>
              <a:rPr b="1" lang="pt-BR" sz="1000">
                <a:solidFill>
                  <a:srgbClr val="494C67"/>
                </a:solidFill>
                <a:latin typeface="DM Sans"/>
                <a:ea typeface="DM Sans"/>
                <a:cs typeface="DM Sans"/>
                <a:sym typeface="DM Sans"/>
              </a:rPr>
              <a:t>Correção de Erros DV360 e Youtube</a:t>
            </a:r>
            <a:endParaRPr b="1" sz="1000">
              <a:solidFill>
                <a:srgbClr val="494C67"/>
              </a:solidFill>
              <a:latin typeface="DM Sans"/>
              <a:ea typeface="DM Sans"/>
              <a:cs typeface="DM Sans"/>
              <a:sym typeface="DM Sans"/>
            </a:endParaRPr>
          </a:p>
          <a:p>
            <a:pPr indent="0" lvl="0" marL="228600" rtl="0" algn="l">
              <a:lnSpc>
                <a:spcPct val="115000"/>
              </a:lnSpc>
              <a:spcBef>
                <a:spcPts val="0"/>
              </a:spcBef>
              <a:spcAft>
                <a:spcPts val="0"/>
              </a:spcAft>
              <a:buNone/>
            </a:pPr>
            <a:r>
              <a:t/>
            </a:r>
            <a:endParaRPr b="1" sz="1000">
              <a:solidFill>
                <a:srgbClr val="494C67"/>
              </a:solidFill>
              <a:latin typeface="DM Sans"/>
              <a:ea typeface="DM Sans"/>
              <a:cs typeface="DM Sans"/>
              <a:sym typeface="DM Sans"/>
            </a:endParaRPr>
          </a:p>
          <a:p>
            <a:pPr indent="0" lvl="0" marL="0" rtl="0" algn="l">
              <a:spcBef>
                <a:spcPts val="0"/>
              </a:spcBef>
              <a:spcAft>
                <a:spcPts val="0"/>
              </a:spcAft>
              <a:buNone/>
            </a:pPr>
            <a:r>
              <a:rPr b="1" lang="pt-BR" sz="1000">
                <a:solidFill>
                  <a:srgbClr val="494C67"/>
                </a:solidFill>
                <a:latin typeface="DM Sans"/>
                <a:ea typeface="DM Sans"/>
                <a:cs typeface="DM Sans"/>
                <a:sym typeface="DM Sans"/>
              </a:rPr>
              <a:t>Insertion Order</a:t>
            </a:r>
            <a:r>
              <a:rPr b="1" lang="pt-BR" sz="1000">
                <a:solidFill>
                  <a:srgbClr val="494C67"/>
                </a:solidFill>
                <a:latin typeface="DM Sans"/>
                <a:ea typeface="DM Sans"/>
                <a:cs typeface="DM Sans"/>
                <a:sym typeface="DM Sans"/>
              </a:rPr>
              <a:t>: </a:t>
            </a:r>
            <a:r>
              <a:rPr lang="pt-BR" sz="1000">
                <a:solidFill>
                  <a:srgbClr val="494C67"/>
                </a:solidFill>
                <a:latin typeface="DM Sans"/>
                <a:ea typeface="DM Sans"/>
                <a:cs typeface="DM Sans"/>
                <a:sym typeface="DM Sans"/>
              </a:rPr>
              <a:t>Quando o IO tem mais de 120 caracteres e a plataforma não permite a substituição por limitação de caracteres, o ajuste é feito diretamente no banco de dados pela engenharia.</a:t>
            </a:r>
            <a:endParaRPr sz="1000">
              <a:solidFill>
                <a:srgbClr val="494C67"/>
              </a:solidFill>
              <a:latin typeface="DM Sans"/>
              <a:ea typeface="DM Sans"/>
              <a:cs typeface="DM Sans"/>
              <a:sym typeface="DM Sans"/>
            </a:endParaRPr>
          </a:p>
          <a:p>
            <a:pPr indent="0" lvl="0" marL="0" rtl="0" algn="l">
              <a:spcBef>
                <a:spcPts val="0"/>
              </a:spcBef>
              <a:spcAft>
                <a:spcPts val="0"/>
              </a:spcAft>
              <a:buClr>
                <a:schemeClr val="dk1"/>
              </a:buClr>
              <a:buSzPts val="1800"/>
              <a:buFont typeface="Arial"/>
              <a:buNone/>
            </a:pPr>
            <a:r>
              <a:t/>
            </a:r>
            <a:endParaRPr b="1"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b="1" lang="pt-BR" sz="1000">
                <a:solidFill>
                  <a:srgbClr val="494C67"/>
                </a:solidFill>
                <a:latin typeface="DM Sans"/>
                <a:ea typeface="DM Sans"/>
                <a:cs typeface="DM Sans"/>
                <a:sym typeface="DM Sans"/>
              </a:rPr>
              <a:t>Ad Name: </a:t>
            </a:r>
            <a:r>
              <a:rPr lang="pt-BR" sz="1000">
                <a:solidFill>
                  <a:srgbClr val="494C67"/>
                </a:solidFill>
                <a:latin typeface="DM Sans"/>
                <a:ea typeface="DM Sans"/>
                <a:cs typeface="DM Sans"/>
                <a:sym typeface="DM Sans"/>
              </a:rPr>
              <a:t>Por conta de uma limitação da plataforma, os erros de Ad Name devem ser corrigidos tanto na plataforma quanto no banco de dados.</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É responsabilidade do mídia informar ao time de BI sobre a taxonomia reduzida e enviar a taxonomia correta, para que o engenheiro de dados faça o ajuste assim que ela for identificada no banco.</a:t>
            </a:r>
            <a:endParaRPr sz="1000">
              <a:solidFill>
                <a:srgbClr val="494C67"/>
              </a:solidFill>
              <a:latin typeface="DM Sans"/>
              <a:ea typeface="DM Sans"/>
              <a:cs typeface="DM Sans"/>
              <a:sym typeface="DM Sans"/>
            </a:endParaRPr>
          </a:p>
        </p:txBody>
      </p:sp>
      <p:pic>
        <p:nvPicPr>
          <p:cNvPr descr="Tornado White.png" id="621" name="Google Shape;621;p55"/>
          <p:cNvPicPr preferRelativeResize="0"/>
          <p:nvPr/>
        </p:nvPicPr>
        <p:blipFill rotWithShape="1">
          <a:blip r:embed="rId3">
            <a:alphaModFix/>
          </a:blip>
          <a:srcRect b="0" l="0" r="0" t="0"/>
          <a:stretch/>
        </p:blipFill>
        <p:spPr>
          <a:xfrm>
            <a:off x="76199" y="383391"/>
            <a:ext cx="545413" cy="539109"/>
          </a:xfrm>
          <a:prstGeom prst="rect">
            <a:avLst/>
          </a:prstGeom>
          <a:noFill/>
          <a:ln>
            <a:noFill/>
          </a:ln>
        </p:spPr>
      </p:pic>
      <p:sp>
        <p:nvSpPr>
          <p:cNvPr id="622" name="Google Shape;622;p55"/>
          <p:cNvSpPr txBox="1"/>
          <p:nvPr/>
        </p:nvSpPr>
        <p:spPr>
          <a:xfrm>
            <a:off x="5508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l">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Stormx for Unilever</a:t>
            </a:r>
            <a:endParaRPr b="1" i="0" sz="500" u="none" cap="none" strike="noStrike">
              <a:solidFill>
                <a:srgbClr val="484D67"/>
              </a:solidFill>
              <a:latin typeface="Helvetica Neue"/>
              <a:ea typeface="Helvetica Neue"/>
              <a:cs typeface="Helvetica Neue"/>
              <a:sym typeface="Helvetica Neue"/>
            </a:endParaRPr>
          </a:p>
        </p:txBody>
      </p:sp>
      <p:sp>
        <p:nvSpPr>
          <p:cNvPr id="623" name="Google Shape;623;p55"/>
          <p:cNvSpPr txBox="1"/>
          <p:nvPr/>
        </p:nvSpPr>
        <p:spPr>
          <a:xfrm>
            <a:off x="689594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r">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All rights reserved to Stormx @</a:t>
            </a:r>
            <a:r>
              <a:rPr b="1" lang="pt-BR" sz="500">
                <a:solidFill>
                  <a:srgbClr val="484D67"/>
                </a:solidFill>
                <a:latin typeface="Helvetica Neue"/>
                <a:ea typeface="Helvetica Neue"/>
                <a:cs typeface="Helvetica Neue"/>
                <a:sym typeface="Helvetica Neue"/>
              </a:rPr>
              <a:t>2026</a:t>
            </a:r>
            <a:r>
              <a:rPr b="1" i="0" lang="pt-BR" sz="500" u="none" cap="none" strike="noStrike">
                <a:solidFill>
                  <a:srgbClr val="484D67"/>
                </a:solidFill>
                <a:latin typeface="Helvetica Neue"/>
                <a:ea typeface="Helvetica Neue"/>
                <a:cs typeface="Helvetica Neue"/>
                <a:sym typeface="Helvetica Neue"/>
              </a:rPr>
              <a:t> // Digital Forward</a:t>
            </a:r>
            <a:endParaRPr b="1" i="0" sz="500" u="none" cap="none" strike="noStrike">
              <a:solidFill>
                <a:srgbClr val="484D67"/>
              </a:solidFill>
              <a:latin typeface="Helvetica Neue"/>
              <a:ea typeface="Helvetica Neue"/>
              <a:cs typeface="Helvetica Neue"/>
              <a:sym typeface="Helvetica Neue"/>
            </a:endParaRPr>
          </a:p>
        </p:txBody>
      </p:sp>
      <p:sp>
        <p:nvSpPr>
          <p:cNvPr id="624" name="Google Shape;624;p55"/>
          <p:cNvSpPr/>
          <p:nvPr/>
        </p:nvSpPr>
        <p:spPr>
          <a:xfrm>
            <a:off x="7813300" y="152400"/>
            <a:ext cx="936300" cy="936300"/>
          </a:xfrm>
          <a:prstGeom prst="flowChartConnector">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8" name="Shape 628"/>
        <p:cNvGrpSpPr/>
        <p:nvPr/>
      </p:nvGrpSpPr>
      <p:grpSpPr>
        <a:xfrm>
          <a:off x="0" y="0"/>
          <a:ext cx="0" cy="0"/>
          <a:chOff x="0" y="0"/>
          <a:chExt cx="0" cy="0"/>
        </a:xfrm>
      </p:grpSpPr>
      <p:sp>
        <p:nvSpPr>
          <p:cNvPr id="629" name="Google Shape;629;p56"/>
          <p:cNvSpPr/>
          <p:nvPr/>
        </p:nvSpPr>
        <p:spPr>
          <a:xfrm>
            <a:off x="319617" y="152400"/>
            <a:ext cx="1167900" cy="128700"/>
          </a:xfrm>
          <a:prstGeom prst="roundRect">
            <a:avLst>
              <a:gd fmla="val 50000" name="adj"/>
            </a:avLst>
          </a:prstGeom>
          <a:solidFill>
            <a:srgbClr val="484D6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pt-BR" sz="600" u="none" cap="none" strike="noStrike">
                <a:solidFill>
                  <a:srgbClr val="F2F2F2"/>
                </a:solidFill>
                <a:latin typeface="DM Sans Black"/>
                <a:ea typeface="DM Sans Black"/>
                <a:cs typeface="DM Sans Black"/>
                <a:sym typeface="DM Sans Black"/>
              </a:rPr>
              <a:t>Unilever | Operação </a:t>
            </a:r>
            <a:r>
              <a:rPr lang="pt-BR" sz="600">
                <a:solidFill>
                  <a:srgbClr val="F2F2F2"/>
                </a:solidFill>
                <a:latin typeface="DM Sans Black"/>
                <a:ea typeface="DM Sans Black"/>
                <a:cs typeface="DM Sans Black"/>
                <a:sym typeface="DM Sans Black"/>
              </a:rPr>
              <a:t>2026</a:t>
            </a:r>
            <a:endParaRPr b="0" i="0" sz="500" u="none" cap="none" strike="noStrike">
              <a:solidFill>
                <a:srgbClr val="000000"/>
              </a:solidFill>
              <a:latin typeface="DM Sans Black"/>
              <a:ea typeface="DM Sans Black"/>
              <a:cs typeface="DM Sans Black"/>
              <a:sym typeface="DM Sans Black"/>
            </a:endParaRPr>
          </a:p>
        </p:txBody>
      </p:sp>
      <p:sp>
        <p:nvSpPr>
          <p:cNvPr id="630" name="Google Shape;630;p56"/>
          <p:cNvSpPr/>
          <p:nvPr/>
        </p:nvSpPr>
        <p:spPr>
          <a:xfrm>
            <a:off x="152400" y="152401"/>
            <a:ext cx="129000" cy="128700"/>
          </a:xfrm>
          <a:prstGeom prst="ellipse">
            <a:avLst/>
          </a:prstGeom>
          <a:solidFill>
            <a:srgbClr val="14E6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631" name="Google Shape;631;p56"/>
          <p:cNvSpPr txBox="1"/>
          <p:nvPr/>
        </p:nvSpPr>
        <p:spPr>
          <a:xfrm>
            <a:off x="535499" y="461438"/>
            <a:ext cx="3307500" cy="411000"/>
          </a:xfrm>
          <a:prstGeom prst="rect">
            <a:avLst/>
          </a:prstGeom>
          <a:noFill/>
          <a:ln>
            <a:noFill/>
          </a:ln>
        </p:spPr>
        <p:txBody>
          <a:bodyPr anchorCtr="0" anchor="t" bIns="57225" lIns="57225" spcFirstLastPara="1" rIns="57225" wrap="square" tIns="57225">
            <a:spAutoFit/>
          </a:bodyPr>
          <a:lstStyle/>
          <a:p>
            <a:pPr indent="0" lvl="0" marL="0" marR="0" rtl="0" algn="l">
              <a:lnSpc>
                <a:spcPct val="80000"/>
              </a:lnSpc>
              <a:spcBef>
                <a:spcPts val="0"/>
              </a:spcBef>
              <a:spcAft>
                <a:spcPts val="0"/>
              </a:spcAft>
              <a:buClr>
                <a:srgbClr val="D3B7F7"/>
              </a:buClr>
              <a:buSzPts val="2800"/>
              <a:buFont typeface="Helvetica Neue"/>
              <a:buNone/>
            </a:pPr>
            <a:r>
              <a:rPr b="1" lang="pt-BR" sz="2400">
                <a:solidFill>
                  <a:srgbClr val="14E6FC"/>
                </a:solidFill>
                <a:latin typeface="Helvetica Neue"/>
                <a:ea typeface="Helvetica Neue"/>
                <a:cs typeface="Helvetica Neue"/>
                <a:sym typeface="Helvetica Neue"/>
              </a:rPr>
              <a:t>Regras e Erros</a:t>
            </a:r>
            <a:endParaRPr b="1" i="0" sz="2400" u="none" cap="none" strike="noStrike">
              <a:solidFill>
                <a:srgbClr val="14E6FC"/>
              </a:solidFill>
              <a:latin typeface="Helvetica Neue"/>
              <a:ea typeface="Helvetica Neue"/>
              <a:cs typeface="Helvetica Neue"/>
              <a:sym typeface="Helvetica Neue"/>
            </a:endParaRPr>
          </a:p>
        </p:txBody>
      </p:sp>
      <p:sp>
        <p:nvSpPr>
          <p:cNvPr id="632" name="Google Shape;632;p56"/>
          <p:cNvSpPr txBox="1"/>
          <p:nvPr>
            <p:ph idx="4294967295" type="body"/>
          </p:nvPr>
        </p:nvSpPr>
        <p:spPr>
          <a:xfrm>
            <a:off x="229650" y="1334100"/>
            <a:ext cx="6776700" cy="3330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pt-BR" sz="1000">
                <a:solidFill>
                  <a:srgbClr val="494C67"/>
                </a:solidFill>
                <a:latin typeface="DM Sans"/>
                <a:ea typeface="DM Sans"/>
                <a:cs typeface="DM Sans"/>
                <a:sym typeface="DM Sans"/>
              </a:rPr>
              <a:t>Taxonomia por Plataforma</a:t>
            </a:r>
            <a:endParaRPr b="1"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Proibido usar a taxonomia de uma plataforma em outra. Cada plataforma tem estrutura própria, e misturar compromete o banco.</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b="1"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b="1" lang="pt-BR" sz="1000">
                <a:solidFill>
                  <a:srgbClr val="494C67"/>
                </a:solidFill>
                <a:latin typeface="DM Sans"/>
                <a:ea typeface="DM Sans"/>
                <a:cs typeface="DM Sans"/>
                <a:sym typeface="DM Sans"/>
              </a:rPr>
              <a:t>Ad Name Duplicado</a:t>
            </a:r>
            <a:endParaRPr b="1"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b="1"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Mesmo asset = Ad Name diferente por Ad Group. ID único, solicitar individualmente à Stormx.</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b="1" lang="pt-BR" sz="1000">
                <a:solidFill>
                  <a:srgbClr val="494C67"/>
                </a:solidFill>
                <a:latin typeface="DM Sans"/>
                <a:ea typeface="DM Sans"/>
                <a:cs typeface="DM Sans"/>
                <a:sym typeface="DM Sans"/>
              </a:rPr>
              <a:t>Cópia de Ad Group/Ad Name</a:t>
            </a:r>
            <a:endParaRPr b="1"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Nunca duplicar direto na plataforma, pois sufixos “cópia”/”copy” quebram a taxonomia. Sempre solicitar nova taxonomia à Stormx.</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b="1" lang="pt-BR" sz="1000">
                <a:solidFill>
                  <a:srgbClr val="494C67"/>
                </a:solidFill>
                <a:latin typeface="DM Sans"/>
                <a:ea typeface="DM Sans"/>
                <a:cs typeface="DM Sans"/>
                <a:sym typeface="DM Sans"/>
              </a:rPr>
              <a:t>Caracteres Especiais</a:t>
            </a:r>
            <a:endParaRPr b="1"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Proibido: acentos, apóstrofo ('), travessão (—), underscore (_) e pipe (|). Usar apenas letras, números e hífen (-).</a:t>
            </a:r>
            <a:endParaRPr sz="1000">
              <a:solidFill>
                <a:srgbClr val="494C67"/>
              </a:solidFill>
              <a:latin typeface="DM Sans"/>
              <a:ea typeface="DM Sans"/>
              <a:cs typeface="DM Sans"/>
              <a:sym typeface="DM Sans"/>
            </a:endParaRPr>
          </a:p>
        </p:txBody>
      </p:sp>
      <p:pic>
        <p:nvPicPr>
          <p:cNvPr descr="Tornado White.png" id="633" name="Google Shape;633;p56"/>
          <p:cNvPicPr preferRelativeResize="0"/>
          <p:nvPr/>
        </p:nvPicPr>
        <p:blipFill rotWithShape="1">
          <a:blip r:embed="rId3">
            <a:alphaModFix/>
          </a:blip>
          <a:srcRect b="0" l="0" r="0" t="0"/>
          <a:stretch/>
        </p:blipFill>
        <p:spPr>
          <a:xfrm>
            <a:off x="76199" y="383391"/>
            <a:ext cx="545413" cy="539109"/>
          </a:xfrm>
          <a:prstGeom prst="rect">
            <a:avLst/>
          </a:prstGeom>
          <a:noFill/>
          <a:ln>
            <a:noFill/>
          </a:ln>
        </p:spPr>
      </p:pic>
      <p:sp>
        <p:nvSpPr>
          <p:cNvPr id="634" name="Google Shape;634;p56"/>
          <p:cNvSpPr txBox="1"/>
          <p:nvPr/>
        </p:nvSpPr>
        <p:spPr>
          <a:xfrm>
            <a:off x="5508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l">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Stormx for Unilever</a:t>
            </a:r>
            <a:endParaRPr b="1" i="0" sz="500" u="none" cap="none" strike="noStrike">
              <a:solidFill>
                <a:srgbClr val="484D67"/>
              </a:solidFill>
              <a:latin typeface="Helvetica Neue"/>
              <a:ea typeface="Helvetica Neue"/>
              <a:cs typeface="Helvetica Neue"/>
              <a:sym typeface="Helvetica Neue"/>
            </a:endParaRPr>
          </a:p>
        </p:txBody>
      </p:sp>
      <p:sp>
        <p:nvSpPr>
          <p:cNvPr id="635" name="Google Shape;635;p56"/>
          <p:cNvSpPr txBox="1"/>
          <p:nvPr/>
        </p:nvSpPr>
        <p:spPr>
          <a:xfrm>
            <a:off x="689594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r">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All rights reserved to Stormx @</a:t>
            </a:r>
            <a:r>
              <a:rPr b="1" lang="pt-BR" sz="500">
                <a:solidFill>
                  <a:srgbClr val="484D67"/>
                </a:solidFill>
                <a:latin typeface="Helvetica Neue"/>
                <a:ea typeface="Helvetica Neue"/>
                <a:cs typeface="Helvetica Neue"/>
                <a:sym typeface="Helvetica Neue"/>
              </a:rPr>
              <a:t>2026</a:t>
            </a:r>
            <a:r>
              <a:rPr b="1" i="0" lang="pt-BR" sz="500" u="none" cap="none" strike="noStrike">
                <a:solidFill>
                  <a:srgbClr val="484D67"/>
                </a:solidFill>
                <a:latin typeface="Helvetica Neue"/>
                <a:ea typeface="Helvetica Neue"/>
                <a:cs typeface="Helvetica Neue"/>
                <a:sym typeface="Helvetica Neue"/>
              </a:rPr>
              <a:t> // Digital Forward</a:t>
            </a:r>
            <a:endParaRPr b="1" i="0" sz="500" u="none" cap="none" strike="noStrike">
              <a:solidFill>
                <a:srgbClr val="484D67"/>
              </a:solidFill>
              <a:latin typeface="Helvetica Neue"/>
              <a:ea typeface="Helvetica Neue"/>
              <a:cs typeface="Helvetica Neue"/>
              <a:sym typeface="Helvetica Neue"/>
            </a:endParaRPr>
          </a:p>
        </p:txBody>
      </p:sp>
      <p:sp>
        <p:nvSpPr>
          <p:cNvPr id="636" name="Google Shape;636;p56"/>
          <p:cNvSpPr/>
          <p:nvPr/>
        </p:nvSpPr>
        <p:spPr>
          <a:xfrm>
            <a:off x="7813300" y="152400"/>
            <a:ext cx="936300" cy="936300"/>
          </a:xfrm>
          <a:prstGeom prst="flowChartConnector">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0" name="Shape 640"/>
        <p:cNvGrpSpPr/>
        <p:nvPr/>
      </p:nvGrpSpPr>
      <p:grpSpPr>
        <a:xfrm>
          <a:off x="0" y="0"/>
          <a:ext cx="0" cy="0"/>
          <a:chOff x="0" y="0"/>
          <a:chExt cx="0" cy="0"/>
        </a:xfrm>
      </p:grpSpPr>
      <p:sp>
        <p:nvSpPr>
          <p:cNvPr id="641" name="Google Shape;641;p57"/>
          <p:cNvSpPr/>
          <p:nvPr/>
        </p:nvSpPr>
        <p:spPr>
          <a:xfrm>
            <a:off x="319617" y="152400"/>
            <a:ext cx="1167900" cy="128700"/>
          </a:xfrm>
          <a:prstGeom prst="roundRect">
            <a:avLst>
              <a:gd fmla="val 50000" name="adj"/>
            </a:avLst>
          </a:prstGeom>
          <a:solidFill>
            <a:srgbClr val="484D6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pt-BR" sz="600" u="none" cap="none" strike="noStrike">
                <a:solidFill>
                  <a:srgbClr val="F2F2F2"/>
                </a:solidFill>
                <a:latin typeface="DM Sans Black"/>
                <a:ea typeface="DM Sans Black"/>
                <a:cs typeface="DM Sans Black"/>
                <a:sym typeface="DM Sans Black"/>
              </a:rPr>
              <a:t>Unilever | Operação </a:t>
            </a:r>
            <a:r>
              <a:rPr lang="pt-BR" sz="600">
                <a:solidFill>
                  <a:srgbClr val="F2F2F2"/>
                </a:solidFill>
                <a:latin typeface="DM Sans Black"/>
                <a:ea typeface="DM Sans Black"/>
                <a:cs typeface="DM Sans Black"/>
                <a:sym typeface="DM Sans Black"/>
              </a:rPr>
              <a:t>2026</a:t>
            </a:r>
            <a:endParaRPr b="0" i="0" sz="500" u="none" cap="none" strike="noStrike">
              <a:solidFill>
                <a:srgbClr val="000000"/>
              </a:solidFill>
              <a:latin typeface="DM Sans Black"/>
              <a:ea typeface="DM Sans Black"/>
              <a:cs typeface="DM Sans Black"/>
              <a:sym typeface="DM Sans Black"/>
            </a:endParaRPr>
          </a:p>
        </p:txBody>
      </p:sp>
      <p:sp>
        <p:nvSpPr>
          <p:cNvPr id="642" name="Google Shape;642;p57"/>
          <p:cNvSpPr/>
          <p:nvPr/>
        </p:nvSpPr>
        <p:spPr>
          <a:xfrm>
            <a:off x="152400" y="152401"/>
            <a:ext cx="129000" cy="128700"/>
          </a:xfrm>
          <a:prstGeom prst="ellipse">
            <a:avLst/>
          </a:prstGeom>
          <a:solidFill>
            <a:srgbClr val="14E6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643" name="Google Shape;643;p57"/>
          <p:cNvSpPr txBox="1"/>
          <p:nvPr/>
        </p:nvSpPr>
        <p:spPr>
          <a:xfrm>
            <a:off x="535499" y="461438"/>
            <a:ext cx="3307500" cy="411000"/>
          </a:xfrm>
          <a:prstGeom prst="rect">
            <a:avLst/>
          </a:prstGeom>
          <a:noFill/>
          <a:ln>
            <a:noFill/>
          </a:ln>
        </p:spPr>
        <p:txBody>
          <a:bodyPr anchorCtr="0" anchor="t" bIns="57225" lIns="57225" spcFirstLastPara="1" rIns="57225" wrap="square" tIns="57225">
            <a:spAutoFit/>
          </a:bodyPr>
          <a:lstStyle/>
          <a:p>
            <a:pPr indent="0" lvl="0" marL="0" marR="0" rtl="0" algn="l">
              <a:lnSpc>
                <a:spcPct val="80000"/>
              </a:lnSpc>
              <a:spcBef>
                <a:spcPts val="0"/>
              </a:spcBef>
              <a:spcAft>
                <a:spcPts val="0"/>
              </a:spcAft>
              <a:buClr>
                <a:srgbClr val="D3B7F7"/>
              </a:buClr>
              <a:buSzPts val="2800"/>
              <a:buFont typeface="Helvetica Neue"/>
              <a:buNone/>
            </a:pPr>
            <a:r>
              <a:rPr b="1" lang="pt-BR" sz="2400">
                <a:solidFill>
                  <a:srgbClr val="14E6FC"/>
                </a:solidFill>
                <a:latin typeface="Helvetica Neue"/>
                <a:ea typeface="Helvetica Neue"/>
                <a:cs typeface="Helvetica Neue"/>
                <a:sym typeface="Helvetica Neue"/>
              </a:rPr>
              <a:t>Regras e Erros</a:t>
            </a:r>
            <a:endParaRPr b="1" i="0" sz="2400" u="none" cap="none" strike="noStrike">
              <a:solidFill>
                <a:srgbClr val="14E6FC"/>
              </a:solidFill>
              <a:latin typeface="Helvetica Neue"/>
              <a:ea typeface="Helvetica Neue"/>
              <a:cs typeface="Helvetica Neue"/>
              <a:sym typeface="Helvetica Neue"/>
            </a:endParaRPr>
          </a:p>
        </p:txBody>
      </p:sp>
      <p:sp>
        <p:nvSpPr>
          <p:cNvPr id="644" name="Google Shape;644;p57"/>
          <p:cNvSpPr txBox="1"/>
          <p:nvPr>
            <p:ph idx="4294967295" type="body"/>
          </p:nvPr>
        </p:nvSpPr>
        <p:spPr>
          <a:xfrm>
            <a:off x="229650" y="1334100"/>
            <a:ext cx="6776700" cy="3330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pt-BR" sz="1000">
                <a:solidFill>
                  <a:srgbClr val="494C67"/>
                </a:solidFill>
                <a:latin typeface="DM Sans"/>
                <a:ea typeface="DM Sans"/>
                <a:cs typeface="DM Sans"/>
                <a:sym typeface="DM Sans"/>
              </a:rPr>
              <a:t>Taxonomia Genérica</a:t>
            </a:r>
            <a:endParaRPr b="1"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Exceção para quando o criativo ainda não chegou e a implementação será em feriado ou fora do horário comercial. Segue a estrutura correta da taxonomia, com algumas informações genéricas, e o time tem 24h para solicitar o ajuste com os dados corretos.</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b="1"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b="1" lang="pt-BR" sz="1000">
                <a:solidFill>
                  <a:srgbClr val="494C67"/>
                </a:solidFill>
                <a:latin typeface="DM Sans"/>
                <a:ea typeface="DM Sans"/>
                <a:cs typeface="DM Sans"/>
                <a:sym typeface="DM Sans"/>
              </a:rPr>
              <a:t>Campaign Name e Campaign Local</a:t>
            </a:r>
            <a:endParaRPr b="1"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b="1"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O Campaign Local deve ser igual ao Campaign Name, salvo mediante aprovação da UL Brasil. O Campaign Name genérico vale apenas até o Global aprovar o nome oficial. Quando o nome oficial chegar, todas as taxonomias devem ser ajustadas.</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b="1" lang="pt-BR" sz="1000">
                <a:solidFill>
                  <a:srgbClr val="494C67"/>
                </a:solidFill>
                <a:latin typeface="DM Sans"/>
                <a:ea typeface="DM Sans"/>
                <a:cs typeface="DM Sans"/>
                <a:sym typeface="DM Sans"/>
              </a:rPr>
              <a:t>Google PMax</a:t>
            </a:r>
            <a:endParaRPr b="1"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Sem Ad Group: quebra extra de Format Type Local no Campaign (valor: "pmax"). Publisher = "google-pmax".</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b="1" lang="pt-BR" sz="1000">
                <a:solidFill>
                  <a:srgbClr val="494C67"/>
                </a:solidFill>
                <a:latin typeface="DM Sans"/>
                <a:ea typeface="DM Sans"/>
                <a:cs typeface="DM Sans"/>
                <a:sym typeface="DM Sans"/>
              </a:rPr>
              <a:t>Google | Search e Demand Gen</a:t>
            </a:r>
            <a:endParaRPr b="1"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Search: Publisher = "google-search". Demand Gen: Publisher = "google-ads" (Google) ou "youtube" (YouTube).</a:t>
            </a:r>
            <a:endParaRPr sz="1000">
              <a:solidFill>
                <a:srgbClr val="494C67"/>
              </a:solidFill>
              <a:latin typeface="DM Sans"/>
              <a:ea typeface="DM Sans"/>
              <a:cs typeface="DM Sans"/>
              <a:sym typeface="DM Sans"/>
            </a:endParaRPr>
          </a:p>
        </p:txBody>
      </p:sp>
      <p:pic>
        <p:nvPicPr>
          <p:cNvPr descr="Tornado White.png" id="645" name="Google Shape;645;p57"/>
          <p:cNvPicPr preferRelativeResize="0"/>
          <p:nvPr/>
        </p:nvPicPr>
        <p:blipFill rotWithShape="1">
          <a:blip r:embed="rId3">
            <a:alphaModFix/>
          </a:blip>
          <a:srcRect b="0" l="0" r="0" t="0"/>
          <a:stretch/>
        </p:blipFill>
        <p:spPr>
          <a:xfrm>
            <a:off x="76199" y="383391"/>
            <a:ext cx="545413" cy="539109"/>
          </a:xfrm>
          <a:prstGeom prst="rect">
            <a:avLst/>
          </a:prstGeom>
          <a:noFill/>
          <a:ln>
            <a:noFill/>
          </a:ln>
        </p:spPr>
      </p:pic>
      <p:sp>
        <p:nvSpPr>
          <p:cNvPr id="646" name="Google Shape;646;p57"/>
          <p:cNvSpPr txBox="1"/>
          <p:nvPr/>
        </p:nvSpPr>
        <p:spPr>
          <a:xfrm>
            <a:off x="5508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l">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Stormx for Unilever</a:t>
            </a:r>
            <a:endParaRPr b="1" i="0" sz="500" u="none" cap="none" strike="noStrike">
              <a:solidFill>
                <a:srgbClr val="484D67"/>
              </a:solidFill>
              <a:latin typeface="Helvetica Neue"/>
              <a:ea typeface="Helvetica Neue"/>
              <a:cs typeface="Helvetica Neue"/>
              <a:sym typeface="Helvetica Neue"/>
            </a:endParaRPr>
          </a:p>
        </p:txBody>
      </p:sp>
      <p:sp>
        <p:nvSpPr>
          <p:cNvPr id="647" name="Google Shape;647;p57"/>
          <p:cNvSpPr txBox="1"/>
          <p:nvPr/>
        </p:nvSpPr>
        <p:spPr>
          <a:xfrm>
            <a:off x="689594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r">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All rights reserved to Stormx @</a:t>
            </a:r>
            <a:r>
              <a:rPr b="1" lang="pt-BR" sz="500">
                <a:solidFill>
                  <a:srgbClr val="484D67"/>
                </a:solidFill>
                <a:latin typeface="Helvetica Neue"/>
                <a:ea typeface="Helvetica Neue"/>
                <a:cs typeface="Helvetica Neue"/>
                <a:sym typeface="Helvetica Neue"/>
              </a:rPr>
              <a:t>2026</a:t>
            </a:r>
            <a:r>
              <a:rPr b="1" i="0" lang="pt-BR" sz="500" u="none" cap="none" strike="noStrike">
                <a:solidFill>
                  <a:srgbClr val="484D67"/>
                </a:solidFill>
                <a:latin typeface="Helvetica Neue"/>
                <a:ea typeface="Helvetica Neue"/>
                <a:cs typeface="Helvetica Neue"/>
                <a:sym typeface="Helvetica Neue"/>
              </a:rPr>
              <a:t> // Digital Forward</a:t>
            </a:r>
            <a:endParaRPr b="1" i="0" sz="500" u="none" cap="none" strike="noStrike">
              <a:solidFill>
                <a:srgbClr val="484D67"/>
              </a:solidFill>
              <a:latin typeface="Helvetica Neue"/>
              <a:ea typeface="Helvetica Neue"/>
              <a:cs typeface="Helvetica Neue"/>
              <a:sym typeface="Helvetica Neue"/>
            </a:endParaRPr>
          </a:p>
        </p:txBody>
      </p:sp>
      <p:sp>
        <p:nvSpPr>
          <p:cNvPr id="648" name="Google Shape;648;p57"/>
          <p:cNvSpPr/>
          <p:nvPr/>
        </p:nvSpPr>
        <p:spPr>
          <a:xfrm>
            <a:off x="7813300" y="152400"/>
            <a:ext cx="936300" cy="936300"/>
          </a:xfrm>
          <a:prstGeom prst="flowChartConnector">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2" name="Shape 652"/>
        <p:cNvGrpSpPr/>
        <p:nvPr/>
      </p:nvGrpSpPr>
      <p:grpSpPr>
        <a:xfrm>
          <a:off x="0" y="0"/>
          <a:ext cx="0" cy="0"/>
          <a:chOff x="0" y="0"/>
          <a:chExt cx="0" cy="0"/>
        </a:xfrm>
      </p:grpSpPr>
      <p:sp>
        <p:nvSpPr>
          <p:cNvPr id="653" name="Google Shape;653;p58"/>
          <p:cNvSpPr/>
          <p:nvPr/>
        </p:nvSpPr>
        <p:spPr>
          <a:xfrm>
            <a:off x="319617" y="152400"/>
            <a:ext cx="1167900" cy="128700"/>
          </a:xfrm>
          <a:prstGeom prst="roundRect">
            <a:avLst>
              <a:gd fmla="val 50000" name="adj"/>
            </a:avLst>
          </a:prstGeom>
          <a:solidFill>
            <a:srgbClr val="484D6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pt-BR" sz="600" u="none" cap="none" strike="noStrike">
                <a:solidFill>
                  <a:srgbClr val="F2F2F2"/>
                </a:solidFill>
                <a:latin typeface="DM Sans Black"/>
                <a:ea typeface="DM Sans Black"/>
                <a:cs typeface="DM Sans Black"/>
                <a:sym typeface="DM Sans Black"/>
              </a:rPr>
              <a:t>Unilever | Operação </a:t>
            </a:r>
            <a:r>
              <a:rPr lang="pt-BR" sz="600">
                <a:solidFill>
                  <a:srgbClr val="F2F2F2"/>
                </a:solidFill>
                <a:latin typeface="DM Sans Black"/>
                <a:ea typeface="DM Sans Black"/>
                <a:cs typeface="DM Sans Black"/>
                <a:sym typeface="DM Sans Black"/>
              </a:rPr>
              <a:t>2026</a:t>
            </a:r>
            <a:endParaRPr b="0" i="0" sz="500" u="none" cap="none" strike="noStrike">
              <a:solidFill>
                <a:srgbClr val="000000"/>
              </a:solidFill>
              <a:latin typeface="DM Sans Black"/>
              <a:ea typeface="DM Sans Black"/>
              <a:cs typeface="DM Sans Black"/>
              <a:sym typeface="DM Sans Black"/>
            </a:endParaRPr>
          </a:p>
        </p:txBody>
      </p:sp>
      <p:sp>
        <p:nvSpPr>
          <p:cNvPr id="654" name="Google Shape;654;p58"/>
          <p:cNvSpPr/>
          <p:nvPr/>
        </p:nvSpPr>
        <p:spPr>
          <a:xfrm>
            <a:off x="152400" y="152401"/>
            <a:ext cx="129000" cy="128700"/>
          </a:xfrm>
          <a:prstGeom prst="ellipse">
            <a:avLst/>
          </a:prstGeom>
          <a:solidFill>
            <a:srgbClr val="14E6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655" name="Google Shape;655;p58"/>
          <p:cNvSpPr txBox="1"/>
          <p:nvPr/>
        </p:nvSpPr>
        <p:spPr>
          <a:xfrm>
            <a:off x="535499" y="461438"/>
            <a:ext cx="3307500" cy="411000"/>
          </a:xfrm>
          <a:prstGeom prst="rect">
            <a:avLst/>
          </a:prstGeom>
          <a:noFill/>
          <a:ln>
            <a:noFill/>
          </a:ln>
        </p:spPr>
        <p:txBody>
          <a:bodyPr anchorCtr="0" anchor="t" bIns="57225" lIns="57225" spcFirstLastPara="1" rIns="57225" wrap="square" tIns="57225">
            <a:spAutoFit/>
          </a:bodyPr>
          <a:lstStyle/>
          <a:p>
            <a:pPr indent="0" lvl="0" marL="0" marR="0" rtl="0" algn="l">
              <a:lnSpc>
                <a:spcPct val="80000"/>
              </a:lnSpc>
              <a:spcBef>
                <a:spcPts val="0"/>
              </a:spcBef>
              <a:spcAft>
                <a:spcPts val="0"/>
              </a:spcAft>
              <a:buClr>
                <a:srgbClr val="D3B7F7"/>
              </a:buClr>
              <a:buSzPts val="2800"/>
              <a:buFont typeface="Helvetica Neue"/>
              <a:buNone/>
            </a:pPr>
            <a:r>
              <a:rPr b="1" lang="pt-BR" sz="2400">
                <a:solidFill>
                  <a:srgbClr val="14E6FC"/>
                </a:solidFill>
                <a:latin typeface="Helvetica Neue"/>
                <a:ea typeface="Helvetica Neue"/>
                <a:cs typeface="Helvetica Neue"/>
                <a:sym typeface="Helvetica Neue"/>
              </a:rPr>
              <a:t>Regras e Erros</a:t>
            </a:r>
            <a:endParaRPr b="1" i="0" sz="2400" u="none" cap="none" strike="noStrike">
              <a:solidFill>
                <a:srgbClr val="14E6FC"/>
              </a:solidFill>
              <a:latin typeface="Helvetica Neue"/>
              <a:ea typeface="Helvetica Neue"/>
              <a:cs typeface="Helvetica Neue"/>
              <a:sym typeface="Helvetica Neue"/>
            </a:endParaRPr>
          </a:p>
        </p:txBody>
      </p:sp>
      <p:sp>
        <p:nvSpPr>
          <p:cNvPr id="656" name="Google Shape;656;p58"/>
          <p:cNvSpPr txBox="1"/>
          <p:nvPr>
            <p:ph idx="4294967295" type="body"/>
          </p:nvPr>
        </p:nvSpPr>
        <p:spPr>
          <a:xfrm>
            <a:off x="229650" y="1334100"/>
            <a:ext cx="6776700" cy="3330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pt-BR" sz="1000">
                <a:solidFill>
                  <a:srgbClr val="494C67"/>
                </a:solidFill>
                <a:latin typeface="DM Sans"/>
                <a:ea typeface="DM Sans"/>
                <a:cs typeface="DM Sans"/>
                <a:sym typeface="DM Sans"/>
              </a:rPr>
              <a:t>TikTok Shop</a:t>
            </a:r>
            <a:endParaRPr b="1"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Na plataforma do TikTok Shop só é permitido preencher o Campaign, não existe Ad Group nem Ad Name. Por isso a Stormx envia uma taxonomia de Campaign personalizada para a plataforma.</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Como esse tipo de campanha não é extraído via API, o mídia precisa preencher os dados na planilha manual de compra direta. Mesmo sendo compra direta, o BI criou uma regra para que a taxonomia preenchida seja lida como TikTok, com a estrutura normal da plataforma.</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Por isso a Stormx entrega 4 taxonomias na RM. Campaign, Ad Group e Ad Name vão na planilha de compra direta e ficam nas primeiras colunas de taxonomia da RM. O Campaign de TikTok Shop vai na plataforma e fica mais ao final da RM.</a:t>
            </a:r>
            <a:endParaRPr sz="1000">
              <a:solidFill>
                <a:srgbClr val="494C67"/>
              </a:solidFill>
              <a:latin typeface="DM Sans"/>
              <a:ea typeface="DM Sans"/>
              <a:cs typeface="DM Sans"/>
              <a:sym typeface="DM Sans"/>
            </a:endParaRPr>
          </a:p>
        </p:txBody>
      </p:sp>
      <p:pic>
        <p:nvPicPr>
          <p:cNvPr descr="Tornado White.png" id="657" name="Google Shape;657;p58"/>
          <p:cNvPicPr preferRelativeResize="0"/>
          <p:nvPr/>
        </p:nvPicPr>
        <p:blipFill rotWithShape="1">
          <a:blip r:embed="rId3">
            <a:alphaModFix/>
          </a:blip>
          <a:srcRect b="0" l="0" r="0" t="0"/>
          <a:stretch/>
        </p:blipFill>
        <p:spPr>
          <a:xfrm>
            <a:off x="76199" y="383391"/>
            <a:ext cx="545413" cy="539109"/>
          </a:xfrm>
          <a:prstGeom prst="rect">
            <a:avLst/>
          </a:prstGeom>
          <a:noFill/>
          <a:ln>
            <a:noFill/>
          </a:ln>
        </p:spPr>
      </p:pic>
      <p:sp>
        <p:nvSpPr>
          <p:cNvPr id="658" name="Google Shape;658;p58"/>
          <p:cNvSpPr txBox="1"/>
          <p:nvPr/>
        </p:nvSpPr>
        <p:spPr>
          <a:xfrm>
            <a:off x="5508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l">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Stormx for Unilever</a:t>
            </a:r>
            <a:endParaRPr b="1" i="0" sz="500" u="none" cap="none" strike="noStrike">
              <a:solidFill>
                <a:srgbClr val="484D67"/>
              </a:solidFill>
              <a:latin typeface="Helvetica Neue"/>
              <a:ea typeface="Helvetica Neue"/>
              <a:cs typeface="Helvetica Neue"/>
              <a:sym typeface="Helvetica Neue"/>
            </a:endParaRPr>
          </a:p>
        </p:txBody>
      </p:sp>
      <p:sp>
        <p:nvSpPr>
          <p:cNvPr id="659" name="Google Shape;659;p58"/>
          <p:cNvSpPr txBox="1"/>
          <p:nvPr/>
        </p:nvSpPr>
        <p:spPr>
          <a:xfrm>
            <a:off x="689594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r">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All rights reserved to Stormx @</a:t>
            </a:r>
            <a:r>
              <a:rPr b="1" lang="pt-BR" sz="500">
                <a:solidFill>
                  <a:srgbClr val="484D67"/>
                </a:solidFill>
                <a:latin typeface="Helvetica Neue"/>
                <a:ea typeface="Helvetica Neue"/>
                <a:cs typeface="Helvetica Neue"/>
                <a:sym typeface="Helvetica Neue"/>
              </a:rPr>
              <a:t>2026</a:t>
            </a:r>
            <a:r>
              <a:rPr b="1" i="0" lang="pt-BR" sz="500" u="none" cap="none" strike="noStrike">
                <a:solidFill>
                  <a:srgbClr val="484D67"/>
                </a:solidFill>
                <a:latin typeface="Helvetica Neue"/>
                <a:ea typeface="Helvetica Neue"/>
                <a:cs typeface="Helvetica Neue"/>
                <a:sym typeface="Helvetica Neue"/>
              </a:rPr>
              <a:t> // Digital Forward</a:t>
            </a:r>
            <a:endParaRPr b="1" i="0" sz="500" u="none" cap="none" strike="noStrike">
              <a:solidFill>
                <a:srgbClr val="484D67"/>
              </a:solidFill>
              <a:latin typeface="Helvetica Neue"/>
              <a:ea typeface="Helvetica Neue"/>
              <a:cs typeface="Helvetica Neue"/>
              <a:sym typeface="Helvetica Neue"/>
            </a:endParaRPr>
          </a:p>
        </p:txBody>
      </p:sp>
      <p:sp>
        <p:nvSpPr>
          <p:cNvPr id="660" name="Google Shape;660;p58"/>
          <p:cNvSpPr/>
          <p:nvPr/>
        </p:nvSpPr>
        <p:spPr>
          <a:xfrm>
            <a:off x="7813300" y="152400"/>
            <a:ext cx="936300" cy="936300"/>
          </a:xfrm>
          <a:prstGeom prst="flowChartConnector">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4" name="Shape 664"/>
        <p:cNvGrpSpPr/>
        <p:nvPr/>
      </p:nvGrpSpPr>
      <p:grpSpPr>
        <a:xfrm>
          <a:off x="0" y="0"/>
          <a:ext cx="0" cy="0"/>
          <a:chOff x="0" y="0"/>
          <a:chExt cx="0" cy="0"/>
        </a:xfrm>
      </p:grpSpPr>
      <p:sp>
        <p:nvSpPr>
          <p:cNvPr id="665" name="Google Shape;665;p59"/>
          <p:cNvSpPr/>
          <p:nvPr/>
        </p:nvSpPr>
        <p:spPr>
          <a:xfrm>
            <a:off x="319617" y="152400"/>
            <a:ext cx="1167900" cy="128700"/>
          </a:xfrm>
          <a:prstGeom prst="roundRect">
            <a:avLst>
              <a:gd fmla="val 50000" name="adj"/>
            </a:avLst>
          </a:prstGeom>
          <a:solidFill>
            <a:srgbClr val="484D6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00"/>
              <a:buFont typeface="Arial"/>
              <a:buNone/>
            </a:pPr>
            <a:r>
              <a:rPr b="0" i="0" lang="pt-BR" sz="600" u="none" cap="none" strike="noStrike">
                <a:solidFill>
                  <a:srgbClr val="F2F2F2"/>
                </a:solidFill>
                <a:latin typeface="DM Sans Black"/>
                <a:ea typeface="DM Sans Black"/>
                <a:cs typeface="DM Sans Black"/>
                <a:sym typeface="DM Sans Black"/>
              </a:rPr>
              <a:t>Unilever | Operação </a:t>
            </a:r>
            <a:r>
              <a:rPr lang="pt-BR" sz="600">
                <a:solidFill>
                  <a:srgbClr val="F2F2F2"/>
                </a:solidFill>
                <a:latin typeface="DM Sans Black"/>
                <a:ea typeface="DM Sans Black"/>
                <a:cs typeface="DM Sans Black"/>
                <a:sym typeface="DM Sans Black"/>
              </a:rPr>
              <a:t>2026</a:t>
            </a:r>
            <a:endParaRPr b="0" i="0" sz="500" u="none" cap="none" strike="noStrike">
              <a:solidFill>
                <a:srgbClr val="000000"/>
              </a:solidFill>
              <a:latin typeface="DM Sans Black"/>
              <a:ea typeface="DM Sans Black"/>
              <a:cs typeface="DM Sans Black"/>
              <a:sym typeface="DM Sans Black"/>
            </a:endParaRPr>
          </a:p>
        </p:txBody>
      </p:sp>
      <p:sp>
        <p:nvSpPr>
          <p:cNvPr id="666" name="Google Shape;666;p59"/>
          <p:cNvSpPr/>
          <p:nvPr/>
        </p:nvSpPr>
        <p:spPr>
          <a:xfrm>
            <a:off x="152400" y="152401"/>
            <a:ext cx="129000" cy="128700"/>
          </a:xfrm>
          <a:prstGeom prst="ellipse">
            <a:avLst/>
          </a:prstGeom>
          <a:solidFill>
            <a:srgbClr val="14E6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667" name="Google Shape;667;p59"/>
          <p:cNvSpPr txBox="1"/>
          <p:nvPr/>
        </p:nvSpPr>
        <p:spPr>
          <a:xfrm>
            <a:off x="535499" y="461438"/>
            <a:ext cx="3307500" cy="411000"/>
          </a:xfrm>
          <a:prstGeom prst="rect">
            <a:avLst/>
          </a:prstGeom>
          <a:noFill/>
          <a:ln>
            <a:noFill/>
          </a:ln>
        </p:spPr>
        <p:txBody>
          <a:bodyPr anchorCtr="0" anchor="t" bIns="57225" lIns="57225" spcFirstLastPara="1" rIns="57225" wrap="square" tIns="57225">
            <a:spAutoFit/>
          </a:bodyPr>
          <a:lstStyle/>
          <a:p>
            <a:pPr indent="0" lvl="0" marL="0" marR="0" rtl="0" algn="l">
              <a:lnSpc>
                <a:spcPct val="80000"/>
              </a:lnSpc>
              <a:spcBef>
                <a:spcPts val="0"/>
              </a:spcBef>
              <a:spcAft>
                <a:spcPts val="0"/>
              </a:spcAft>
              <a:buClr>
                <a:srgbClr val="D3B7F7"/>
              </a:buClr>
              <a:buSzPts val="2800"/>
              <a:buFont typeface="Helvetica Neue"/>
              <a:buNone/>
            </a:pPr>
            <a:r>
              <a:rPr b="1" lang="pt-BR" sz="2400">
                <a:solidFill>
                  <a:srgbClr val="14E6FC"/>
                </a:solidFill>
                <a:latin typeface="Helvetica Neue"/>
                <a:ea typeface="Helvetica Neue"/>
                <a:cs typeface="Helvetica Neue"/>
                <a:sym typeface="Helvetica Neue"/>
              </a:rPr>
              <a:t>Regras e Erros</a:t>
            </a:r>
            <a:endParaRPr b="1" i="0" sz="2400" u="none" cap="none" strike="noStrike">
              <a:solidFill>
                <a:srgbClr val="14E6FC"/>
              </a:solidFill>
              <a:latin typeface="Helvetica Neue"/>
              <a:ea typeface="Helvetica Neue"/>
              <a:cs typeface="Helvetica Neue"/>
              <a:sym typeface="Helvetica Neue"/>
            </a:endParaRPr>
          </a:p>
        </p:txBody>
      </p:sp>
      <p:sp>
        <p:nvSpPr>
          <p:cNvPr id="668" name="Google Shape;668;p59"/>
          <p:cNvSpPr txBox="1"/>
          <p:nvPr>
            <p:ph idx="4294967295" type="body"/>
          </p:nvPr>
        </p:nvSpPr>
        <p:spPr>
          <a:xfrm>
            <a:off x="229650" y="1334100"/>
            <a:ext cx="6776700" cy="3330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pt-BR" sz="1000">
                <a:solidFill>
                  <a:srgbClr val="494C67"/>
                </a:solidFill>
                <a:latin typeface="DM Sans"/>
                <a:ea typeface="DM Sans"/>
                <a:cs typeface="DM Sans"/>
                <a:sym typeface="DM Sans"/>
              </a:rPr>
              <a:t>Twitter | Amplify</a:t>
            </a:r>
            <a:endParaRPr b="1"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Campanhas Amplify não têm Ad Name. Publisher na RM = "Twitter-Amplify".</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b="1" lang="pt-BR" sz="1000">
                <a:solidFill>
                  <a:srgbClr val="494C67"/>
                </a:solidFill>
                <a:latin typeface="DM Sans"/>
                <a:ea typeface="DM Sans"/>
                <a:cs typeface="DM Sans"/>
                <a:sym typeface="DM Sans"/>
              </a:rPr>
              <a:t>YouTube | Masthead CPH</a:t>
            </a:r>
            <a:endParaRPr b="1"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Masthead CPH: preencher Buying Type "cph". </a:t>
            </a:r>
            <a:endParaRPr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t/>
            </a:r>
            <a:endParaRPr sz="1000">
              <a:solidFill>
                <a:srgbClr val="494C67"/>
              </a:solidFill>
              <a:latin typeface="DM Sans"/>
              <a:ea typeface="DM Sans"/>
              <a:cs typeface="DM Sans"/>
              <a:sym typeface="DM Sans"/>
            </a:endParaRPr>
          </a:p>
          <a:p>
            <a:pPr indent="0" lvl="0" marL="0" rtl="0" algn="l">
              <a:spcBef>
                <a:spcPts val="0"/>
              </a:spcBef>
              <a:spcAft>
                <a:spcPts val="0"/>
              </a:spcAft>
              <a:buSzPts val="1800"/>
              <a:buNone/>
            </a:pPr>
            <a:r>
              <a:rPr b="1" lang="pt-BR" sz="1000">
                <a:solidFill>
                  <a:srgbClr val="494C67"/>
                </a:solidFill>
                <a:latin typeface="DM Sans"/>
                <a:ea typeface="DM Sans"/>
                <a:cs typeface="DM Sans"/>
                <a:sym typeface="DM Sans"/>
              </a:rPr>
              <a:t>Flashtalking via API</a:t>
            </a:r>
            <a:endParaRPr b="1" sz="1000">
              <a:solidFill>
                <a:srgbClr val="494C67"/>
              </a:solidFill>
              <a:latin typeface="DM Sans"/>
              <a:ea typeface="DM Sans"/>
              <a:cs typeface="DM Sans"/>
              <a:sym typeface="DM Sans"/>
            </a:endParaRPr>
          </a:p>
          <a:p>
            <a:pPr indent="0" lvl="0" marL="0" rtl="0" algn="l">
              <a:spcBef>
                <a:spcPts val="0"/>
              </a:spcBef>
              <a:spcAft>
                <a:spcPts val="0"/>
              </a:spcAft>
              <a:buSzPts val="1800"/>
              <a:buNone/>
            </a:pPr>
            <a:r>
              <a:t/>
            </a:r>
            <a:endParaRPr b="1" sz="1000">
              <a:solidFill>
                <a:srgbClr val="494C67"/>
              </a:solidFill>
              <a:latin typeface="DM Sans"/>
              <a:ea typeface="DM Sans"/>
              <a:cs typeface="DM Sans"/>
              <a:sym typeface="DM Sans"/>
            </a:endParaRPr>
          </a:p>
          <a:p>
            <a:pPr indent="0" lvl="0" marL="0" rtl="0" algn="l">
              <a:lnSpc>
                <a:spcPct val="115000"/>
              </a:lnSpc>
              <a:spcBef>
                <a:spcPts val="0"/>
              </a:spcBef>
              <a:spcAft>
                <a:spcPts val="0"/>
              </a:spcAft>
              <a:buSzPts val="1800"/>
              <a:buNone/>
            </a:pPr>
            <a:r>
              <a:rPr lang="pt-BR" sz="1000">
                <a:solidFill>
                  <a:srgbClr val="494C67"/>
                </a:solidFill>
                <a:latin typeface="DM Sans"/>
                <a:ea typeface="DM Sans"/>
                <a:cs typeface="DM Sans"/>
                <a:sym typeface="DM Sans"/>
              </a:rPr>
              <a:t>Flashtalking: Ad Group + Ad Name unificados em Placement Name.</a:t>
            </a:r>
            <a:endParaRPr sz="1000">
              <a:solidFill>
                <a:srgbClr val="494C67"/>
              </a:solidFill>
              <a:latin typeface="DM Sans"/>
              <a:ea typeface="DM Sans"/>
              <a:cs typeface="DM Sans"/>
              <a:sym typeface="DM Sans"/>
            </a:endParaRPr>
          </a:p>
        </p:txBody>
      </p:sp>
      <p:pic>
        <p:nvPicPr>
          <p:cNvPr descr="Tornado White.png" id="669" name="Google Shape;669;p59"/>
          <p:cNvPicPr preferRelativeResize="0"/>
          <p:nvPr/>
        </p:nvPicPr>
        <p:blipFill rotWithShape="1">
          <a:blip r:embed="rId3">
            <a:alphaModFix/>
          </a:blip>
          <a:srcRect b="0" l="0" r="0" t="0"/>
          <a:stretch/>
        </p:blipFill>
        <p:spPr>
          <a:xfrm>
            <a:off x="76199" y="383391"/>
            <a:ext cx="545413" cy="539109"/>
          </a:xfrm>
          <a:prstGeom prst="rect">
            <a:avLst/>
          </a:prstGeom>
          <a:noFill/>
          <a:ln>
            <a:noFill/>
          </a:ln>
        </p:spPr>
      </p:pic>
      <p:sp>
        <p:nvSpPr>
          <p:cNvPr id="670" name="Google Shape;670;p59"/>
          <p:cNvSpPr txBox="1"/>
          <p:nvPr/>
        </p:nvSpPr>
        <p:spPr>
          <a:xfrm>
            <a:off x="5508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l">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Stormx for Unilever</a:t>
            </a:r>
            <a:endParaRPr b="1" i="0" sz="500" u="none" cap="none" strike="noStrike">
              <a:solidFill>
                <a:srgbClr val="484D67"/>
              </a:solidFill>
              <a:latin typeface="Helvetica Neue"/>
              <a:ea typeface="Helvetica Neue"/>
              <a:cs typeface="Helvetica Neue"/>
              <a:sym typeface="Helvetica Neue"/>
            </a:endParaRPr>
          </a:p>
        </p:txBody>
      </p:sp>
      <p:sp>
        <p:nvSpPr>
          <p:cNvPr id="671" name="Google Shape;671;p59"/>
          <p:cNvSpPr txBox="1"/>
          <p:nvPr/>
        </p:nvSpPr>
        <p:spPr>
          <a:xfrm>
            <a:off x="6895945" y="4836791"/>
            <a:ext cx="2190900" cy="261600"/>
          </a:xfrm>
          <a:prstGeom prst="rect">
            <a:avLst/>
          </a:prstGeom>
          <a:noFill/>
          <a:ln>
            <a:noFill/>
          </a:ln>
        </p:spPr>
        <p:txBody>
          <a:bodyPr anchorCtr="0" anchor="t" bIns="91400" lIns="91400" spcFirstLastPara="1" rIns="91400" wrap="square" tIns="91400">
            <a:spAutoFit/>
          </a:bodyPr>
          <a:lstStyle/>
          <a:p>
            <a:pPr indent="0" lvl="0" marL="0" marR="0" rtl="0" algn="r">
              <a:lnSpc>
                <a:spcPct val="100000"/>
              </a:lnSpc>
              <a:spcBef>
                <a:spcPts val="0"/>
              </a:spcBef>
              <a:spcAft>
                <a:spcPts val="0"/>
              </a:spcAft>
              <a:buClr>
                <a:srgbClr val="484D67"/>
              </a:buClr>
              <a:buSzPts val="500"/>
              <a:buFont typeface="Helvetica Neue"/>
              <a:buNone/>
            </a:pPr>
            <a:r>
              <a:rPr b="1" i="0" lang="pt-BR" sz="500" u="none" cap="none" strike="noStrike">
                <a:solidFill>
                  <a:srgbClr val="484D67"/>
                </a:solidFill>
                <a:latin typeface="Helvetica Neue"/>
                <a:ea typeface="Helvetica Neue"/>
                <a:cs typeface="Helvetica Neue"/>
                <a:sym typeface="Helvetica Neue"/>
              </a:rPr>
              <a:t>All rights reserved to Stormx @</a:t>
            </a:r>
            <a:r>
              <a:rPr b="1" lang="pt-BR" sz="500">
                <a:solidFill>
                  <a:srgbClr val="484D67"/>
                </a:solidFill>
                <a:latin typeface="Helvetica Neue"/>
                <a:ea typeface="Helvetica Neue"/>
                <a:cs typeface="Helvetica Neue"/>
                <a:sym typeface="Helvetica Neue"/>
              </a:rPr>
              <a:t>2026</a:t>
            </a:r>
            <a:r>
              <a:rPr b="1" i="0" lang="pt-BR" sz="500" u="none" cap="none" strike="noStrike">
                <a:solidFill>
                  <a:srgbClr val="484D67"/>
                </a:solidFill>
                <a:latin typeface="Helvetica Neue"/>
                <a:ea typeface="Helvetica Neue"/>
                <a:cs typeface="Helvetica Neue"/>
                <a:sym typeface="Helvetica Neue"/>
              </a:rPr>
              <a:t> // Digital Forward</a:t>
            </a:r>
            <a:endParaRPr b="1" i="0" sz="500" u="none" cap="none" strike="noStrike">
              <a:solidFill>
                <a:srgbClr val="484D67"/>
              </a:solidFill>
              <a:latin typeface="Helvetica Neue"/>
              <a:ea typeface="Helvetica Neue"/>
              <a:cs typeface="Helvetica Neue"/>
              <a:sym typeface="Helvetica Neue"/>
            </a:endParaRPr>
          </a:p>
        </p:txBody>
      </p:sp>
      <p:sp>
        <p:nvSpPr>
          <p:cNvPr id="672" name="Google Shape;672;p59"/>
          <p:cNvSpPr/>
          <p:nvPr/>
        </p:nvSpPr>
        <p:spPr>
          <a:xfrm>
            <a:off x="7813300" y="152400"/>
            <a:ext cx="936300" cy="936300"/>
          </a:xfrm>
          <a:prstGeom prst="flowChartConnector">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