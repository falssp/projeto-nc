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Lst>
  <p:notesMasterIdLst>
    <p:notesMasterId r:id="rId17"/>
  </p:notesMasterIdLst>
  <p:handoutMasterIdLst>
    <p:handoutMasterId r:id="rId18"/>
  </p:handoutMasterIdLst>
  <p:sldIdLst>
    <p:sldId id="286" r:id="rId5"/>
    <p:sldId id="315" r:id="rId6"/>
    <p:sldId id="360" r:id="rId7"/>
    <p:sldId id="383" r:id="rId8"/>
    <p:sldId id="381" r:id="rId9"/>
    <p:sldId id="384" r:id="rId10"/>
    <p:sldId id="2147483539" r:id="rId11"/>
    <p:sldId id="385" r:id="rId12"/>
    <p:sldId id="386" r:id="rId13"/>
    <p:sldId id="2147483538" r:id="rId14"/>
    <p:sldId id="389" r:id="rId15"/>
    <p:sldId id="38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5700"/>
    <a:srgbClr val="E13491"/>
    <a:srgbClr val="E13591"/>
    <a:srgbClr val="2B91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EA3BC1-03D6-4509-9767-0C0A1E8FCCAF}" v="8" dt="2026-05-27T13:40:23.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ma, Alexandre" userId="092d72ae-94bf-4b83-9931-19f83e4e1384" providerId="ADAL" clId="{2DCEA330-0B6E-4D13-A07C-E7449EF69599}"/>
    <pc:docChg chg="undo custSel addSld delSld modSld">
      <pc:chgData name="Parma, Alexandre" userId="092d72ae-94bf-4b83-9931-19f83e4e1384" providerId="ADAL" clId="{2DCEA330-0B6E-4D13-A07C-E7449EF69599}" dt="2026-05-27T17:42:41.839" v="1587" actId="1076"/>
      <pc:docMkLst>
        <pc:docMk/>
      </pc:docMkLst>
      <pc:sldChg chg="modSp mod">
        <pc:chgData name="Parma, Alexandre" userId="092d72ae-94bf-4b83-9931-19f83e4e1384" providerId="ADAL" clId="{2DCEA330-0B6E-4D13-A07C-E7449EF69599}" dt="2026-04-27T12:57:43.751" v="1063" actId="1076"/>
        <pc:sldMkLst>
          <pc:docMk/>
          <pc:sldMk cId="585039691" sldId="381"/>
        </pc:sldMkLst>
        <pc:spChg chg="mod">
          <ac:chgData name="Parma, Alexandre" userId="092d72ae-94bf-4b83-9931-19f83e4e1384" providerId="ADAL" clId="{2DCEA330-0B6E-4D13-A07C-E7449EF69599}" dt="2026-04-27T12:57:43.751" v="1063" actId="1076"/>
          <ac:spMkLst>
            <pc:docMk/>
            <pc:sldMk cId="585039691" sldId="381"/>
            <ac:spMk id="3" creationId="{F36B3A6B-5BD7-438C-3089-A8EBAE78CCA6}"/>
          </ac:spMkLst>
        </pc:spChg>
        <pc:spChg chg="mod">
          <ac:chgData name="Parma, Alexandre" userId="092d72ae-94bf-4b83-9931-19f83e4e1384" providerId="ADAL" clId="{2DCEA330-0B6E-4D13-A07C-E7449EF69599}" dt="2026-04-27T12:57:27.564" v="1061" actId="14100"/>
          <ac:spMkLst>
            <pc:docMk/>
            <pc:sldMk cId="585039691" sldId="381"/>
            <ac:spMk id="8" creationId="{1DCFC26B-D075-4E30-CFD6-5CF893134BCD}"/>
          </ac:spMkLst>
        </pc:spChg>
        <pc:spChg chg="mod">
          <ac:chgData name="Parma, Alexandre" userId="092d72ae-94bf-4b83-9931-19f83e4e1384" providerId="ADAL" clId="{2DCEA330-0B6E-4D13-A07C-E7449EF69599}" dt="2026-04-27T12:57:43.751" v="1063" actId="1076"/>
          <ac:spMkLst>
            <pc:docMk/>
            <pc:sldMk cId="585039691" sldId="381"/>
            <ac:spMk id="9" creationId="{0271DA00-E9BB-666A-20DD-10082B44BFBE}"/>
          </ac:spMkLst>
        </pc:spChg>
        <pc:cxnChg chg="mod">
          <ac:chgData name="Parma, Alexandre" userId="092d72ae-94bf-4b83-9931-19f83e4e1384" providerId="ADAL" clId="{2DCEA330-0B6E-4D13-A07C-E7449EF69599}" dt="2026-04-27T12:57:43.751" v="1063" actId="1076"/>
          <ac:cxnSpMkLst>
            <pc:docMk/>
            <pc:sldMk cId="585039691" sldId="381"/>
            <ac:cxnSpMk id="5" creationId="{9F061E53-D6EA-D61B-AF8D-604B959CE63D}"/>
          </ac:cxnSpMkLst>
        </pc:cxnChg>
      </pc:sldChg>
      <pc:sldChg chg="delSp modSp mod">
        <pc:chgData name="Parma, Alexandre" userId="092d72ae-94bf-4b83-9931-19f83e4e1384" providerId="ADAL" clId="{2DCEA330-0B6E-4D13-A07C-E7449EF69599}" dt="2026-04-27T13:07:10.552" v="1522" actId="2711"/>
        <pc:sldMkLst>
          <pc:docMk/>
          <pc:sldMk cId="3818082685" sldId="384"/>
        </pc:sldMkLst>
        <pc:spChg chg="mod">
          <ac:chgData name="Parma, Alexandre" userId="092d72ae-94bf-4b83-9931-19f83e4e1384" providerId="ADAL" clId="{2DCEA330-0B6E-4D13-A07C-E7449EF69599}" dt="2026-04-27T12:58:09.720" v="1065" actId="1076"/>
          <ac:spMkLst>
            <pc:docMk/>
            <pc:sldMk cId="3818082685" sldId="384"/>
            <ac:spMk id="2" creationId="{A747D431-0DDB-BEC0-3085-D878589A33A3}"/>
          </ac:spMkLst>
        </pc:spChg>
        <pc:graphicFrameChg chg="mod modGraphic">
          <ac:chgData name="Parma, Alexandre" userId="092d72ae-94bf-4b83-9931-19f83e4e1384" providerId="ADAL" clId="{2DCEA330-0B6E-4D13-A07C-E7449EF69599}" dt="2026-04-27T13:05:42.277" v="1368" actId="20577"/>
          <ac:graphicFrameMkLst>
            <pc:docMk/>
            <pc:sldMk cId="3818082685" sldId="384"/>
            <ac:graphicFrameMk id="7" creationId="{07947C2C-6645-6BE4-743D-A1C61E21BF24}"/>
          </ac:graphicFrameMkLst>
        </pc:graphicFrameChg>
        <pc:graphicFrameChg chg="mod modGraphic">
          <ac:chgData name="Parma, Alexandre" userId="092d72ae-94bf-4b83-9931-19f83e4e1384" providerId="ADAL" clId="{2DCEA330-0B6E-4D13-A07C-E7449EF69599}" dt="2026-04-27T13:03:34.454" v="1150" actId="20577"/>
          <ac:graphicFrameMkLst>
            <pc:docMk/>
            <pc:sldMk cId="3818082685" sldId="384"/>
            <ac:graphicFrameMk id="9" creationId="{B0DABAE1-7879-36CA-11C4-FA87FAD5DA5C}"/>
          </ac:graphicFrameMkLst>
        </pc:graphicFrameChg>
        <pc:graphicFrameChg chg="mod modGraphic">
          <ac:chgData name="Parma, Alexandre" userId="092d72ae-94bf-4b83-9931-19f83e4e1384" providerId="ADAL" clId="{2DCEA330-0B6E-4D13-A07C-E7449EF69599}" dt="2026-04-27T13:07:10.552" v="1522" actId="2711"/>
          <ac:graphicFrameMkLst>
            <pc:docMk/>
            <pc:sldMk cId="3818082685" sldId="384"/>
            <ac:graphicFrameMk id="10" creationId="{23636779-0976-FEDA-7A4D-A3D72BF2AE85}"/>
          </ac:graphicFrameMkLst>
        </pc:graphicFrameChg>
      </pc:sldChg>
      <pc:sldChg chg="addSp delSp modSp mod">
        <pc:chgData name="Parma, Alexandre" userId="092d72ae-94bf-4b83-9931-19f83e4e1384" providerId="ADAL" clId="{2DCEA330-0B6E-4D13-A07C-E7449EF69599}" dt="2026-05-27T17:42:41.839" v="1587" actId="1076"/>
        <pc:sldMkLst>
          <pc:docMk/>
          <pc:sldMk cId="998947554" sldId="386"/>
        </pc:sldMkLst>
        <pc:spChg chg="mod">
          <ac:chgData name="Parma, Alexandre" userId="092d72ae-94bf-4b83-9931-19f83e4e1384" providerId="ADAL" clId="{2DCEA330-0B6E-4D13-A07C-E7449EF69599}" dt="2026-05-27T17:34:32.120" v="1577" actId="1076"/>
          <ac:spMkLst>
            <pc:docMk/>
            <pc:sldMk cId="998947554" sldId="386"/>
            <ac:spMk id="9" creationId="{9FD83988-D769-1C53-D652-1A2E2960CC33}"/>
          </ac:spMkLst>
        </pc:spChg>
        <pc:spChg chg="mod">
          <ac:chgData name="Parma, Alexandre" userId="092d72ae-94bf-4b83-9931-19f83e4e1384" providerId="ADAL" clId="{2DCEA330-0B6E-4D13-A07C-E7449EF69599}" dt="2026-05-27T17:42:41.839" v="1587" actId="1076"/>
          <ac:spMkLst>
            <pc:docMk/>
            <pc:sldMk cId="998947554" sldId="386"/>
            <ac:spMk id="14" creationId="{5B9BF497-05D5-D534-9C6C-482852D19E3A}"/>
          </ac:spMkLst>
        </pc:spChg>
        <pc:grpChg chg="del">
          <ac:chgData name="Parma, Alexandre" userId="092d72ae-94bf-4b83-9931-19f83e4e1384" providerId="ADAL" clId="{2DCEA330-0B6E-4D13-A07C-E7449EF69599}" dt="2026-05-27T17:34:26.608" v="1574" actId="478"/>
          <ac:grpSpMkLst>
            <pc:docMk/>
            <pc:sldMk cId="998947554" sldId="386"/>
            <ac:grpSpMk id="17" creationId="{7E73374F-226A-F392-DD33-E8B660C54503}"/>
          </ac:grpSpMkLst>
        </pc:grpChg>
        <pc:grpChg chg="del">
          <ac:chgData name="Parma, Alexandre" userId="092d72ae-94bf-4b83-9931-19f83e4e1384" providerId="ADAL" clId="{2DCEA330-0B6E-4D13-A07C-E7449EF69599}" dt="2026-05-27T17:42:29.754" v="1584" actId="478"/>
          <ac:grpSpMkLst>
            <pc:docMk/>
            <pc:sldMk cId="998947554" sldId="386"/>
            <ac:grpSpMk id="19" creationId="{8BD9875B-EF9D-284E-B7F7-D394D4B0F295}"/>
          </ac:grpSpMkLst>
        </pc:grpChg>
        <pc:picChg chg="del">
          <ac:chgData name="Parma, Alexandre" userId="092d72ae-94bf-4b83-9931-19f83e4e1384" providerId="ADAL" clId="{2DCEA330-0B6E-4D13-A07C-E7449EF69599}" dt="2026-05-27T17:34:09.128" v="1570" actId="478"/>
          <ac:picMkLst>
            <pc:docMk/>
            <pc:sldMk cId="998947554" sldId="386"/>
            <ac:picMk id="6" creationId="{612CBB0E-25F5-681C-2ADE-BD3A3194DE35}"/>
          </ac:picMkLst>
        </pc:picChg>
        <pc:picChg chg="add mod">
          <ac:chgData name="Parma, Alexandre" userId="092d72ae-94bf-4b83-9931-19f83e4e1384" providerId="ADAL" clId="{2DCEA330-0B6E-4D13-A07C-E7449EF69599}" dt="2026-05-27T17:34:15.488" v="1573" actId="1076"/>
          <ac:picMkLst>
            <pc:docMk/>
            <pc:sldMk cId="998947554" sldId="386"/>
            <ac:picMk id="7" creationId="{BC1AA045-9336-BFC8-97E0-97FF9189BC02}"/>
          </ac:picMkLst>
        </pc:picChg>
        <pc:picChg chg="del">
          <ac:chgData name="Parma, Alexandre" userId="092d72ae-94bf-4b83-9931-19f83e4e1384" providerId="ADAL" clId="{2DCEA330-0B6E-4D13-A07C-E7449EF69599}" dt="2026-05-27T17:42:09.396" v="1579" actId="478"/>
          <ac:picMkLst>
            <pc:docMk/>
            <pc:sldMk cId="998947554" sldId="386"/>
            <ac:picMk id="11" creationId="{E98FB7E0-52E5-A4D3-E9E7-E06DE333E6C8}"/>
          </ac:picMkLst>
        </pc:picChg>
        <pc:picChg chg="add mod">
          <ac:chgData name="Parma, Alexandre" userId="092d72ae-94bf-4b83-9931-19f83e4e1384" providerId="ADAL" clId="{2DCEA330-0B6E-4D13-A07C-E7449EF69599}" dt="2026-05-27T17:34:29.224" v="1576" actId="1076"/>
          <ac:picMkLst>
            <pc:docMk/>
            <pc:sldMk cId="998947554" sldId="386"/>
            <ac:picMk id="12" creationId="{AF13CBBC-8553-513B-42F6-A36F6F06178D}"/>
          </ac:picMkLst>
        </pc:picChg>
        <pc:picChg chg="add mod">
          <ac:chgData name="Parma, Alexandre" userId="092d72ae-94bf-4b83-9931-19f83e4e1384" providerId="ADAL" clId="{2DCEA330-0B6E-4D13-A07C-E7449EF69599}" dt="2026-05-27T17:42:20.805" v="1583" actId="1076"/>
          <ac:picMkLst>
            <pc:docMk/>
            <pc:sldMk cId="998947554" sldId="386"/>
            <ac:picMk id="20" creationId="{D5D6B27B-44F6-71FE-2B13-E5DDE4A0FBFD}"/>
          </ac:picMkLst>
        </pc:picChg>
        <pc:picChg chg="add mod">
          <ac:chgData name="Parma, Alexandre" userId="092d72ae-94bf-4b83-9931-19f83e4e1384" providerId="ADAL" clId="{2DCEA330-0B6E-4D13-A07C-E7449EF69599}" dt="2026-05-27T17:42:39.929" v="1586" actId="1076"/>
          <ac:picMkLst>
            <pc:docMk/>
            <pc:sldMk cId="998947554" sldId="386"/>
            <ac:picMk id="22" creationId="{0FA45990-BCAA-0331-362B-8E2638E92465}"/>
          </ac:picMkLst>
        </pc:picChg>
      </pc:sldChg>
      <pc:sldChg chg="del">
        <pc:chgData name="Parma, Alexandre" userId="092d72ae-94bf-4b83-9931-19f83e4e1384" providerId="ADAL" clId="{2DCEA330-0B6E-4D13-A07C-E7449EF69599}" dt="2026-05-27T13:40:36.030" v="1569" actId="47"/>
        <pc:sldMkLst>
          <pc:docMk/>
          <pc:sldMk cId="2776537903" sldId="387"/>
        </pc:sldMkLst>
      </pc:sldChg>
      <pc:sldChg chg="addSp delSp modSp add mod">
        <pc:chgData name="Parma, Alexandre" userId="092d72ae-94bf-4b83-9931-19f83e4e1384" providerId="ADAL" clId="{2DCEA330-0B6E-4D13-A07C-E7449EF69599}" dt="2026-05-27T12:53:17.267" v="1554" actId="1076"/>
        <pc:sldMkLst>
          <pc:docMk/>
          <pc:sldMk cId="1995645757" sldId="2147483538"/>
        </pc:sldMkLst>
        <pc:spChg chg="mod">
          <ac:chgData name="Parma, Alexandre" userId="092d72ae-94bf-4b83-9931-19f83e4e1384" providerId="ADAL" clId="{2DCEA330-0B6E-4D13-A07C-E7449EF69599}" dt="2026-05-27T12:53:17.267" v="1554" actId="1076"/>
          <ac:spMkLst>
            <pc:docMk/>
            <pc:sldMk cId="1995645757" sldId="2147483538"/>
            <ac:spMk id="4" creationId="{84F41227-7D8B-D9B0-CB35-315993E0CFAA}"/>
          </ac:spMkLst>
        </pc:spChg>
        <pc:spChg chg="add del">
          <ac:chgData name="Parma, Alexandre" userId="092d72ae-94bf-4b83-9931-19f83e4e1384" providerId="ADAL" clId="{2DCEA330-0B6E-4D13-A07C-E7449EF69599}" dt="2026-05-27T12:52:18.484" v="1527" actId="22"/>
          <ac:spMkLst>
            <pc:docMk/>
            <pc:sldMk cId="1995645757" sldId="2147483538"/>
            <ac:spMk id="5" creationId="{870CAE11-CD71-6AC7-F586-EDB8D1CDE363}"/>
          </ac:spMkLst>
        </pc:spChg>
        <pc:spChg chg="add mod">
          <ac:chgData name="Parma, Alexandre" userId="092d72ae-94bf-4b83-9931-19f83e4e1384" providerId="ADAL" clId="{2DCEA330-0B6E-4D13-A07C-E7449EF69599}" dt="2026-05-27T12:52:31.648" v="1551" actId="20577"/>
          <ac:spMkLst>
            <pc:docMk/>
            <pc:sldMk cId="1995645757" sldId="2147483538"/>
            <ac:spMk id="7" creationId="{AC9A1FF4-CCD5-1E46-904D-8A64A02FEBC8}"/>
          </ac:spMkLst>
        </pc:spChg>
        <pc:spChg chg="del mod">
          <ac:chgData name="Parma, Alexandre" userId="092d72ae-94bf-4b83-9931-19f83e4e1384" providerId="ADAL" clId="{2DCEA330-0B6E-4D13-A07C-E7449EF69599}" dt="2026-05-27T12:52:55.682" v="1552" actId="478"/>
          <ac:spMkLst>
            <pc:docMk/>
            <pc:sldMk cId="1995645757" sldId="2147483538"/>
            <ac:spMk id="13" creationId="{FB286CC9-8987-DC34-D060-2DA24638A8E7}"/>
          </ac:spMkLst>
        </pc:spChg>
      </pc:sldChg>
      <pc:sldChg chg="addSp modSp add mod">
        <pc:chgData name="Parma, Alexandre" userId="092d72ae-94bf-4b83-9931-19f83e4e1384" providerId="ADAL" clId="{2DCEA330-0B6E-4D13-A07C-E7449EF69599}" dt="2026-05-27T13:40:33.573" v="1568" actId="1076"/>
        <pc:sldMkLst>
          <pc:docMk/>
          <pc:sldMk cId="2862158289" sldId="2147483539"/>
        </pc:sldMkLst>
        <pc:spChg chg="add mod">
          <ac:chgData name="Parma, Alexandre" userId="092d72ae-94bf-4b83-9931-19f83e4e1384" providerId="ADAL" clId="{2DCEA330-0B6E-4D13-A07C-E7449EF69599}" dt="2026-05-27T13:40:13.600" v="1565"/>
          <ac:spMkLst>
            <pc:docMk/>
            <pc:sldMk cId="2862158289" sldId="2147483539"/>
            <ac:spMk id="4" creationId="{66B6CAB8-ABEC-C4A6-E7F2-8D0B7436B6A7}"/>
          </ac:spMkLst>
        </pc:spChg>
        <pc:spChg chg="add mod">
          <ac:chgData name="Parma, Alexandre" userId="092d72ae-94bf-4b83-9931-19f83e4e1384" providerId="ADAL" clId="{2DCEA330-0B6E-4D13-A07C-E7449EF69599}" dt="2026-05-27T13:40:13.600" v="1565"/>
          <ac:spMkLst>
            <pc:docMk/>
            <pc:sldMk cId="2862158289" sldId="2147483539"/>
            <ac:spMk id="5" creationId="{FBCE0850-1087-F609-E435-E18212CF8E09}"/>
          </ac:spMkLst>
        </pc:spChg>
        <pc:spChg chg="add mod">
          <ac:chgData name="Parma, Alexandre" userId="092d72ae-94bf-4b83-9931-19f83e4e1384" providerId="ADAL" clId="{2DCEA330-0B6E-4D13-A07C-E7449EF69599}" dt="2026-05-27T13:40:33.573" v="1568" actId="1076"/>
          <ac:spMkLst>
            <pc:docMk/>
            <pc:sldMk cId="2862158289" sldId="2147483539"/>
            <ac:spMk id="6" creationId="{443C1EE7-2336-C03F-25C6-730A160F385B}"/>
          </ac:spMkLst>
        </pc:spChg>
        <pc:spChg chg="add mod">
          <ac:chgData name="Parma, Alexandre" userId="092d72ae-94bf-4b83-9931-19f83e4e1384" providerId="ADAL" clId="{2DCEA330-0B6E-4D13-A07C-E7449EF69599}" dt="2026-05-27T13:40:33.573" v="1568" actId="1076"/>
          <ac:spMkLst>
            <pc:docMk/>
            <pc:sldMk cId="2862158289" sldId="2147483539"/>
            <ac:spMk id="8" creationId="{2A384F7A-978E-73CF-B4D7-4B97E44A9722}"/>
          </ac:spMkLst>
        </pc:spChg>
        <pc:spChg chg="add mod">
          <ac:chgData name="Parma, Alexandre" userId="092d72ae-94bf-4b83-9931-19f83e4e1384" providerId="ADAL" clId="{2DCEA330-0B6E-4D13-A07C-E7449EF69599}" dt="2026-05-27T13:40:33.573" v="1568" actId="1076"/>
          <ac:spMkLst>
            <pc:docMk/>
            <pc:sldMk cId="2862158289" sldId="2147483539"/>
            <ac:spMk id="12" creationId="{CD307C8A-DE50-7CD2-6FA4-C40E2C223271}"/>
          </ac:spMkLst>
        </pc:spChg>
        <pc:graphicFrameChg chg="add mod">
          <ac:chgData name="Parma, Alexandre" userId="092d72ae-94bf-4b83-9931-19f83e4e1384" providerId="ADAL" clId="{2DCEA330-0B6E-4D13-A07C-E7449EF69599}" dt="2026-05-27T13:40:13.600" v="1565"/>
          <ac:graphicFrameMkLst>
            <pc:docMk/>
            <pc:sldMk cId="2862158289" sldId="2147483539"/>
            <ac:graphicFrameMk id="3" creationId="{D033DAB8-4DD8-7F03-D39E-1764620334A8}"/>
          </ac:graphicFrameMkLst>
        </pc:graphicFrameChg>
        <pc:graphicFrameChg chg="modGraphic">
          <ac:chgData name="Parma, Alexandre" userId="092d72ae-94bf-4b83-9931-19f83e4e1384" providerId="ADAL" clId="{2DCEA330-0B6E-4D13-A07C-E7449EF69599}" dt="2026-05-27T13:39:33.909" v="1556" actId="207"/>
          <ac:graphicFrameMkLst>
            <pc:docMk/>
            <pc:sldMk cId="2862158289" sldId="2147483539"/>
            <ac:graphicFrameMk id="7" creationId="{2559C7DA-E441-06FA-1587-B79DBF282A06}"/>
          </ac:graphicFrameMkLst>
        </pc:graphicFrameChg>
        <pc:graphicFrameChg chg="modGraphic">
          <ac:chgData name="Parma, Alexandre" userId="092d72ae-94bf-4b83-9931-19f83e4e1384" providerId="ADAL" clId="{2DCEA330-0B6E-4D13-A07C-E7449EF69599}" dt="2026-05-27T13:40:06.950" v="1563" actId="207"/>
          <ac:graphicFrameMkLst>
            <pc:docMk/>
            <pc:sldMk cId="2862158289" sldId="2147483539"/>
            <ac:graphicFrameMk id="9" creationId="{1B0BFDED-4553-9D06-079C-4AF75B8DA7A3}"/>
          </ac:graphicFrameMkLst>
        </pc:graphicFrameChg>
        <pc:graphicFrameChg chg="modGraphic">
          <ac:chgData name="Parma, Alexandre" userId="092d72ae-94bf-4b83-9931-19f83e4e1384" providerId="ADAL" clId="{2DCEA330-0B6E-4D13-A07C-E7449EF69599}" dt="2026-05-27T13:40:11.065" v="1564" actId="207"/>
          <ac:graphicFrameMkLst>
            <pc:docMk/>
            <pc:sldMk cId="2862158289" sldId="2147483539"/>
            <ac:graphicFrameMk id="10" creationId="{CDA85E1C-DF82-9C22-2CA4-65DA09F53C1C}"/>
          </ac:graphicFrameMkLst>
        </pc:graphicFrameChg>
        <pc:picChg chg="add mod">
          <ac:chgData name="Parma, Alexandre" userId="092d72ae-94bf-4b83-9931-19f83e4e1384" providerId="ADAL" clId="{2DCEA330-0B6E-4D13-A07C-E7449EF69599}" dt="2026-05-27T13:40:33.573" v="1568" actId="1076"/>
          <ac:picMkLst>
            <pc:docMk/>
            <pc:sldMk cId="2862158289" sldId="2147483539"/>
            <ac:picMk id="13" creationId="{33E14145-E139-7FB3-4450-FD2F67A1DB4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346ECE-043F-213F-DA6F-6077DDCA02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AC54A42-FD72-ED3C-68B8-2A696658F0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B64EFF-D30A-4972-8174-2F3D0464BB35}" type="datetimeFigureOut">
              <a:rPr lang="en-GB" smtClean="0"/>
              <a:t>27/05/2026</a:t>
            </a:fld>
            <a:endParaRPr lang="en-GB"/>
          </a:p>
        </p:txBody>
      </p:sp>
      <p:sp>
        <p:nvSpPr>
          <p:cNvPr id="4" name="Footer Placeholder 3">
            <a:extLst>
              <a:ext uri="{FF2B5EF4-FFF2-40B4-BE49-F238E27FC236}">
                <a16:creationId xmlns:a16="http://schemas.microsoft.com/office/drawing/2014/main" id="{546B4A83-2CEB-BC8E-18D5-819B932930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478CF81-B9FE-A716-6402-0F476C165F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5C20FC-F218-4159-AB80-15508C1D90E9}" type="slidenum">
              <a:rPr lang="en-GB" smtClean="0"/>
              <a:t>‹#›</a:t>
            </a:fld>
            <a:endParaRPr lang="en-GB"/>
          </a:p>
        </p:txBody>
      </p:sp>
    </p:spTree>
    <p:extLst>
      <p:ext uri="{BB962C8B-B14F-4D97-AF65-F5344CB8AC3E}">
        <p14:creationId xmlns:p14="http://schemas.microsoft.com/office/powerpoint/2010/main" val="796012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FCFE9D-DA6F-4746-8447-FBA9DA1F92BA}" type="datetimeFigureOut">
              <a:rPr lang="en-US" smtClean="0"/>
              <a:t>5/27/2026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F6D073-D039-1447-AC66-77533B0E9C94}" type="slidenum">
              <a:rPr lang="en-US" smtClean="0"/>
              <a:t>‹#›</a:t>
            </a:fld>
            <a:endParaRPr lang="en-US"/>
          </a:p>
        </p:txBody>
      </p:sp>
    </p:spTree>
    <p:extLst>
      <p:ext uri="{BB962C8B-B14F-4D97-AF65-F5344CB8AC3E}">
        <p14:creationId xmlns:p14="http://schemas.microsoft.com/office/powerpoint/2010/main" val="1678930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3F6D073-D039-1447-AC66-77533B0E9C94}" type="slidenum">
              <a:rPr lang="en-US" smtClean="0"/>
              <a:t>1</a:t>
            </a:fld>
            <a:endParaRPr lang="en-US"/>
          </a:p>
        </p:txBody>
      </p:sp>
    </p:spTree>
    <p:extLst>
      <p:ext uri="{BB962C8B-B14F-4D97-AF65-F5344CB8AC3E}">
        <p14:creationId xmlns:p14="http://schemas.microsoft.com/office/powerpoint/2010/main" val="1111834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3F6D073-D039-1447-AC66-77533B0E9C94}" type="slidenum">
              <a:rPr lang="en-US" smtClean="0"/>
              <a:t>2</a:t>
            </a:fld>
            <a:endParaRPr lang="en-US"/>
          </a:p>
        </p:txBody>
      </p:sp>
    </p:spTree>
    <p:extLst>
      <p:ext uri="{BB962C8B-B14F-4D97-AF65-F5344CB8AC3E}">
        <p14:creationId xmlns:p14="http://schemas.microsoft.com/office/powerpoint/2010/main" val="3918585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3F6D073-D039-1447-AC66-77533B0E9C94}" type="slidenum">
              <a:rPr lang="en-US" smtClean="0"/>
              <a:t>3</a:t>
            </a:fld>
            <a:endParaRPr lang="en-US"/>
          </a:p>
        </p:txBody>
      </p:sp>
    </p:spTree>
    <p:extLst>
      <p:ext uri="{BB962C8B-B14F-4D97-AF65-F5344CB8AC3E}">
        <p14:creationId xmlns:p14="http://schemas.microsoft.com/office/powerpoint/2010/main" val="59444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29B8D-8F81-4754-D5FE-8A618D0DF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575EB-44B9-7D1F-0C1D-CCE1748AE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4D9BC-36AF-C8F6-41A0-DF223E5835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4B1504-45FD-25C8-1FF6-AA2D2DC18B67}"/>
              </a:ext>
            </a:extLst>
          </p:cNvPr>
          <p:cNvSpPr>
            <a:spLocks noGrp="1"/>
          </p:cNvSpPr>
          <p:nvPr>
            <p:ph type="sldNum" sz="quarter" idx="5"/>
          </p:nvPr>
        </p:nvSpPr>
        <p:spPr/>
        <p:txBody>
          <a:bodyPr/>
          <a:lstStyle/>
          <a:p>
            <a:fld id="{03F6D073-D039-1447-AC66-77533B0E9C94}" type="slidenum">
              <a:rPr lang="en-US" smtClean="0"/>
              <a:t>5</a:t>
            </a:fld>
            <a:endParaRPr lang="en-US"/>
          </a:p>
        </p:txBody>
      </p:sp>
    </p:spTree>
    <p:extLst>
      <p:ext uri="{BB962C8B-B14F-4D97-AF65-F5344CB8AC3E}">
        <p14:creationId xmlns:p14="http://schemas.microsoft.com/office/powerpoint/2010/main" val="3724718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F6D073-D039-1447-AC66-77533B0E9C94}" type="slidenum">
              <a:rPr lang="en-US" smtClean="0"/>
              <a:t>6</a:t>
            </a:fld>
            <a:endParaRPr lang="en-US"/>
          </a:p>
        </p:txBody>
      </p:sp>
    </p:spTree>
    <p:extLst>
      <p:ext uri="{BB962C8B-B14F-4D97-AF65-F5344CB8AC3E}">
        <p14:creationId xmlns:p14="http://schemas.microsoft.com/office/powerpoint/2010/main" val="2726707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37E1-164F-CF01-1801-DED5188AB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80999-6902-6FC8-4535-481927DA0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F706-1E93-8C03-81F7-674EB8FA64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A9D0C7-9DBC-80F4-B453-D55D2EA18D15}"/>
              </a:ext>
            </a:extLst>
          </p:cNvPr>
          <p:cNvSpPr>
            <a:spLocks noGrp="1"/>
          </p:cNvSpPr>
          <p:nvPr>
            <p:ph type="sldNum" sz="quarter" idx="5"/>
          </p:nvPr>
        </p:nvSpPr>
        <p:spPr/>
        <p:txBody>
          <a:bodyPr/>
          <a:lstStyle/>
          <a:p>
            <a:fld id="{03F6D073-D039-1447-AC66-77533B0E9C94}" type="slidenum">
              <a:rPr lang="en-US" smtClean="0"/>
              <a:t>7</a:t>
            </a:fld>
            <a:endParaRPr lang="en-US"/>
          </a:p>
        </p:txBody>
      </p:sp>
    </p:spTree>
    <p:extLst>
      <p:ext uri="{BB962C8B-B14F-4D97-AF65-F5344CB8AC3E}">
        <p14:creationId xmlns:p14="http://schemas.microsoft.com/office/powerpoint/2010/main" val="957841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115E9-F1B6-7E75-0E61-F3A884144192}"/>
            </a:ext>
          </a:extLst>
        </p:cNvPr>
        <p:cNvGrpSpPr/>
        <p:nvPr/>
      </p:nvGrpSpPr>
      <p:grpSpPr>
        <a:xfrm>
          <a:off x="0" y="0"/>
          <a:ext cx="0" cy="0"/>
          <a:chOff x="0" y="0"/>
          <a:chExt cx="0" cy="0"/>
        </a:xfrm>
      </p:grpSpPr>
    </p:spTree>
    <p:extLst>
      <p:ext uri="{BB962C8B-B14F-4D97-AF65-F5344CB8AC3E}">
        <p14:creationId xmlns:p14="http://schemas.microsoft.com/office/powerpoint/2010/main" val="8937126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 Welcome">
    <p:bg>
      <p:bgPr>
        <a:solidFill>
          <a:schemeClr val="tx1"/>
        </a:solidFill>
        <a:effectLst/>
      </p:bgPr>
    </p:bg>
    <p:spTree>
      <p:nvGrpSpPr>
        <p:cNvPr id="1" name=""/>
        <p:cNvGrpSpPr/>
        <p:nvPr/>
      </p:nvGrpSpPr>
      <p:grpSpPr>
        <a:xfrm>
          <a:off x="0" y="0"/>
          <a:ext cx="0" cy="0"/>
          <a:chOff x="0" y="0"/>
          <a:chExt cx="0" cy="0"/>
        </a:xfrm>
      </p:grpSpPr>
      <p:pic>
        <p:nvPicPr>
          <p:cNvPr id="3" name="Background: Aurora">
            <a:extLst>
              <a:ext uri="{FF2B5EF4-FFF2-40B4-BE49-F238E27FC236}">
                <a16:creationId xmlns:a16="http://schemas.microsoft.com/office/drawing/2014/main" id="{6E7BDBB4-CA99-0E69-0260-7735BEC2CC82}"/>
              </a:ext>
            </a:extLst>
          </p:cNvPr>
          <p:cNvPicPr>
            <a:picLocks noGrp="1" noRot="1" noChangeAspect="1" noMove="1" noResize="1" noEditPoints="1" noAdjustHandles="1" noChangeArrowheads="1" noChangeShapeType="1" noCrop="1"/>
          </p:cNvPicPr>
          <p:nvPr/>
        </p:nvPicPr>
        <p:blipFill>
          <a:blip r:embed="rId2"/>
          <a:stretch>
            <a:fillRect/>
          </a:stretch>
        </p:blipFill>
        <p:spPr>
          <a:xfrm>
            <a:off x="0" y="1"/>
            <a:ext cx="12192000" cy="6858000"/>
          </a:xfrm>
          <a:prstGeom prst="rect">
            <a:avLst/>
          </a:prstGeom>
        </p:spPr>
      </p:pic>
      <p:pic>
        <p:nvPicPr>
          <p:cNvPr id="7" name="Unilever Logo" descr="Unilever">
            <a:extLst>
              <a:ext uri="{FF2B5EF4-FFF2-40B4-BE49-F238E27FC236}">
                <a16:creationId xmlns:a16="http://schemas.microsoft.com/office/drawing/2014/main" id="{28D32060-27D2-9D10-B5CB-06ACEC62BB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6090" y="850390"/>
            <a:ext cx="6615113" cy="1421503"/>
          </a:xfrm>
          <a:prstGeom prst="rect">
            <a:avLst/>
          </a:prstGeom>
        </p:spPr>
      </p:pic>
      <p:sp>
        <p:nvSpPr>
          <p:cNvPr id="2" name="Title"/>
          <p:cNvSpPr>
            <a:spLocks noGrp="1"/>
          </p:cNvSpPr>
          <p:nvPr>
            <p:ph type="ctrTitle" hasCustomPrompt="1"/>
          </p:nvPr>
        </p:nvSpPr>
        <p:spPr>
          <a:xfrm>
            <a:off x="4815122" y="2590160"/>
            <a:ext cx="6331444" cy="527614"/>
          </a:xfrm>
        </p:spPr>
        <p:txBody>
          <a:bodyPr anchor="b" anchorCtr="0">
            <a:noAutofit/>
          </a:bodyPr>
          <a:lstStyle>
            <a:lvl1pPr marL="0" algn="l" defTabSz="914400" rtl="0" eaLnBrk="1" latinLnBrk="0" hangingPunct="0">
              <a:lnSpc>
                <a:spcPct val="90000"/>
              </a:lnSpc>
              <a:spcBef>
                <a:spcPct val="0"/>
              </a:spcBef>
              <a:buNone/>
              <a:defRPr lang="en-US" sz="3400" b="1" i="0" kern="1200" spc="0" baseline="0" dirty="0">
                <a:solidFill>
                  <a:schemeClr val="bg1"/>
                </a:solidFill>
                <a:latin typeface="Unilever Desire Semi Bold" pitchFamily="2" charset="77"/>
                <a:ea typeface="+mj-ea"/>
                <a:cs typeface="+mj-cs"/>
              </a:defRPr>
            </a:lvl1pPr>
          </a:lstStyle>
          <a:p>
            <a:r>
              <a:rPr lang="en-GB"/>
              <a:t>Document title </a:t>
            </a:r>
            <a:endParaRPr lang="en-US"/>
          </a:p>
        </p:txBody>
      </p:sp>
      <p:sp>
        <p:nvSpPr>
          <p:cNvPr id="5" name="Date">
            <a:extLst>
              <a:ext uri="{FF2B5EF4-FFF2-40B4-BE49-F238E27FC236}">
                <a16:creationId xmlns:a16="http://schemas.microsoft.com/office/drawing/2014/main" id="{AA5265A4-60F5-B5BE-D8C6-F1EE6E8B8A0E}"/>
              </a:ext>
            </a:extLst>
          </p:cNvPr>
          <p:cNvSpPr>
            <a:spLocks noGrp="1"/>
          </p:cNvSpPr>
          <p:nvPr>
            <p:ph type="body" sz="half" idx="14" hasCustomPrompt="1"/>
          </p:nvPr>
        </p:nvSpPr>
        <p:spPr>
          <a:xfrm>
            <a:off x="4818447" y="3272731"/>
            <a:ext cx="2522918" cy="405711"/>
          </a:xfrm>
          <a:prstGeom prst="rect">
            <a:avLst/>
          </a:prstGeom>
        </p:spPr>
        <p:txBody>
          <a:bodyPr>
            <a:noAutofit/>
          </a:bodyPr>
          <a:lstStyle>
            <a:lvl1pPr marL="0" indent="0">
              <a:buNone/>
              <a:defRPr lang="en-GB" sz="1800" b="0" i="0" kern="1200" spc="0" baseline="0" dirty="0">
                <a:solidFill>
                  <a:schemeClr val="tx1">
                    <a:lumMod val="20000"/>
                    <a:lumOff val="80000"/>
                  </a:schemeClr>
                </a:solidFill>
                <a:latin typeface="Unilever Desire" pitchFamily="2" charset="77"/>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Date</a:t>
            </a:r>
          </a:p>
        </p:txBody>
      </p:sp>
    </p:spTree>
    <p:extLst>
      <p:ext uri="{BB962C8B-B14F-4D97-AF65-F5344CB8AC3E}">
        <p14:creationId xmlns:p14="http://schemas.microsoft.com/office/powerpoint/2010/main" val="1998001381"/>
      </p:ext>
    </p:extLst>
  </p:cSld>
  <p:clrMapOvr>
    <a:masterClrMapping/>
  </p:clrMapOvr>
  <p:extLst>
    <p:ext uri="{DCECCB84-F9BA-43D5-87BE-67443E8EF086}">
      <p15:sldGuideLst xmlns:p15="http://schemas.microsoft.com/office/powerpoint/2012/main">
        <p15:guide id="1" orient="horz" pos="21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 Cover">
    <p:bg>
      <p:bgPr>
        <a:solidFill>
          <a:schemeClr val="tx1"/>
        </a:solidFill>
        <a:effectLst/>
      </p:bgPr>
    </p:bg>
    <p:spTree>
      <p:nvGrpSpPr>
        <p:cNvPr id="1" name=""/>
        <p:cNvGrpSpPr/>
        <p:nvPr/>
      </p:nvGrpSpPr>
      <p:grpSpPr>
        <a:xfrm>
          <a:off x="0" y="0"/>
          <a:ext cx="0" cy="0"/>
          <a:chOff x="0" y="0"/>
          <a:chExt cx="0" cy="0"/>
        </a:xfrm>
      </p:grpSpPr>
      <p:pic>
        <p:nvPicPr>
          <p:cNvPr id="9" name="Background: Aurora">
            <a:extLst>
              <a:ext uri="{FF2B5EF4-FFF2-40B4-BE49-F238E27FC236}">
                <a16:creationId xmlns:a16="http://schemas.microsoft.com/office/drawing/2014/main" id="{A50F206C-4CC6-FE0F-BEE9-A8ACD04ABC2D}"/>
              </a:ext>
            </a:extLst>
          </p:cNvPr>
          <p:cNvPicPr>
            <a:picLocks noGrp="1" noRot="1" noChangeAspect="1" noMove="1" noResize="1" noEditPoints="1" noAdjustHandles="1" noChangeArrowheads="1" noChangeShapeType="1" noCrop="1"/>
          </p:cNvPicPr>
          <p:nvPr/>
        </p:nvPicPr>
        <p:blipFill>
          <a:blip r:embed="rId2"/>
          <a:stretch>
            <a:fillRect/>
          </a:stretch>
        </p:blipFill>
        <p:spPr>
          <a:xfrm flipH="1">
            <a:off x="0" y="11113"/>
            <a:ext cx="12192000" cy="6858000"/>
          </a:xfrm>
          <a:prstGeom prst="rect">
            <a:avLst/>
          </a:prstGeom>
        </p:spPr>
      </p:pic>
      <p:pic>
        <p:nvPicPr>
          <p:cNvPr id="6" name="Unilever Logo" descr="Unilever">
            <a:extLst>
              <a:ext uri="{FF2B5EF4-FFF2-40B4-BE49-F238E27FC236}">
                <a16:creationId xmlns:a16="http://schemas.microsoft.com/office/drawing/2014/main" id="{84066877-D588-B07B-FB68-C08861A5BF3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95197" y="381600"/>
            <a:ext cx="1878013" cy="403561"/>
          </a:xfrm>
          <a:prstGeom prst="rect">
            <a:avLst/>
          </a:prstGeom>
        </p:spPr>
      </p:pic>
      <p:sp>
        <p:nvSpPr>
          <p:cNvPr id="2" name="Title"/>
          <p:cNvSpPr>
            <a:spLocks noGrp="1"/>
          </p:cNvSpPr>
          <p:nvPr>
            <p:ph type="ctrTitle" hasCustomPrompt="1"/>
          </p:nvPr>
        </p:nvSpPr>
        <p:spPr>
          <a:xfrm>
            <a:off x="529201" y="1863967"/>
            <a:ext cx="8638246" cy="2186066"/>
          </a:xfrm>
        </p:spPr>
        <p:txBody>
          <a:bodyPr anchor="b" anchorCtr="0">
            <a:noAutofit/>
          </a:bodyPr>
          <a:lstStyle>
            <a:lvl1pPr algn="l" hangingPunct="0">
              <a:defRPr sz="7200" b="1" i="0" spc="0" baseline="0">
                <a:solidFill>
                  <a:schemeClr val="bg1"/>
                </a:solidFill>
                <a:latin typeface="Unilever Desire Semi Bold" pitchFamily="2" charset="77"/>
              </a:defRPr>
            </a:lvl1pPr>
          </a:lstStyle>
          <a:p>
            <a:r>
              <a:rPr lang="en-GB"/>
              <a:t>Document title here </a:t>
            </a:r>
            <a:endParaRPr lang="en-US"/>
          </a:p>
        </p:txBody>
      </p:sp>
      <p:sp>
        <p:nvSpPr>
          <p:cNvPr id="8" name="Date">
            <a:extLst>
              <a:ext uri="{FF2B5EF4-FFF2-40B4-BE49-F238E27FC236}">
                <a16:creationId xmlns:a16="http://schemas.microsoft.com/office/drawing/2014/main" id="{D9521E8F-64C5-0994-49D4-53C5C1D6F717}"/>
              </a:ext>
            </a:extLst>
          </p:cNvPr>
          <p:cNvSpPr>
            <a:spLocks noGrp="1"/>
          </p:cNvSpPr>
          <p:nvPr>
            <p:ph type="body" sz="half" idx="14" hasCustomPrompt="1"/>
          </p:nvPr>
        </p:nvSpPr>
        <p:spPr>
          <a:xfrm>
            <a:off x="529201" y="4654120"/>
            <a:ext cx="2522918" cy="405711"/>
          </a:xfrm>
          <a:prstGeom prst="rect">
            <a:avLst/>
          </a:prstGeom>
        </p:spPr>
        <p:txBody>
          <a:bodyPr>
            <a:noAutofit/>
          </a:bodyPr>
          <a:lstStyle>
            <a:lvl1pPr marL="0" indent="0">
              <a:buNone/>
              <a:defRPr lang="en-GB" sz="1700" b="0" i="0" kern="1200" spc="0" baseline="0" dirty="0">
                <a:solidFill>
                  <a:schemeClr val="tx1">
                    <a:lumMod val="20000"/>
                    <a:lumOff val="80000"/>
                  </a:schemeClr>
                </a:solidFill>
                <a:latin typeface="Unilever Desire" pitchFamily="2" charset="77"/>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Date</a:t>
            </a:r>
          </a:p>
        </p:txBody>
      </p:sp>
      <p:sp>
        <p:nvSpPr>
          <p:cNvPr id="3" name="Subtitle"/>
          <p:cNvSpPr>
            <a:spLocks noGrp="1"/>
          </p:cNvSpPr>
          <p:nvPr>
            <p:ph type="subTitle" idx="1" hasCustomPrompt="1"/>
          </p:nvPr>
        </p:nvSpPr>
        <p:spPr>
          <a:xfrm>
            <a:off x="529200" y="4134319"/>
            <a:ext cx="5681663" cy="460229"/>
          </a:xfrm>
          <a:prstGeom prst="rect">
            <a:avLst/>
          </a:prstGeom>
        </p:spPr>
        <p:txBody>
          <a:bodyPr anchor="t" anchorCtr="0">
            <a:noAutofit/>
          </a:bodyPr>
          <a:lstStyle>
            <a:lvl1pPr marL="0" indent="0" algn="l" defTabSz="914400" rtl="0" eaLnBrk="1" latinLnBrk="0" hangingPunct="0">
              <a:lnSpc>
                <a:spcPct val="100000"/>
              </a:lnSpc>
              <a:spcBef>
                <a:spcPts val="0"/>
              </a:spcBef>
              <a:spcAft>
                <a:spcPts val="0"/>
              </a:spcAft>
              <a:buFont typeface="Arial" panose="020B0604020202020204" pitchFamily="34" charset="0"/>
              <a:buNone/>
              <a:tabLst/>
              <a:defRPr lang="en-US" sz="2400" b="1" i="0" kern="1200" spc="0" baseline="0" dirty="0">
                <a:solidFill>
                  <a:schemeClr val="bg1"/>
                </a:solidFill>
                <a:latin typeface="Unilever Desire Semi Bold" pitchFamily="2" charset="77"/>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Secondary information</a:t>
            </a:r>
            <a:endParaRPr lang="en-US"/>
          </a:p>
        </p:txBody>
      </p:sp>
    </p:spTree>
    <p:extLst>
      <p:ext uri="{BB962C8B-B14F-4D97-AF65-F5344CB8AC3E}">
        <p14:creationId xmlns:p14="http://schemas.microsoft.com/office/powerpoint/2010/main" val="3346489669"/>
      </p:ext>
    </p:extLst>
  </p:cSld>
  <p:clrMapOvr>
    <a:masterClrMapping/>
  </p:clrMapOvr>
  <p:extLst>
    <p:ext uri="{DCECCB84-F9BA-43D5-87BE-67443E8EF086}">
      <p15:sldGuideLst xmlns:p15="http://schemas.microsoft.com/office/powerpoint/2012/main">
        <p15:guide id="1" orient="horz" pos="216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2: SECTION - Sky">
    <p:bg>
      <p:bgPr>
        <a:solidFill>
          <a:schemeClr val="tx1"/>
        </a:solidFill>
        <a:effectLst/>
      </p:bgPr>
    </p:bg>
    <p:spTree>
      <p:nvGrpSpPr>
        <p:cNvPr id="1" name=""/>
        <p:cNvGrpSpPr/>
        <p:nvPr/>
      </p:nvGrpSpPr>
      <p:grpSpPr>
        <a:xfrm>
          <a:off x="0" y="0"/>
          <a:ext cx="0" cy="0"/>
          <a:chOff x="0" y="0"/>
          <a:chExt cx="0" cy="0"/>
        </a:xfrm>
      </p:grpSpPr>
      <p:pic>
        <p:nvPicPr>
          <p:cNvPr id="4" name="Background: Aurora">
            <a:extLst>
              <a:ext uri="{FF2B5EF4-FFF2-40B4-BE49-F238E27FC236}">
                <a16:creationId xmlns:a16="http://schemas.microsoft.com/office/drawing/2014/main" id="{F6A23321-C744-4341-AD4B-1F0CDB614F92}"/>
              </a:ext>
            </a:extLst>
          </p:cNvPr>
          <p:cNvPicPr>
            <a:picLocks noGrp="1" noRot="1" noChangeAspect="1" noMove="1" noResize="1" noEditPoints="1" noAdjustHandles="1" noChangeArrowheads="1" noChangeShapeType="1" noCrop="1"/>
          </p:cNvPicPr>
          <p:nvPr/>
        </p:nvPicPr>
        <p:blipFill>
          <a:blip r:embed="rId2"/>
          <a:stretch>
            <a:fillRect/>
          </a:stretch>
        </p:blipFill>
        <p:spPr>
          <a:xfrm>
            <a:off x="-8011" y="0"/>
            <a:ext cx="12192000" cy="6858000"/>
          </a:xfrm>
          <a:prstGeom prst="rect">
            <a:avLst/>
          </a:prstGeom>
        </p:spPr>
      </p:pic>
      <p:sp>
        <p:nvSpPr>
          <p:cNvPr id="8" name="Mask">
            <a:extLst>
              <a:ext uri="{FF2B5EF4-FFF2-40B4-BE49-F238E27FC236}">
                <a16:creationId xmlns:a16="http://schemas.microsoft.com/office/drawing/2014/main" id="{9076AA35-4242-EF68-07D3-1AAB90D66599}"/>
              </a:ext>
            </a:extLst>
          </p:cNvPr>
          <p:cNvSpPr>
            <a:spLocks noGrp="1" noRot="1" noMove="1" noResize="1" noEditPoints="1" noAdjustHandles="1" noChangeArrowheads="1" noChangeShapeType="1"/>
          </p:cNvSpPr>
          <p:nvPr/>
        </p:nvSpPr>
        <p:spPr>
          <a:xfrm>
            <a:off x="-8011" y="265165"/>
            <a:ext cx="10762325" cy="6598393"/>
          </a:xfrm>
          <a:custGeom>
            <a:avLst/>
            <a:gdLst/>
            <a:ahLst/>
            <a:cxnLst>
              <a:cxn ang="0">
                <a:pos x="wd2" y="hd2"/>
              </a:cxn>
              <a:cxn ang="5400000">
                <a:pos x="wd2" y="hd2"/>
              </a:cxn>
              <a:cxn ang="10800000">
                <a:pos x="wd2" y="hd2"/>
              </a:cxn>
              <a:cxn ang="16200000">
                <a:pos x="wd2" y="hd2"/>
              </a:cxn>
            </a:cxnLst>
            <a:rect l="0" t="0" r="r" b="b"/>
            <a:pathLst>
              <a:path w="21600" h="21300" extrusionOk="0">
                <a:moveTo>
                  <a:pt x="22" y="92"/>
                </a:moveTo>
                <a:cubicBezTo>
                  <a:pt x="3621" y="-300"/>
                  <a:pt x="7187" y="571"/>
                  <a:pt x="10473" y="2569"/>
                </a:cubicBezTo>
                <a:cubicBezTo>
                  <a:pt x="12753" y="3955"/>
                  <a:pt x="14912" y="5895"/>
                  <a:pt x="16758" y="8507"/>
                </a:cubicBezTo>
                <a:cubicBezTo>
                  <a:pt x="17963" y="10212"/>
                  <a:pt x="19001" y="12166"/>
                  <a:pt x="19822" y="14322"/>
                </a:cubicBezTo>
                <a:cubicBezTo>
                  <a:pt x="20645" y="16482"/>
                  <a:pt x="21247" y="18835"/>
                  <a:pt x="21600" y="21300"/>
                </a:cubicBezTo>
                <a:lnTo>
                  <a:pt x="0" y="21269"/>
                </a:lnTo>
                <a:lnTo>
                  <a:pt x="22" y="92"/>
                </a:lnTo>
                <a:close/>
              </a:path>
            </a:pathLst>
          </a:custGeom>
          <a:solidFill>
            <a:schemeClr val="tx2"/>
          </a:solidFill>
          <a:ln w="12700">
            <a:miter lim="400000"/>
          </a:ln>
        </p:spPr>
        <p:txBody>
          <a:bodyPr lIns="45719" rIns="45719"/>
          <a:lstStyle/>
          <a:p>
            <a:pPr>
              <a:defRPr>
                <a:solidFill>
                  <a:srgbClr val="FFFFFF"/>
                </a:solidFill>
              </a:defRPr>
            </a:pPr>
            <a:endParaRPr b="1" i="0">
              <a:latin typeface="Unilever Desire Semi Bold" pitchFamily="2" charset="77"/>
            </a:endParaRPr>
          </a:p>
        </p:txBody>
      </p:sp>
      <p:pic>
        <p:nvPicPr>
          <p:cNvPr id="10" name="Unilever Logo" descr="Unilever">
            <a:extLst>
              <a:ext uri="{FF2B5EF4-FFF2-40B4-BE49-F238E27FC236}">
                <a16:creationId xmlns:a16="http://schemas.microsoft.com/office/drawing/2014/main" id="{4754FD55-C682-BA93-D13C-C0F182FD26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95197" y="381600"/>
            <a:ext cx="1878013" cy="403561"/>
          </a:xfrm>
          <a:prstGeom prst="rect">
            <a:avLst/>
          </a:prstGeom>
        </p:spPr>
      </p:pic>
      <p:sp>
        <p:nvSpPr>
          <p:cNvPr id="2" name="Title"/>
          <p:cNvSpPr>
            <a:spLocks noGrp="1"/>
          </p:cNvSpPr>
          <p:nvPr>
            <p:ph type="title" hasCustomPrompt="1"/>
          </p:nvPr>
        </p:nvSpPr>
        <p:spPr>
          <a:xfrm>
            <a:off x="484375" y="3429000"/>
            <a:ext cx="8079762" cy="2559012"/>
          </a:xfrm>
        </p:spPr>
        <p:txBody>
          <a:bodyPr anchor="t" anchorCtr="0">
            <a:noAutofit/>
          </a:bodyPr>
          <a:lstStyle>
            <a:lvl1pPr algn="l" defTabSz="914400" rtl="0" eaLnBrk="1" latinLnBrk="0" hangingPunct="0">
              <a:lnSpc>
                <a:spcPct val="90000"/>
              </a:lnSpc>
              <a:spcBef>
                <a:spcPct val="0"/>
              </a:spcBef>
              <a:buNone/>
              <a:defRPr lang="en-US" sz="7200" b="1" i="0" kern="1200" spc="0" baseline="0" dirty="0">
                <a:solidFill>
                  <a:schemeClr val="bg1"/>
                </a:solidFill>
                <a:latin typeface="Unilever Desire Semi Bold" pitchFamily="2" charset="77"/>
                <a:ea typeface="+mj-ea"/>
                <a:cs typeface="+mj-cs"/>
              </a:defRPr>
            </a:lvl1pPr>
          </a:lstStyle>
          <a:p>
            <a:r>
              <a:rPr lang="en-GB"/>
              <a:t>Section title </a:t>
            </a:r>
            <a:br>
              <a:rPr lang="en-GB"/>
            </a:br>
            <a:r>
              <a:rPr lang="en-GB"/>
              <a:t>goes here</a:t>
            </a:r>
            <a:endParaRPr lang="en-US"/>
          </a:p>
        </p:txBody>
      </p:sp>
      <p:sp>
        <p:nvSpPr>
          <p:cNvPr id="3" name="Section Topic"/>
          <p:cNvSpPr>
            <a:spLocks noGrp="1"/>
          </p:cNvSpPr>
          <p:nvPr>
            <p:ph type="body" idx="1" hasCustomPrompt="1"/>
          </p:nvPr>
        </p:nvSpPr>
        <p:spPr>
          <a:xfrm>
            <a:off x="493802" y="2775847"/>
            <a:ext cx="5683341" cy="478673"/>
          </a:xfrm>
          <a:prstGeom prst="rect">
            <a:avLst/>
          </a:prstGeom>
        </p:spPr>
        <p:txBody>
          <a:bodyPr anchor="b" anchorCtr="0">
            <a:noAutofit/>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lang="en-GB" sz="2000" b="1" i="0" kern="1200" spc="0" baseline="0" dirty="0">
                <a:solidFill>
                  <a:schemeClr val="tx1">
                    <a:lumMod val="20000"/>
                    <a:lumOff val="80000"/>
                  </a:schemeClr>
                </a:solidFill>
                <a:latin typeface="Unilever Desire Semi Bold" pitchFamily="2" charset="77"/>
                <a:ea typeface="+mn-ea"/>
                <a:cs typeface="+mn-cs"/>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Section Name</a:t>
            </a:r>
          </a:p>
        </p:txBody>
      </p:sp>
      <p:sp>
        <p:nvSpPr>
          <p:cNvPr id="13" name="Slide Number">
            <a:extLst>
              <a:ext uri="{FF2B5EF4-FFF2-40B4-BE49-F238E27FC236}">
                <a16:creationId xmlns:a16="http://schemas.microsoft.com/office/drawing/2014/main" id="{7071E057-90E4-75C2-E8F7-F5A06DAC2626}"/>
              </a:ext>
            </a:extLst>
          </p:cNvPr>
          <p:cNvSpPr>
            <a:spLocks noGrp="1" noRot="1" noMove="1" noResize="1" noEditPoints="1" noAdjustHandles="1" noChangeArrowheads="1" noChangeShapeType="1"/>
          </p:cNvSpPr>
          <p:nvPr>
            <p:ph type="sldNum" sz="quarter" idx="12"/>
          </p:nvPr>
        </p:nvSpPr>
        <p:spPr>
          <a:xfrm>
            <a:off x="11482598" y="6337472"/>
            <a:ext cx="474937" cy="262175"/>
          </a:xfrm>
          <a:prstGeom prst="rect">
            <a:avLst/>
          </a:prstGeom>
        </p:spPr>
        <p:txBody>
          <a:bodyPr/>
          <a:lstStyle>
            <a:lvl1pPr>
              <a:defRPr sz="1100">
                <a:solidFill>
                  <a:schemeClr val="bg1"/>
                </a:solidFill>
              </a:defRPr>
            </a:lvl1pPr>
          </a:lstStyle>
          <a:p>
            <a:fld id="{7624A5FC-F7B9-3F4D-861F-9DDB8C0A4082}" type="slidenum">
              <a:rPr lang="en-US" smtClean="0"/>
              <a:pPr/>
              <a:t>‹#›</a:t>
            </a:fld>
            <a:endParaRPr lang="en-US"/>
          </a:p>
        </p:txBody>
      </p:sp>
    </p:spTree>
    <p:extLst>
      <p:ext uri="{BB962C8B-B14F-4D97-AF65-F5344CB8AC3E}">
        <p14:creationId xmlns:p14="http://schemas.microsoft.com/office/powerpoint/2010/main" val="2128089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 SECTION - Earth">
    <p:bg>
      <p:bgPr>
        <a:solidFill>
          <a:schemeClr val="bg2"/>
        </a:solidFill>
        <a:effectLst/>
      </p:bgPr>
    </p:bg>
    <p:spTree>
      <p:nvGrpSpPr>
        <p:cNvPr id="1" name=""/>
        <p:cNvGrpSpPr/>
        <p:nvPr/>
      </p:nvGrpSpPr>
      <p:grpSpPr>
        <a:xfrm>
          <a:off x="0" y="0"/>
          <a:ext cx="0" cy="0"/>
          <a:chOff x="0" y="0"/>
          <a:chExt cx="0" cy="0"/>
        </a:xfrm>
      </p:grpSpPr>
      <p:pic>
        <p:nvPicPr>
          <p:cNvPr id="5" name="Background: Aurora">
            <a:extLst>
              <a:ext uri="{FF2B5EF4-FFF2-40B4-BE49-F238E27FC236}">
                <a16:creationId xmlns:a16="http://schemas.microsoft.com/office/drawing/2014/main" id="{7BB3A4BE-9745-D166-5DBD-09914DC2A9F2}"/>
              </a:ext>
            </a:extLst>
          </p:cNvPr>
          <p:cNvPicPr>
            <a:picLocks noGrp="1" noRot="1" noChangeAspect="1" noMove="1" noResize="1" noEditPoints="1" noAdjustHandles="1" noChangeArrowheads="1" noChangeShapeType="1" noCrop="1"/>
          </p:cNvPicPr>
          <p:nvPr/>
        </p:nvPicPr>
        <p:blipFill>
          <a:blip r:embed="rId2"/>
          <a:stretch>
            <a:fillRect/>
          </a:stretch>
        </p:blipFill>
        <p:spPr>
          <a:xfrm>
            <a:off x="-8012" y="0"/>
            <a:ext cx="12200012" cy="6862507"/>
          </a:xfrm>
          <a:prstGeom prst="rect">
            <a:avLst/>
          </a:prstGeom>
        </p:spPr>
      </p:pic>
      <p:sp>
        <p:nvSpPr>
          <p:cNvPr id="6" name="Mask">
            <a:extLst>
              <a:ext uri="{FF2B5EF4-FFF2-40B4-BE49-F238E27FC236}">
                <a16:creationId xmlns:a16="http://schemas.microsoft.com/office/drawing/2014/main" id="{EA0964CC-2124-4078-C952-AA943634C359}"/>
              </a:ext>
            </a:extLst>
          </p:cNvPr>
          <p:cNvSpPr>
            <a:spLocks noGrp="1" noRot="1" noMove="1" noResize="1" noEditPoints="1" noAdjustHandles="1" noChangeArrowheads="1" noChangeShapeType="1"/>
          </p:cNvSpPr>
          <p:nvPr/>
        </p:nvSpPr>
        <p:spPr>
          <a:xfrm>
            <a:off x="-8011" y="265165"/>
            <a:ext cx="10762325" cy="6598393"/>
          </a:xfrm>
          <a:custGeom>
            <a:avLst/>
            <a:gdLst/>
            <a:ahLst/>
            <a:cxnLst>
              <a:cxn ang="0">
                <a:pos x="wd2" y="hd2"/>
              </a:cxn>
              <a:cxn ang="5400000">
                <a:pos x="wd2" y="hd2"/>
              </a:cxn>
              <a:cxn ang="10800000">
                <a:pos x="wd2" y="hd2"/>
              </a:cxn>
              <a:cxn ang="16200000">
                <a:pos x="wd2" y="hd2"/>
              </a:cxn>
            </a:cxnLst>
            <a:rect l="0" t="0" r="r" b="b"/>
            <a:pathLst>
              <a:path w="21600" h="21300" extrusionOk="0">
                <a:moveTo>
                  <a:pt x="22" y="92"/>
                </a:moveTo>
                <a:cubicBezTo>
                  <a:pt x="3621" y="-300"/>
                  <a:pt x="7187" y="571"/>
                  <a:pt x="10473" y="2569"/>
                </a:cubicBezTo>
                <a:cubicBezTo>
                  <a:pt x="12753" y="3955"/>
                  <a:pt x="14912" y="5895"/>
                  <a:pt x="16758" y="8507"/>
                </a:cubicBezTo>
                <a:cubicBezTo>
                  <a:pt x="17963" y="10212"/>
                  <a:pt x="19001" y="12166"/>
                  <a:pt x="19822" y="14322"/>
                </a:cubicBezTo>
                <a:cubicBezTo>
                  <a:pt x="20645" y="16482"/>
                  <a:pt x="21247" y="18835"/>
                  <a:pt x="21600" y="21300"/>
                </a:cubicBezTo>
                <a:lnTo>
                  <a:pt x="0" y="21269"/>
                </a:lnTo>
                <a:lnTo>
                  <a:pt x="22" y="92"/>
                </a:lnTo>
                <a:close/>
              </a:path>
            </a:pathLst>
          </a:custGeom>
          <a:solidFill>
            <a:schemeClr val="bg2"/>
          </a:solidFill>
          <a:ln w="12700">
            <a:miter lim="400000"/>
          </a:ln>
        </p:spPr>
        <p:txBody>
          <a:bodyPr lIns="45719" rIns="45719"/>
          <a:lstStyle/>
          <a:p>
            <a:pPr>
              <a:defRPr>
                <a:solidFill>
                  <a:srgbClr val="FFFFFF"/>
                </a:solidFill>
              </a:defRPr>
            </a:pPr>
            <a:endParaRPr b="1" i="0">
              <a:latin typeface="Unilever Desire Semi Bold" pitchFamily="2" charset="77"/>
            </a:endParaRPr>
          </a:p>
        </p:txBody>
      </p:sp>
      <p:pic>
        <p:nvPicPr>
          <p:cNvPr id="8" name="Unilever Logo" descr="Unilever">
            <a:extLst>
              <a:ext uri="{FF2B5EF4-FFF2-40B4-BE49-F238E27FC236}">
                <a16:creationId xmlns:a16="http://schemas.microsoft.com/office/drawing/2014/main" id="{996EB61E-1A4F-002A-864D-3E502646A4D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95197" y="381600"/>
            <a:ext cx="1878013" cy="403561"/>
          </a:xfrm>
          <a:prstGeom prst="rect">
            <a:avLst/>
          </a:prstGeom>
        </p:spPr>
      </p:pic>
      <p:sp>
        <p:nvSpPr>
          <p:cNvPr id="2" name="Title"/>
          <p:cNvSpPr>
            <a:spLocks noGrp="1"/>
          </p:cNvSpPr>
          <p:nvPr>
            <p:ph type="title" hasCustomPrompt="1"/>
          </p:nvPr>
        </p:nvSpPr>
        <p:spPr>
          <a:xfrm>
            <a:off x="484374" y="3429000"/>
            <a:ext cx="8090913" cy="2559012"/>
          </a:xfrm>
        </p:spPr>
        <p:txBody>
          <a:bodyPr anchor="t" anchorCtr="0">
            <a:noAutofit/>
          </a:bodyPr>
          <a:lstStyle>
            <a:lvl1pPr algn="l" defTabSz="914400" rtl="0" eaLnBrk="1" latinLnBrk="0" hangingPunct="0">
              <a:lnSpc>
                <a:spcPct val="90000"/>
              </a:lnSpc>
              <a:spcBef>
                <a:spcPct val="0"/>
              </a:spcBef>
              <a:buNone/>
              <a:defRPr lang="en-US" sz="7200" b="0" i="0" kern="1200" spc="0" baseline="0" dirty="0">
                <a:solidFill>
                  <a:schemeClr val="tx1"/>
                </a:solidFill>
                <a:latin typeface="Unilever Desire Semi Bold" pitchFamily="2" charset="77"/>
                <a:ea typeface="+mj-ea"/>
                <a:cs typeface="+mj-cs"/>
              </a:defRPr>
            </a:lvl1pPr>
          </a:lstStyle>
          <a:p>
            <a:r>
              <a:rPr lang="en-GB"/>
              <a:t>Section title </a:t>
            </a:r>
            <a:br>
              <a:rPr lang="en-GB"/>
            </a:br>
            <a:r>
              <a:rPr lang="en-GB"/>
              <a:t>goes here</a:t>
            </a:r>
            <a:endParaRPr lang="en-US"/>
          </a:p>
        </p:txBody>
      </p:sp>
      <p:sp>
        <p:nvSpPr>
          <p:cNvPr id="3" name="Section Topic"/>
          <p:cNvSpPr>
            <a:spLocks noGrp="1"/>
          </p:cNvSpPr>
          <p:nvPr>
            <p:ph type="body" idx="1" hasCustomPrompt="1"/>
          </p:nvPr>
        </p:nvSpPr>
        <p:spPr>
          <a:xfrm>
            <a:off x="503229" y="2775847"/>
            <a:ext cx="5683341" cy="478673"/>
          </a:xfrm>
          <a:prstGeom prst="rect">
            <a:avLst/>
          </a:prstGeom>
        </p:spPr>
        <p:txBody>
          <a:bodyPr anchor="b" anchorCtr="0">
            <a:noAutofit/>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lang="en-GB" sz="2000" b="1" i="0" kern="1200" spc="0" baseline="0" dirty="0">
                <a:solidFill>
                  <a:schemeClr val="tx1">
                    <a:lumMod val="60000"/>
                    <a:lumOff val="40000"/>
                  </a:schemeClr>
                </a:solidFill>
                <a:latin typeface="Unilever Desire Semi Bold" pitchFamily="2" charset="77"/>
                <a:ea typeface="+mn-ea"/>
                <a:cs typeface="+mn-cs"/>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Section Name</a:t>
            </a:r>
          </a:p>
        </p:txBody>
      </p:sp>
      <p:sp>
        <p:nvSpPr>
          <p:cNvPr id="10" name="Slide Number">
            <a:extLst>
              <a:ext uri="{FF2B5EF4-FFF2-40B4-BE49-F238E27FC236}">
                <a16:creationId xmlns:a16="http://schemas.microsoft.com/office/drawing/2014/main" id="{9F7A4144-DD2F-A7EC-83F6-FD943A805561}"/>
              </a:ext>
            </a:extLst>
          </p:cNvPr>
          <p:cNvSpPr>
            <a:spLocks noGrp="1" noRot="1" noMove="1" noResize="1" noEditPoints="1" noAdjustHandles="1" noChangeArrowheads="1" noChangeShapeType="1"/>
          </p:cNvSpPr>
          <p:nvPr>
            <p:ph type="sldNum" sz="quarter" idx="10"/>
          </p:nvPr>
        </p:nvSpPr>
        <p:spPr/>
        <p:txBody>
          <a:bodyPr/>
          <a:lstStyle/>
          <a:p>
            <a:fld id="{AA81C49F-4514-B440-9310-1C2F3B5561BD}" type="slidenum">
              <a:rPr lang="en-GB" smtClean="0"/>
              <a:pPr/>
              <a:t>‹#›</a:t>
            </a:fld>
            <a:endParaRPr lang="en-GB"/>
          </a:p>
        </p:txBody>
      </p:sp>
    </p:spTree>
    <p:extLst>
      <p:ext uri="{BB962C8B-B14F-4D97-AF65-F5344CB8AC3E}">
        <p14:creationId xmlns:p14="http://schemas.microsoft.com/office/powerpoint/2010/main" val="1412007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Title">
    <p:bg>
      <p:bgPr>
        <a:solidFill>
          <a:schemeClr val="bg1"/>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7CECF70-B86B-FEE1-5CA2-1E77A11AF8EF}"/>
              </a:ext>
            </a:extLst>
          </p:cNvPr>
          <p:cNvSpPr>
            <a:spLocks noGrp="1"/>
          </p:cNvSpPr>
          <p:nvPr>
            <p:ph type="body" sz="half" idx="15" hasCustomPrompt="1"/>
          </p:nvPr>
        </p:nvSpPr>
        <p:spPr>
          <a:xfrm>
            <a:off x="372821" y="1014700"/>
            <a:ext cx="10231989" cy="814100"/>
          </a:xfrm>
          <a:prstGeom prst="rect">
            <a:avLst/>
          </a:prstGeom>
        </p:spPr>
        <p:txBody>
          <a:bodyPr>
            <a:noAutofit/>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lang="en-GB" sz="4400" b="1" i="0" kern="800" spc="0" baseline="0" dirty="0">
                <a:solidFill>
                  <a:schemeClr val="tx2"/>
                </a:solidFill>
                <a:latin typeface="Unilever Desire Semi Bold" pitchFamily="2" charset="77"/>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Engaging page title goes here</a:t>
            </a:r>
          </a:p>
        </p:txBody>
      </p:sp>
      <p:sp>
        <p:nvSpPr>
          <p:cNvPr id="4" name="Section Topic">
            <a:extLst>
              <a:ext uri="{FF2B5EF4-FFF2-40B4-BE49-F238E27FC236}">
                <a16:creationId xmlns:a16="http://schemas.microsoft.com/office/drawing/2014/main" id="{0F1B4F75-01B8-FFB2-1099-6124FD109080}"/>
              </a:ext>
            </a:extLst>
          </p:cNvPr>
          <p:cNvSpPr>
            <a:spLocks noGrp="1"/>
          </p:cNvSpPr>
          <p:nvPr>
            <p:ph type="title"/>
          </p:nvPr>
        </p:nvSpPr>
        <p:spPr/>
        <p:txBody>
          <a:bodyPr/>
          <a:lstStyle/>
          <a:p>
            <a:r>
              <a:rPr lang="en-US"/>
              <a:t>Click to edit Master title style</a:t>
            </a:r>
            <a:endParaRPr lang="en-GB"/>
          </a:p>
        </p:txBody>
      </p:sp>
      <p:sp>
        <p:nvSpPr>
          <p:cNvPr id="8" name="Slide Number">
            <a:extLst>
              <a:ext uri="{FF2B5EF4-FFF2-40B4-BE49-F238E27FC236}">
                <a16:creationId xmlns:a16="http://schemas.microsoft.com/office/drawing/2014/main" id="{3EB6A062-924E-93ED-8CD7-3E803D412F6C}"/>
              </a:ext>
            </a:extLst>
          </p:cNvPr>
          <p:cNvSpPr>
            <a:spLocks noGrp="1" noRot="1" noMove="1" noResize="1" noEditPoints="1" noAdjustHandles="1" noChangeArrowheads="1" noChangeShapeType="1"/>
          </p:cNvSpPr>
          <p:nvPr>
            <p:ph type="sldNum" sz="quarter" idx="16"/>
          </p:nvPr>
        </p:nvSpPr>
        <p:spPr/>
        <p:txBody>
          <a:bodyPr/>
          <a:lstStyle/>
          <a:p>
            <a:fld id="{AA81C49F-4514-B440-9310-1C2F3B5561BD}" type="slidenum">
              <a:rPr lang="en-GB" smtClean="0"/>
              <a:pPr/>
              <a:t>‹#›</a:t>
            </a:fld>
            <a:endParaRPr lang="en-GB"/>
          </a:p>
        </p:txBody>
      </p:sp>
    </p:spTree>
    <p:extLst>
      <p:ext uri="{BB962C8B-B14F-4D97-AF65-F5344CB8AC3E}">
        <p14:creationId xmlns:p14="http://schemas.microsoft.com/office/powerpoint/2010/main" val="2403642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Left">
    <p:bg>
      <p:bgPr>
        <a:solidFill>
          <a:schemeClr val="bg1"/>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A105F0E2-7D7D-22C8-9EEB-5C0E6DF01B44}"/>
              </a:ext>
            </a:extLst>
          </p:cNvPr>
          <p:cNvSpPr>
            <a:spLocks noGrp="1"/>
          </p:cNvSpPr>
          <p:nvPr>
            <p:ph type="body" sz="half" idx="17" hasCustomPrompt="1"/>
          </p:nvPr>
        </p:nvSpPr>
        <p:spPr>
          <a:xfrm>
            <a:off x="372822" y="1226569"/>
            <a:ext cx="5169334" cy="1327056"/>
          </a:xfrm>
          <a:prstGeom prst="rect">
            <a:avLst/>
          </a:prstGeom>
        </p:spPr>
        <p:txBody>
          <a:bodyPr>
            <a:noAutofit/>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lang="en-GB" sz="4400" b="1" i="0" kern="800" spc="0" baseline="0" dirty="0">
                <a:solidFill>
                  <a:schemeClr val="tx2"/>
                </a:solidFill>
                <a:latin typeface="Unilever Desire Semi Bold" pitchFamily="2" charset="77"/>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Engaging page title goes here</a:t>
            </a:r>
          </a:p>
        </p:txBody>
      </p:sp>
      <p:sp>
        <p:nvSpPr>
          <p:cNvPr id="7" name="Section Topic">
            <a:extLst>
              <a:ext uri="{FF2B5EF4-FFF2-40B4-BE49-F238E27FC236}">
                <a16:creationId xmlns:a16="http://schemas.microsoft.com/office/drawing/2014/main" id="{3439812F-0CE5-6AB3-AE20-7253516DB88B}"/>
              </a:ext>
            </a:extLst>
          </p:cNvPr>
          <p:cNvSpPr>
            <a:spLocks noGrp="1"/>
          </p:cNvSpPr>
          <p:nvPr>
            <p:ph type="title"/>
          </p:nvPr>
        </p:nvSpPr>
        <p:spPr/>
        <p:txBody>
          <a:bodyPr/>
          <a:lstStyle/>
          <a:p>
            <a:r>
              <a:rPr lang="en-US"/>
              <a:t>Click to edit Master title style</a:t>
            </a:r>
            <a:endParaRPr lang="en-GB"/>
          </a:p>
        </p:txBody>
      </p:sp>
      <p:sp>
        <p:nvSpPr>
          <p:cNvPr id="3" name="Body Copy">
            <a:extLst>
              <a:ext uri="{FF2B5EF4-FFF2-40B4-BE49-F238E27FC236}">
                <a16:creationId xmlns:a16="http://schemas.microsoft.com/office/drawing/2014/main" id="{9067A0EC-E67B-7F0D-FC7A-49FCCB9F5D55}"/>
              </a:ext>
            </a:extLst>
          </p:cNvPr>
          <p:cNvSpPr>
            <a:spLocks noGrp="1"/>
          </p:cNvSpPr>
          <p:nvPr>
            <p:ph idx="13" hasCustomPrompt="1"/>
          </p:nvPr>
        </p:nvSpPr>
        <p:spPr>
          <a:xfrm>
            <a:off x="372514" y="2733574"/>
            <a:ext cx="4584498" cy="3746737"/>
          </a:xfrm>
          <a:prstGeom prst="rect">
            <a:avLst/>
          </a:prstGeom>
        </p:spPr>
        <p:txBody>
          <a:bodyPr>
            <a:noAutofit/>
          </a:bodyPr>
          <a:lstStyle>
            <a:lvl1pPr marL="0" indent="0" algn="l" defTabSz="914400" rtl="0" eaLnBrk="1" latinLnBrk="0" hangingPunct="0">
              <a:lnSpc>
                <a:spcPct val="110000"/>
              </a:lnSpc>
              <a:spcBef>
                <a:spcPts val="0"/>
              </a:spcBef>
              <a:spcAft>
                <a:spcPts val="800"/>
              </a:spcAft>
              <a:buFont typeface="Arial" panose="020B0604020202020204" pitchFamily="34" charset="0"/>
              <a:buNone/>
              <a:tabLst/>
              <a:defRPr lang="en-GB" sz="1200" b="0" i="0" kern="1200" spc="0" dirty="0" smtClean="0">
                <a:solidFill>
                  <a:schemeClr val="tx2"/>
                </a:solidFill>
                <a:latin typeface="Unilever Desire" pitchFamily="2" charset="77"/>
                <a:ea typeface="+mn-ea"/>
                <a:cs typeface="+mn-cs"/>
              </a:defRPr>
            </a:lvl1pPr>
            <a:lvl2pPr marL="285750" indent="-285750" hangingPunct="0">
              <a:lnSpc>
                <a:spcPct val="110000"/>
              </a:lnSpc>
              <a:spcBef>
                <a:spcPts val="0"/>
              </a:spcBef>
              <a:spcAft>
                <a:spcPts val="800"/>
              </a:spcAft>
              <a:buFont typeface="Arial" panose="020B0604020202020204" pitchFamily="34" charset="0"/>
              <a:buChar char="•"/>
              <a:tabLst/>
              <a:defRPr sz="1200" b="0" i="0" spc="0">
                <a:latin typeface="Unilever Desire" pitchFamily="2" charset="77"/>
              </a:defRPr>
            </a:lvl2pPr>
            <a:lvl3pPr marL="360000" indent="108000" hangingPunct="0">
              <a:lnSpc>
                <a:spcPct val="110000"/>
              </a:lnSpc>
              <a:spcBef>
                <a:spcPts val="0"/>
              </a:spcBef>
              <a:spcAft>
                <a:spcPts val="800"/>
              </a:spcAft>
              <a:buFont typeface="Arial" panose="020B0604020202020204" pitchFamily="34" charset="0"/>
              <a:buChar char="•"/>
              <a:tabLst/>
              <a:defRPr sz="1200" b="0" i="0" spc="0">
                <a:latin typeface="Unilever Desire" pitchFamily="2" charset="77"/>
              </a:defRPr>
            </a:lvl3pPr>
            <a:lvl4pPr marL="669925" indent="-131763" hangingPunct="0">
              <a:lnSpc>
                <a:spcPct val="110000"/>
              </a:lnSpc>
              <a:spcBef>
                <a:spcPts val="0"/>
              </a:spcBef>
              <a:spcAft>
                <a:spcPts val="800"/>
              </a:spcAft>
              <a:buFont typeface="System Font Regular"/>
              <a:buChar char="–"/>
              <a:tabLst/>
              <a:defRPr sz="1200" b="0" i="0" spc="0">
                <a:latin typeface="Unilever Desire" pitchFamily="2" charset="77"/>
              </a:defRPr>
            </a:lvl4pPr>
            <a:lvl5pPr marL="803275" indent="-133350">
              <a:buFont typeface="System Font Regular"/>
              <a:buChar char="–"/>
              <a:tabLst/>
              <a:defRPr sz="1200" b="1" i="0">
                <a:latin typeface="Visby CF Demi Bold" pitchFamily="2" charset="77"/>
              </a:defRPr>
            </a:lvl5pPr>
          </a:lstStyle>
          <a:p>
            <a:pPr lvl="0"/>
            <a:r>
              <a:rPr lang="en-GB"/>
              <a:t>Type body copy here</a:t>
            </a:r>
          </a:p>
          <a:p>
            <a:pPr lvl="1"/>
            <a:r>
              <a:rPr lang="en-GB"/>
              <a:t>Second level</a:t>
            </a:r>
          </a:p>
          <a:p>
            <a:pPr lvl="2"/>
            <a:r>
              <a:rPr lang="en-GB"/>
              <a:t>Third level</a:t>
            </a:r>
          </a:p>
          <a:p>
            <a:pPr lvl="3"/>
            <a:r>
              <a:rPr lang="en-GB"/>
              <a:t>Fourth level</a:t>
            </a:r>
            <a:endParaRPr lang="en-US"/>
          </a:p>
        </p:txBody>
      </p:sp>
      <p:sp>
        <p:nvSpPr>
          <p:cNvPr id="8" name="Slide Number">
            <a:extLst>
              <a:ext uri="{FF2B5EF4-FFF2-40B4-BE49-F238E27FC236}">
                <a16:creationId xmlns:a16="http://schemas.microsoft.com/office/drawing/2014/main" id="{3EB6A062-924E-93ED-8CD7-3E803D412F6C}"/>
              </a:ext>
            </a:extLst>
          </p:cNvPr>
          <p:cNvSpPr>
            <a:spLocks noGrp="1" noRot="1" noMove="1" noResize="1" noEditPoints="1" noAdjustHandles="1" noChangeArrowheads="1" noChangeShapeType="1"/>
          </p:cNvSpPr>
          <p:nvPr>
            <p:ph type="sldNum" sz="quarter" idx="16"/>
          </p:nvPr>
        </p:nvSpPr>
        <p:spPr/>
        <p:txBody>
          <a:bodyPr/>
          <a:lstStyle/>
          <a:p>
            <a:fld id="{AA81C49F-4514-B440-9310-1C2F3B5561BD}" type="slidenum">
              <a:rPr lang="en-GB" smtClean="0"/>
              <a:pPr/>
              <a:t>‹#›</a:t>
            </a:fld>
            <a:endParaRPr lang="en-GB"/>
          </a:p>
        </p:txBody>
      </p:sp>
    </p:spTree>
    <p:extLst>
      <p:ext uri="{BB962C8B-B14F-4D97-AF65-F5344CB8AC3E}">
        <p14:creationId xmlns:p14="http://schemas.microsoft.com/office/powerpoint/2010/main" val="3044702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Right">
    <p:bg>
      <p:bgPr>
        <a:solidFill>
          <a:schemeClr val="bg1"/>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10F88485-6A47-0167-E3C5-82CF170A95B6}"/>
              </a:ext>
            </a:extLst>
          </p:cNvPr>
          <p:cNvSpPr>
            <a:spLocks noGrp="1"/>
          </p:cNvSpPr>
          <p:nvPr>
            <p:ph type="body" sz="half" idx="15" hasCustomPrompt="1"/>
          </p:nvPr>
        </p:nvSpPr>
        <p:spPr>
          <a:xfrm>
            <a:off x="6011313" y="1182030"/>
            <a:ext cx="5362931" cy="1494262"/>
          </a:xfrm>
          <a:prstGeom prst="rect">
            <a:avLst/>
          </a:prstGeom>
        </p:spPr>
        <p:txBody>
          <a:bodyPr anchor="b">
            <a:noAutofit/>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lang="en-GB" sz="4400" b="1" i="0" kern="800" spc="0" baseline="0" dirty="0">
                <a:solidFill>
                  <a:schemeClr val="tx2"/>
                </a:solidFill>
                <a:latin typeface="Unilever Desire Semi Bold" pitchFamily="2" charset="77"/>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Engaging page title goes here</a:t>
            </a:r>
          </a:p>
        </p:txBody>
      </p:sp>
      <p:sp>
        <p:nvSpPr>
          <p:cNvPr id="2" name="Section Topic">
            <a:extLst>
              <a:ext uri="{FF2B5EF4-FFF2-40B4-BE49-F238E27FC236}">
                <a16:creationId xmlns:a16="http://schemas.microsoft.com/office/drawing/2014/main" id="{D7818565-69F0-08D1-0BC0-99172295CAFE}"/>
              </a:ext>
            </a:extLst>
          </p:cNvPr>
          <p:cNvSpPr>
            <a:spLocks noGrp="1"/>
          </p:cNvSpPr>
          <p:nvPr>
            <p:ph type="title"/>
          </p:nvPr>
        </p:nvSpPr>
        <p:spPr/>
        <p:txBody>
          <a:bodyPr/>
          <a:lstStyle/>
          <a:p>
            <a:r>
              <a:rPr lang="en-US"/>
              <a:t>Click to edit Master title style</a:t>
            </a:r>
            <a:endParaRPr lang="en-GB"/>
          </a:p>
        </p:txBody>
      </p:sp>
      <p:sp>
        <p:nvSpPr>
          <p:cNvPr id="3" name="Body Copy">
            <a:extLst>
              <a:ext uri="{FF2B5EF4-FFF2-40B4-BE49-F238E27FC236}">
                <a16:creationId xmlns:a16="http://schemas.microsoft.com/office/drawing/2014/main" id="{9067A0EC-E67B-7F0D-FC7A-49FCCB9F5D55}"/>
              </a:ext>
            </a:extLst>
          </p:cNvPr>
          <p:cNvSpPr>
            <a:spLocks noGrp="1"/>
          </p:cNvSpPr>
          <p:nvPr>
            <p:ph idx="13" hasCustomPrompt="1"/>
          </p:nvPr>
        </p:nvSpPr>
        <p:spPr>
          <a:xfrm>
            <a:off x="6011314" y="2936775"/>
            <a:ext cx="4800620" cy="3472492"/>
          </a:xfrm>
          <a:prstGeom prst="rect">
            <a:avLst/>
          </a:prstGeom>
        </p:spPr>
        <p:txBody>
          <a:bodyPr>
            <a:noAutofit/>
          </a:bodyPr>
          <a:lstStyle>
            <a:lvl1pPr marL="0" indent="0" algn="l" defTabSz="914400" rtl="0" eaLnBrk="1" latinLnBrk="0" hangingPunct="0">
              <a:lnSpc>
                <a:spcPct val="110000"/>
              </a:lnSpc>
              <a:spcBef>
                <a:spcPts val="0"/>
              </a:spcBef>
              <a:spcAft>
                <a:spcPts val="800"/>
              </a:spcAft>
              <a:buFont typeface="Arial" panose="020B0604020202020204" pitchFamily="34" charset="0"/>
              <a:buNone/>
              <a:tabLst/>
              <a:defRPr lang="en-GB" sz="1200" b="0" i="0" kern="1200" spc="0" dirty="0" smtClean="0">
                <a:solidFill>
                  <a:schemeClr val="tx2"/>
                </a:solidFill>
                <a:latin typeface="Unilever Desire" pitchFamily="2" charset="77"/>
                <a:ea typeface="+mn-ea"/>
                <a:cs typeface="+mn-cs"/>
              </a:defRPr>
            </a:lvl1pPr>
            <a:lvl2pPr marL="285750" indent="-285750" hangingPunct="0">
              <a:lnSpc>
                <a:spcPct val="110000"/>
              </a:lnSpc>
              <a:spcBef>
                <a:spcPts val="0"/>
              </a:spcBef>
              <a:spcAft>
                <a:spcPts val="800"/>
              </a:spcAft>
              <a:buFont typeface="Arial" panose="020B0604020202020204" pitchFamily="34" charset="0"/>
              <a:buChar char="•"/>
              <a:tabLst/>
              <a:defRPr sz="1200" b="0" i="0" spc="0">
                <a:latin typeface="Unilever Desire" pitchFamily="2" charset="77"/>
              </a:defRPr>
            </a:lvl2pPr>
            <a:lvl3pPr marL="360000" indent="108000" hangingPunct="0">
              <a:lnSpc>
                <a:spcPct val="110000"/>
              </a:lnSpc>
              <a:spcBef>
                <a:spcPts val="0"/>
              </a:spcBef>
              <a:spcAft>
                <a:spcPts val="800"/>
              </a:spcAft>
              <a:buFont typeface="Arial" panose="020B0604020202020204" pitchFamily="34" charset="0"/>
              <a:buChar char="•"/>
              <a:tabLst/>
              <a:defRPr sz="1200" b="0" i="0" spc="0">
                <a:latin typeface="Unilever Desire" pitchFamily="2" charset="77"/>
              </a:defRPr>
            </a:lvl3pPr>
            <a:lvl4pPr marL="669925" indent="-131763" hangingPunct="0">
              <a:lnSpc>
                <a:spcPct val="110000"/>
              </a:lnSpc>
              <a:spcBef>
                <a:spcPts val="0"/>
              </a:spcBef>
              <a:spcAft>
                <a:spcPts val="800"/>
              </a:spcAft>
              <a:buFont typeface="System Font Regular"/>
              <a:buChar char="–"/>
              <a:tabLst/>
              <a:defRPr sz="1200" b="0" i="0" spc="0">
                <a:latin typeface="Unilever Desire" pitchFamily="2" charset="77"/>
              </a:defRPr>
            </a:lvl4pPr>
            <a:lvl5pPr marL="803275" indent="-133350">
              <a:buFont typeface="System Font Regular"/>
              <a:buChar char="–"/>
              <a:tabLst/>
              <a:defRPr sz="1200" b="1" i="0">
                <a:latin typeface="Visby CF Demi Bold" pitchFamily="2" charset="77"/>
              </a:defRPr>
            </a:lvl5pPr>
          </a:lstStyle>
          <a:p>
            <a:pPr lvl="0"/>
            <a:r>
              <a:rPr lang="en-GB"/>
              <a:t>Type body copy here</a:t>
            </a:r>
          </a:p>
          <a:p>
            <a:pPr lvl="1"/>
            <a:r>
              <a:rPr lang="en-GB"/>
              <a:t>Second level</a:t>
            </a:r>
          </a:p>
          <a:p>
            <a:pPr lvl="2"/>
            <a:r>
              <a:rPr lang="en-GB"/>
              <a:t>Third level</a:t>
            </a:r>
          </a:p>
          <a:p>
            <a:pPr lvl="3"/>
            <a:r>
              <a:rPr lang="en-GB"/>
              <a:t>Fourth level</a:t>
            </a:r>
            <a:endParaRPr lang="en-US"/>
          </a:p>
        </p:txBody>
      </p:sp>
      <p:sp>
        <p:nvSpPr>
          <p:cNvPr id="8" name="Slide Number">
            <a:extLst>
              <a:ext uri="{FF2B5EF4-FFF2-40B4-BE49-F238E27FC236}">
                <a16:creationId xmlns:a16="http://schemas.microsoft.com/office/drawing/2014/main" id="{3EB6A062-924E-93ED-8CD7-3E803D412F6C}"/>
              </a:ext>
            </a:extLst>
          </p:cNvPr>
          <p:cNvSpPr>
            <a:spLocks noGrp="1" noRot="1" noMove="1" noResize="1" noEditPoints="1" noAdjustHandles="1" noChangeArrowheads="1" noChangeShapeType="1"/>
          </p:cNvSpPr>
          <p:nvPr>
            <p:ph type="sldNum" sz="quarter" idx="16"/>
          </p:nvPr>
        </p:nvSpPr>
        <p:spPr/>
        <p:txBody>
          <a:bodyPr/>
          <a:lstStyle/>
          <a:p>
            <a:fld id="{AA81C49F-4514-B440-9310-1C2F3B5561BD}" type="slidenum">
              <a:rPr lang="en-GB" smtClean="0"/>
              <a:pPr/>
              <a:t>‹#›</a:t>
            </a:fld>
            <a:endParaRPr lang="en-GB"/>
          </a:p>
        </p:txBody>
      </p:sp>
    </p:spTree>
    <p:extLst>
      <p:ext uri="{BB962C8B-B14F-4D97-AF65-F5344CB8AC3E}">
        <p14:creationId xmlns:p14="http://schemas.microsoft.com/office/powerpoint/2010/main" val="134029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Left - Image">
    <p:bg>
      <p:bgPr>
        <a:solidFill>
          <a:schemeClr val="bg1"/>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F8A45993-2F18-4A82-80F3-5A99A2A1014E}"/>
              </a:ext>
            </a:extLst>
          </p:cNvPr>
          <p:cNvSpPr>
            <a:spLocks noGrp="1"/>
          </p:cNvSpPr>
          <p:nvPr>
            <p:ph type="body" sz="half" idx="15" hasCustomPrompt="1"/>
          </p:nvPr>
        </p:nvSpPr>
        <p:spPr>
          <a:xfrm>
            <a:off x="372513" y="947855"/>
            <a:ext cx="5582238" cy="1418320"/>
          </a:xfrm>
          <a:prstGeom prst="rect">
            <a:avLst/>
          </a:prstGeom>
        </p:spPr>
        <p:txBody>
          <a:bodyPr anchor="b">
            <a:noAutofit/>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lang="en-GB" sz="4400" b="1" i="0" kern="800" spc="0" baseline="0" dirty="0">
                <a:solidFill>
                  <a:schemeClr val="tx2"/>
                </a:solidFill>
                <a:latin typeface="Unilever Desire Semi Bold" pitchFamily="2" charset="77"/>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0">
              <a:lnSpc>
                <a:spcPct val="100000"/>
              </a:lnSpc>
              <a:spcBef>
                <a:spcPts val="1600"/>
              </a:spcBef>
              <a:spcAft>
                <a:spcPts val="0"/>
              </a:spcAft>
              <a:buFont typeface="Arial" panose="020B0604020202020204" pitchFamily="34" charset="0"/>
              <a:buNone/>
              <a:tabLst/>
            </a:pPr>
            <a:r>
              <a:rPr lang="en-GB"/>
              <a:t>Engaging page title goes here</a:t>
            </a:r>
          </a:p>
        </p:txBody>
      </p:sp>
      <p:sp>
        <p:nvSpPr>
          <p:cNvPr id="3" name="Section Topic">
            <a:extLst>
              <a:ext uri="{FF2B5EF4-FFF2-40B4-BE49-F238E27FC236}">
                <a16:creationId xmlns:a16="http://schemas.microsoft.com/office/drawing/2014/main" id="{E13E08FA-5172-CAAF-AC63-66DB1FC5F159}"/>
              </a:ext>
            </a:extLst>
          </p:cNvPr>
          <p:cNvSpPr>
            <a:spLocks noGrp="1"/>
          </p:cNvSpPr>
          <p:nvPr>
            <p:ph type="title"/>
          </p:nvPr>
        </p:nvSpPr>
        <p:spPr/>
        <p:txBody>
          <a:bodyPr/>
          <a:lstStyle/>
          <a:p>
            <a:r>
              <a:rPr lang="en-US"/>
              <a:t>Click to edit Master title style</a:t>
            </a:r>
            <a:endParaRPr lang="en-GB"/>
          </a:p>
        </p:txBody>
      </p:sp>
      <p:sp>
        <p:nvSpPr>
          <p:cNvPr id="2" name="Body Copy">
            <a:extLst>
              <a:ext uri="{FF2B5EF4-FFF2-40B4-BE49-F238E27FC236}">
                <a16:creationId xmlns:a16="http://schemas.microsoft.com/office/drawing/2014/main" id="{E7855C47-43DB-ABBF-01F9-319E5E337F44}"/>
              </a:ext>
            </a:extLst>
          </p:cNvPr>
          <p:cNvSpPr>
            <a:spLocks noGrp="1"/>
          </p:cNvSpPr>
          <p:nvPr>
            <p:ph idx="13" hasCustomPrompt="1"/>
          </p:nvPr>
        </p:nvSpPr>
        <p:spPr>
          <a:xfrm>
            <a:off x="372513" y="2589195"/>
            <a:ext cx="4988759" cy="3746737"/>
          </a:xfrm>
          <a:prstGeom prst="rect">
            <a:avLst/>
          </a:prstGeom>
        </p:spPr>
        <p:txBody>
          <a:bodyPr>
            <a:noAutofit/>
          </a:bodyPr>
          <a:lstStyle>
            <a:lvl1pPr marL="0" indent="0" algn="l" defTabSz="914400" rtl="0" eaLnBrk="1" latinLnBrk="0" hangingPunct="0">
              <a:lnSpc>
                <a:spcPct val="110000"/>
              </a:lnSpc>
              <a:spcBef>
                <a:spcPts val="0"/>
              </a:spcBef>
              <a:spcAft>
                <a:spcPts val="800"/>
              </a:spcAft>
              <a:buFont typeface="Arial" panose="020B0604020202020204" pitchFamily="34" charset="0"/>
              <a:buNone/>
              <a:tabLst/>
              <a:defRPr lang="en-GB" sz="1200" b="0" i="0" kern="1200" spc="0" dirty="0" smtClean="0">
                <a:solidFill>
                  <a:schemeClr val="tx2"/>
                </a:solidFill>
                <a:latin typeface="Unilever Desire" pitchFamily="2" charset="77"/>
                <a:ea typeface="+mn-ea"/>
                <a:cs typeface="+mn-cs"/>
              </a:defRPr>
            </a:lvl1pPr>
            <a:lvl2pPr marL="285750" indent="-285750" hangingPunct="0">
              <a:lnSpc>
                <a:spcPct val="110000"/>
              </a:lnSpc>
              <a:spcBef>
                <a:spcPts val="0"/>
              </a:spcBef>
              <a:spcAft>
                <a:spcPts val="800"/>
              </a:spcAft>
              <a:buFont typeface="Arial" panose="020B0604020202020204" pitchFamily="34" charset="0"/>
              <a:buChar char="•"/>
              <a:tabLst/>
              <a:defRPr sz="1200" b="0" i="0" spc="0">
                <a:latin typeface="Unilever Desire" pitchFamily="2" charset="77"/>
              </a:defRPr>
            </a:lvl2pPr>
            <a:lvl3pPr marL="360000" indent="108000" hangingPunct="0">
              <a:lnSpc>
                <a:spcPct val="110000"/>
              </a:lnSpc>
              <a:spcBef>
                <a:spcPts val="0"/>
              </a:spcBef>
              <a:spcAft>
                <a:spcPts val="800"/>
              </a:spcAft>
              <a:buFont typeface="Arial" panose="020B0604020202020204" pitchFamily="34" charset="0"/>
              <a:buChar char="•"/>
              <a:tabLst/>
              <a:defRPr sz="1200" b="0" i="0" spc="0">
                <a:latin typeface="Unilever Desire" pitchFamily="2" charset="77"/>
              </a:defRPr>
            </a:lvl3pPr>
            <a:lvl4pPr marL="669925" indent="-131763" hangingPunct="0">
              <a:lnSpc>
                <a:spcPct val="110000"/>
              </a:lnSpc>
              <a:spcBef>
                <a:spcPts val="0"/>
              </a:spcBef>
              <a:spcAft>
                <a:spcPts val="800"/>
              </a:spcAft>
              <a:buFont typeface="System Font Regular"/>
              <a:buChar char="–"/>
              <a:tabLst/>
              <a:defRPr sz="1200" b="0" i="0" spc="0">
                <a:latin typeface="Unilever Desire" pitchFamily="2" charset="77"/>
              </a:defRPr>
            </a:lvl4pPr>
            <a:lvl5pPr marL="803275" indent="-133350">
              <a:buFont typeface="System Font Regular"/>
              <a:buChar char="–"/>
              <a:tabLst/>
              <a:defRPr sz="1200" b="1" i="0">
                <a:latin typeface="Visby CF Demi Bold" pitchFamily="2" charset="77"/>
              </a:defRPr>
            </a:lvl5pPr>
          </a:lstStyle>
          <a:p>
            <a:pPr lvl="0"/>
            <a:r>
              <a:rPr lang="en-GB"/>
              <a:t>Type body copy here</a:t>
            </a:r>
          </a:p>
          <a:p>
            <a:pPr lvl="1"/>
            <a:r>
              <a:rPr lang="en-GB"/>
              <a:t>Second level</a:t>
            </a:r>
          </a:p>
          <a:p>
            <a:pPr lvl="2"/>
            <a:r>
              <a:rPr lang="en-GB"/>
              <a:t>Third level</a:t>
            </a:r>
          </a:p>
          <a:p>
            <a:pPr lvl="3"/>
            <a:r>
              <a:rPr lang="en-GB"/>
              <a:t>Fourth level</a:t>
            </a:r>
            <a:endParaRPr lang="en-US"/>
          </a:p>
        </p:txBody>
      </p:sp>
      <p:sp>
        <p:nvSpPr>
          <p:cNvPr id="4" name="Image">
            <a:extLst>
              <a:ext uri="{FF2B5EF4-FFF2-40B4-BE49-F238E27FC236}">
                <a16:creationId xmlns:a16="http://schemas.microsoft.com/office/drawing/2014/main" id="{79EA38B3-D458-F78D-04A5-51D17DC3B780}"/>
              </a:ext>
            </a:extLst>
          </p:cNvPr>
          <p:cNvSpPr>
            <a:spLocks noGrp="1"/>
          </p:cNvSpPr>
          <p:nvPr>
            <p:ph type="pic" sz="quarter" idx="17" hasCustomPrompt="1"/>
          </p:nvPr>
        </p:nvSpPr>
        <p:spPr>
          <a:xfrm>
            <a:off x="6369084" y="1294768"/>
            <a:ext cx="4911725" cy="5169551"/>
          </a:xfrm>
          <a:custGeom>
            <a:avLst/>
            <a:gdLst>
              <a:gd name="connsiteX0" fmla="*/ 0 w 6564312"/>
              <a:gd name="connsiteY0" fmla="*/ 0 h 6566235"/>
              <a:gd name="connsiteX1" fmla="*/ 6564312 w 6564312"/>
              <a:gd name="connsiteY1" fmla="*/ 0 h 6566235"/>
              <a:gd name="connsiteX2" fmla="*/ 6564312 w 6564312"/>
              <a:gd name="connsiteY2" fmla="*/ 3598737 h 6566235"/>
              <a:gd name="connsiteX3" fmla="*/ 6564105 w 6564312"/>
              <a:gd name="connsiteY3" fmla="*/ 3607210 h 6566235"/>
              <a:gd name="connsiteX4" fmla="*/ 3261221 w 6564312"/>
              <a:gd name="connsiteY4" fmla="*/ 6566235 h 6566235"/>
              <a:gd name="connsiteX5" fmla="*/ 2085 w 6564312"/>
              <a:gd name="connsiteY5" fmla="*/ 3746574 h 6566235"/>
              <a:gd name="connsiteX6" fmla="*/ 0 w 6564312"/>
              <a:gd name="connsiteY6" fmla="*/ 3716193 h 6566235"/>
              <a:gd name="connsiteX0" fmla="*/ 0 w 6564312"/>
              <a:gd name="connsiteY0" fmla="*/ 0 h 6566862"/>
              <a:gd name="connsiteX1" fmla="*/ 6564312 w 6564312"/>
              <a:gd name="connsiteY1" fmla="*/ 0 h 6566862"/>
              <a:gd name="connsiteX2" fmla="*/ 6564312 w 6564312"/>
              <a:gd name="connsiteY2" fmla="*/ 3598737 h 6566862"/>
              <a:gd name="connsiteX3" fmla="*/ 6564105 w 6564312"/>
              <a:gd name="connsiteY3" fmla="*/ 3607210 h 6566862"/>
              <a:gd name="connsiteX4" fmla="*/ 3261221 w 6564312"/>
              <a:gd name="connsiteY4" fmla="*/ 6566235 h 6566862"/>
              <a:gd name="connsiteX5" fmla="*/ 2085 w 6564312"/>
              <a:gd name="connsiteY5" fmla="*/ 3746574 h 6566862"/>
              <a:gd name="connsiteX6" fmla="*/ 0 w 6564312"/>
              <a:gd name="connsiteY6" fmla="*/ 3716193 h 6566862"/>
              <a:gd name="connsiteX7" fmla="*/ 0 w 6564312"/>
              <a:gd name="connsiteY7" fmla="*/ 0 h 6566862"/>
              <a:gd name="connsiteX0" fmla="*/ 0 w 6564312"/>
              <a:gd name="connsiteY0" fmla="*/ 0 h 6157422"/>
              <a:gd name="connsiteX1" fmla="*/ 6564312 w 6564312"/>
              <a:gd name="connsiteY1" fmla="*/ 0 h 6157422"/>
              <a:gd name="connsiteX2" fmla="*/ 6564312 w 6564312"/>
              <a:gd name="connsiteY2" fmla="*/ 3598737 h 6157422"/>
              <a:gd name="connsiteX3" fmla="*/ 6564105 w 6564312"/>
              <a:gd name="connsiteY3" fmla="*/ 3607210 h 6157422"/>
              <a:gd name="connsiteX4" fmla="*/ 3286868 w 6564312"/>
              <a:gd name="connsiteY4" fmla="*/ 6156690 h 6157422"/>
              <a:gd name="connsiteX5" fmla="*/ 2085 w 6564312"/>
              <a:gd name="connsiteY5" fmla="*/ 3746574 h 6157422"/>
              <a:gd name="connsiteX6" fmla="*/ 0 w 6564312"/>
              <a:gd name="connsiteY6" fmla="*/ 3716193 h 6157422"/>
              <a:gd name="connsiteX7" fmla="*/ 0 w 6564312"/>
              <a:gd name="connsiteY7" fmla="*/ 0 h 6157422"/>
              <a:gd name="connsiteX0" fmla="*/ 0 w 6564312"/>
              <a:gd name="connsiteY0" fmla="*/ 0 h 6458478"/>
              <a:gd name="connsiteX1" fmla="*/ 6564312 w 6564312"/>
              <a:gd name="connsiteY1" fmla="*/ 0 h 6458478"/>
              <a:gd name="connsiteX2" fmla="*/ 6564312 w 6564312"/>
              <a:gd name="connsiteY2" fmla="*/ 3598737 h 6458478"/>
              <a:gd name="connsiteX3" fmla="*/ 6564105 w 6564312"/>
              <a:gd name="connsiteY3" fmla="*/ 3607210 h 6458478"/>
              <a:gd name="connsiteX4" fmla="*/ 3312517 w 6564312"/>
              <a:gd name="connsiteY4" fmla="*/ 6457827 h 6458478"/>
              <a:gd name="connsiteX5" fmla="*/ 2085 w 6564312"/>
              <a:gd name="connsiteY5" fmla="*/ 3746574 h 6458478"/>
              <a:gd name="connsiteX6" fmla="*/ 0 w 6564312"/>
              <a:gd name="connsiteY6" fmla="*/ 3716193 h 6458478"/>
              <a:gd name="connsiteX7" fmla="*/ 0 w 6564312"/>
              <a:gd name="connsiteY7" fmla="*/ 0 h 6458478"/>
              <a:gd name="connsiteX0" fmla="*/ 0 w 6564312"/>
              <a:gd name="connsiteY0" fmla="*/ 0 h 6458479"/>
              <a:gd name="connsiteX1" fmla="*/ 6564312 w 6564312"/>
              <a:gd name="connsiteY1" fmla="*/ 0 h 6458479"/>
              <a:gd name="connsiteX2" fmla="*/ 6564312 w 6564312"/>
              <a:gd name="connsiteY2" fmla="*/ 3598737 h 6458479"/>
              <a:gd name="connsiteX3" fmla="*/ 6564105 w 6564312"/>
              <a:gd name="connsiteY3" fmla="*/ 3607210 h 6458479"/>
              <a:gd name="connsiteX4" fmla="*/ 3312517 w 6564312"/>
              <a:gd name="connsiteY4" fmla="*/ 6457827 h 6458479"/>
              <a:gd name="connsiteX5" fmla="*/ 2085 w 6564312"/>
              <a:gd name="connsiteY5" fmla="*/ 3746574 h 6458479"/>
              <a:gd name="connsiteX6" fmla="*/ 0 w 6564312"/>
              <a:gd name="connsiteY6" fmla="*/ 3716193 h 6458479"/>
              <a:gd name="connsiteX7" fmla="*/ 0 w 6564312"/>
              <a:gd name="connsiteY7" fmla="*/ 0 h 6458479"/>
              <a:gd name="connsiteX0" fmla="*/ 0 w 6564312"/>
              <a:gd name="connsiteY0" fmla="*/ 0 h 6494606"/>
              <a:gd name="connsiteX1" fmla="*/ 6564312 w 6564312"/>
              <a:gd name="connsiteY1" fmla="*/ 0 h 6494606"/>
              <a:gd name="connsiteX2" fmla="*/ 6564312 w 6564312"/>
              <a:gd name="connsiteY2" fmla="*/ 3598737 h 6494606"/>
              <a:gd name="connsiteX3" fmla="*/ 6564105 w 6564312"/>
              <a:gd name="connsiteY3" fmla="*/ 3607210 h 6494606"/>
              <a:gd name="connsiteX4" fmla="*/ 3376638 w 6564312"/>
              <a:gd name="connsiteY4" fmla="*/ 6493963 h 6494606"/>
              <a:gd name="connsiteX5" fmla="*/ 2085 w 6564312"/>
              <a:gd name="connsiteY5" fmla="*/ 3746574 h 6494606"/>
              <a:gd name="connsiteX6" fmla="*/ 0 w 6564312"/>
              <a:gd name="connsiteY6" fmla="*/ 3716193 h 6494606"/>
              <a:gd name="connsiteX7" fmla="*/ 0 w 6564312"/>
              <a:gd name="connsiteY7" fmla="*/ 0 h 6494606"/>
              <a:gd name="connsiteX0" fmla="*/ 0 w 6564312"/>
              <a:gd name="connsiteY0" fmla="*/ 0 h 6398264"/>
              <a:gd name="connsiteX1" fmla="*/ 6564312 w 6564312"/>
              <a:gd name="connsiteY1" fmla="*/ 0 h 6398264"/>
              <a:gd name="connsiteX2" fmla="*/ 6564312 w 6564312"/>
              <a:gd name="connsiteY2" fmla="*/ 3598737 h 6398264"/>
              <a:gd name="connsiteX3" fmla="*/ 6564105 w 6564312"/>
              <a:gd name="connsiteY3" fmla="*/ 3607210 h 6398264"/>
              <a:gd name="connsiteX4" fmla="*/ 3312517 w 6564312"/>
              <a:gd name="connsiteY4" fmla="*/ 6397599 h 6398264"/>
              <a:gd name="connsiteX5" fmla="*/ 2085 w 6564312"/>
              <a:gd name="connsiteY5" fmla="*/ 3746574 h 6398264"/>
              <a:gd name="connsiteX6" fmla="*/ 0 w 6564312"/>
              <a:gd name="connsiteY6" fmla="*/ 3716193 h 6398264"/>
              <a:gd name="connsiteX7" fmla="*/ 0 w 6564312"/>
              <a:gd name="connsiteY7" fmla="*/ 0 h 6398264"/>
              <a:gd name="connsiteX0" fmla="*/ 0 w 6564312"/>
              <a:gd name="connsiteY0" fmla="*/ 0 h 6482564"/>
              <a:gd name="connsiteX1" fmla="*/ 6564312 w 6564312"/>
              <a:gd name="connsiteY1" fmla="*/ 0 h 6482564"/>
              <a:gd name="connsiteX2" fmla="*/ 6564312 w 6564312"/>
              <a:gd name="connsiteY2" fmla="*/ 3598737 h 6482564"/>
              <a:gd name="connsiteX3" fmla="*/ 6564105 w 6564312"/>
              <a:gd name="connsiteY3" fmla="*/ 3607210 h 6482564"/>
              <a:gd name="connsiteX4" fmla="*/ 3338165 w 6564312"/>
              <a:gd name="connsiteY4" fmla="*/ 6481918 h 6482564"/>
              <a:gd name="connsiteX5" fmla="*/ 2085 w 6564312"/>
              <a:gd name="connsiteY5" fmla="*/ 3746574 h 6482564"/>
              <a:gd name="connsiteX6" fmla="*/ 0 w 6564312"/>
              <a:gd name="connsiteY6" fmla="*/ 3716193 h 6482564"/>
              <a:gd name="connsiteX7" fmla="*/ 0 w 6564312"/>
              <a:gd name="connsiteY7" fmla="*/ 0 h 6482564"/>
              <a:gd name="connsiteX0" fmla="*/ 0 w 6564312"/>
              <a:gd name="connsiteY0" fmla="*/ 0 h 6483336"/>
              <a:gd name="connsiteX1" fmla="*/ 6564312 w 6564312"/>
              <a:gd name="connsiteY1" fmla="*/ 0 h 6483336"/>
              <a:gd name="connsiteX2" fmla="*/ 6564312 w 6564312"/>
              <a:gd name="connsiteY2" fmla="*/ 3598737 h 6483336"/>
              <a:gd name="connsiteX3" fmla="*/ 6564105 w 6564312"/>
              <a:gd name="connsiteY3" fmla="*/ 3607210 h 6483336"/>
              <a:gd name="connsiteX4" fmla="*/ 3338165 w 6564312"/>
              <a:gd name="connsiteY4" fmla="*/ 6481918 h 6483336"/>
              <a:gd name="connsiteX5" fmla="*/ 2085 w 6564312"/>
              <a:gd name="connsiteY5" fmla="*/ 3746574 h 6483336"/>
              <a:gd name="connsiteX6" fmla="*/ 0 w 6564312"/>
              <a:gd name="connsiteY6" fmla="*/ 3716193 h 6483336"/>
              <a:gd name="connsiteX7" fmla="*/ 0 w 6564312"/>
              <a:gd name="connsiteY7" fmla="*/ 0 h 6483336"/>
              <a:gd name="connsiteX0" fmla="*/ 0 w 6566498"/>
              <a:gd name="connsiteY0" fmla="*/ 0 h 6483399"/>
              <a:gd name="connsiteX1" fmla="*/ 6564312 w 6566498"/>
              <a:gd name="connsiteY1" fmla="*/ 0 h 6483399"/>
              <a:gd name="connsiteX2" fmla="*/ 6564312 w 6566498"/>
              <a:gd name="connsiteY2" fmla="*/ 3598737 h 6483399"/>
              <a:gd name="connsiteX3" fmla="*/ 6564105 w 6566498"/>
              <a:gd name="connsiteY3" fmla="*/ 3607210 h 6483399"/>
              <a:gd name="connsiteX4" fmla="*/ 3338165 w 6566498"/>
              <a:gd name="connsiteY4" fmla="*/ 6481918 h 6483399"/>
              <a:gd name="connsiteX5" fmla="*/ 2085 w 6566498"/>
              <a:gd name="connsiteY5" fmla="*/ 3746574 h 6483399"/>
              <a:gd name="connsiteX6" fmla="*/ 0 w 6566498"/>
              <a:gd name="connsiteY6" fmla="*/ 3716193 h 6483399"/>
              <a:gd name="connsiteX7" fmla="*/ 0 w 6566498"/>
              <a:gd name="connsiteY7" fmla="*/ 0 h 6483399"/>
              <a:gd name="connsiteX0" fmla="*/ 0 w 6566498"/>
              <a:gd name="connsiteY0" fmla="*/ 0 h 6483399"/>
              <a:gd name="connsiteX1" fmla="*/ 6564312 w 6566498"/>
              <a:gd name="connsiteY1" fmla="*/ 0 h 6483399"/>
              <a:gd name="connsiteX2" fmla="*/ 6564312 w 6566498"/>
              <a:gd name="connsiteY2" fmla="*/ 3598737 h 6483399"/>
              <a:gd name="connsiteX3" fmla="*/ 6564105 w 6566498"/>
              <a:gd name="connsiteY3" fmla="*/ 3607210 h 6483399"/>
              <a:gd name="connsiteX4" fmla="*/ 3338165 w 6566498"/>
              <a:gd name="connsiteY4" fmla="*/ 6481918 h 6483399"/>
              <a:gd name="connsiteX5" fmla="*/ 2085 w 6566498"/>
              <a:gd name="connsiteY5" fmla="*/ 3746574 h 6483399"/>
              <a:gd name="connsiteX6" fmla="*/ 12824 w 6566498"/>
              <a:gd name="connsiteY6" fmla="*/ 3619830 h 6483399"/>
              <a:gd name="connsiteX7" fmla="*/ 0 w 6566498"/>
              <a:gd name="connsiteY7" fmla="*/ 0 h 6483399"/>
              <a:gd name="connsiteX0" fmla="*/ 0 w 6566498"/>
              <a:gd name="connsiteY0" fmla="*/ 0 h 6483399"/>
              <a:gd name="connsiteX1" fmla="*/ 6564312 w 6566498"/>
              <a:gd name="connsiteY1" fmla="*/ 0 h 6483399"/>
              <a:gd name="connsiteX2" fmla="*/ 6564312 w 6566498"/>
              <a:gd name="connsiteY2" fmla="*/ 3598737 h 6483399"/>
              <a:gd name="connsiteX3" fmla="*/ 6564105 w 6566498"/>
              <a:gd name="connsiteY3" fmla="*/ 3607210 h 6483399"/>
              <a:gd name="connsiteX4" fmla="*/ 3338165 w 6566498"/>
              <a:gd name="connsiteY4" fmla="*/ 6481918 h 6483399"/>
              <a:gd name="connsiteX5" fmla="*/ 2085 w 6566498"/>
              <a:gd name="connsiteY5" fmla="*/ 3746574 h 6483399"/>
              <a:gd name="connsiteX6" fmla="*/ 12824 w 6566498"/>
              <a:gd name="connsiteY6" fmla="*/ 3453572 h 6483399"/>
              <a:gd name="connsiteX7" fmla="*/ 0 w 6566498"/>
              <a:gd name="connsiteY7" fmla="*/ 0 h 6483399"/>
              <a:gd name="connsiteX0" fmla="*/ 0 w 6566498"/>
              <a:gd name="connsiteY0" fmla="*/ 0 h 6482099"/>
              <a:gd name="connsiteX1" fmla="*/ 6564312 w 6566498"/>
              <a:gd name="connsiteY1" fmla="*/ 0 h 6482099"/>
              <a:gd name="connsiteX2" fmla="*/ 6564312 w 6566498"/>
              <a:gd name="connsiteY2" fmla="*/ 3598737 h 6482099"/>
              <a:gd name="connsiteX3" fmla="*/ 6564105 w 6566498"/>
              <a:gd name="connsiteY3" fmla="*/ 3607210 h 6482099"/>
              <a:gd name="connsiteX4" fmla="*/ 3338165 w 6566498"/>
              <a:gd name="connsiteY4" fmla="*/ 6481918 h 6482099"/>
              <a:gd name="connsiteX5" fmla="*/ 16836 w 6566498"/>
              <a:gd name="connsiteY5" fmla="*/ 3746574 h 6482099"/>
              <a:gd name="connsiteX6" fmla="*/ 12824 w 6566498"/>
              <a:gd name="connsiteY6" fmla="*/ 3453572 h 6482099"/>
              <a:gd name="connsiteX7" fmla="*/ 0 w 6566498"/>
              <a:gd name="connsiteY7" fmla="*/ 0 h 6482099"/>
              <a:gd name="connsiteX0" fmla="*/ 0 w 6566498"/>
              <a:gd name="connsiteY0" fmla="*/ 0 h 6481983"/>
              <a:gd name="connsiteX1" fmla="*/ 6564312 w 6566498"/>
              <a:gd name="connsiteY1" fmla="*/ 0 h 6481983"/>
              <a:gd name="connsiteX2" fmla="*/ 6564312 w 6566498"/>
              <a:gd name="connsiteY2" fmla="*/ 3598737 h 6481983"/>
              <a:gd name="connsiteX3" fmla="*/ 6564105 w 6566498"/>
              <a:gd name="connsiteY3" fmla="*/ 3607210 h 6481983"/>
              <a:gd name="connsiteX4" fmla="*/ 3338165 w 6566498"/>
              <a:gd name="connsiteY4" fmla="*/ 6481918 h 6481983"/>
              <a:gd name="connsiteX5" fmla="*/ 11920 w 6566498"/>
              <a:gd name="connsiteY5" fmla="*/ 3691156 h 6481983"/>
              <a:gd name="connsiteX6" fmla="*/ 12824 w 6566498"/>
              <a:gd name="connsiteY6" fmla="*/ 3453572 h 6481983"/>
              <a:gd name="connsiteX7" fmla="*/ 0 w 6566498"/>
              <a:gd name="connsiteY7" fmla="*/ 0 h 6481983"/>
              <a:gd name="connsiteX0" fmla="*/ 0 w 6566498"/>
              <a:gd name="connsiteY0" fmla="*/ 0 h 6482058"/>
              <a:gd name="connsiteX1" fmla="*/ 6564312 w 6566498"/>
              <a:gd name="connsiteY1" fmla="*/ 0 h 6482058"/>
              <a:gd name="connsiteX2" fmla="*/ 6564312 w 6566498"/>
              <a:gd name="connsiteY2" fmla="*/ 3598737 h 6482058"/>
              <a:gd name="connsiteX3" fmla="*/ 6564105 w 6566498"/>
              <a:gd name="connsiteY3" fmla="*/ 3607210 h 6482058"/>
              <a:gd name="connsiteX4" fmla="*/ 3338165 w 6566498"/>
              <a:gd name="connsiteY4" fmla="*/ 6481918 h 6482058"/>
              <a:gd name="connsiteX5" fmla="*/ 11920 w 6566498"/>
              <a:gd name="connsiteY5" fmla="*/ 3691156 h 6482058"/>
              <a:gd name="connsiteX6" fmla="*/ 12824 w 6566498"/>
              <a:gd name="connsiteY6" fmla="*/ 3453572 h 6482058"/>
              <a:gd name="connsiteX7" fmla="*/ 0 w 6566498"/>
              <a:gd name="connsiteY7" fmla="*/ 0 h 6482058"/>
              <a:gd name="connsiteX0" fmla="*/ 0 w 6570310"/>
              <a:gd name="connsiteY0" fmla="*/ 0 h 6482058"/>
              <a:gd name="connsiteX1" fmla="*/ 6564312 w 6570310"/>
              <a:gd name="connsiteY1" fmla="*/ 0 h 6482058"/>
              <a:gd name="connsiteX2" fmla="*/ 6564312 w 6570310"/>
              <a:gd name="connsiteY2" fmla="*/ 3598737 h 6482058"/>
              <a:gd name="connsiteX3" fmla="*/ 6564105 w 6570310"/>
              <a:gd name="connsiteY3" fmla="*/ 3607210 h 6482058"/>
              <a:gd name="connsiteX4" fmla="*/ 3338165 w 6570310"/>
              <a:gd name="connsiteY4" fmla="*/ 6481918 h 6482058"/>
              <a:gd name="connsiteX5" fmla="*/ 11920 w 6570310"/>
              <a:gd name="connsiteY5" fmla="*/ 3691156 h 6482058"/>
              <a:gd name="connsiteX6" fmla="*/ 12824 w 6570310"/>
              <a:gd name="connsiteY6" fmla="*/ 3453572 h 6482058"/>
              <a:gd name="connsiteX7" fmla="*/ 0 w 6570310"/>
              <a:gd name="connsiteY7" fmla="*/ 0 h 6482058"/>
              <a:gd name="connsiteX0" fmla="*/ 0 w 6570310"/>
              <a:gd name="connsiteY0" fmla="*/ 0 h 6482058"/>
              <a:gd name="connsiteX1" fmla="*/ 6564312 w 6570310"/>
              <a:gd name="connsiteY1" fmla="*/ 0 h 6482058"/>
              <a:gd name="connsiteX2" fmla="*/ 6564312 w 6570310"/>
              <a:gd name="connsiteY2" fmla="*/ 3598737 h 6482058"/>
              <a:gd name="connsiteX3" fmla="*/ 6564105 w 6570310"/>
              <a:gd name="connsiteY3" fmla="*/ 3607210 h 6482058"/>
              <a:gd name="connsiteX4" fmla="*/ 3338165 w 6570310"/>
              <a:gd name="connsiteY4" fmla="*/ 6481918 h 6482058"/>
              <a:gd name="connsiteX5" fmla="*/ 11920 w 6570310"/>
              <a:gd name="connsiteY5" fmla="*/ 3691156 h 6482058"/>
              <a:gd name="connsiteX6" fmla="*/ 12824 w 6570310"/>
              <a:gd name="connsiteY6" fmla="*/ 3453572 h 6482058"/>
              <a:gd name="connsiteX7" fmla="*/ 0 w 6570310"/>
              <a:gd name="connsiteY7" fmla="*/ 0 h 6482058"/>
              <a:gd name="connsiteX0" fmla="*/ 0 w 6577935"/>
              <a:gd name="connsiteY0" fmla="*/ 0 h 6482058"/>
              <a:gd name="connsiteX1" fmla="*/ 6564312 w 6577935"/>
              <a:gd name="connsiteY1" fmla="*/ 0 h 6482058"/>
              <a:gd name="connsiteX2" fmla="*/ 6564312 w 6577935"/>
              <a:gd name="connsiteY2" fmla="*/ 3598737 h 6482058"/>
              <a:gd name="connsiteX3" fmla="*/ 6564105 w 6577935"/>
              <a:gd name="connsiteY3" fmla="*/ 3607210 h 6482058"/>
              <a:gd name="connsiteX4" fmla="*/ 3338165 w 6577935"/>
              <a:gd name="connsiteY4" fmla="*/ 6481918 h 6482058"/>
              <a:gd name="connsiteX5" fmla="*/ 11920 w 6577935"/>
              <a:gd name="connsiteY5" fmla="*/ 3691156 h 6482058"/>
              <a:gd name="connsiteX6" fmla="*/ 12824 w 6577935"/>
              <a:gd name="connsiteY6" fmla="*/ 3453572 h 6482058"/>
              <a:gd name="connsiteX7" fmla="*/ 0 w 6577935"/>
              <a:gd name="connsiteY7" fmla="*/ 0 h 6482058"/>
              <a:gd name="connsiteX0" fmla="*/ 0 w 6577935"/>
              <a:gd name="connsiteY0" fmla="*/ 0 h 6482032"/>
              <a:gd name="connsiteX1" fmla="*/ 6564312 w 6577935"/>
              <a:gd name="connsiteY1" fmla="*/ 0 h 6482032"/>
              <a:gd name="connsiteX2" fmla="*/ 6564312 w 6577935"/>
              <a:gd name="connsiteY2" fmla="*/ 3598737 h 6482032"/>
              <a:gd name="connsiteX3" fmla="*/ 6564105 w 6577935"/>
              <a:gd name="connsiteY3" fmla="*/ 3607210 h 6482032"/>
              <a:gd name="connsiteX4" fmla="*/ 3338165 w 6577935"/>
              <a:gd name="connsiteY4" fmla="*/ 6481918 h 6482032"/>
              <a:gd name="connsiteX5" fmla="*/ 11920 w 6577935"/>
              <a:gd name="connsiteY5" fmla="*/ 3691156 h 6482032"/>
              <a:gd name="connsiteX6" fmla="*/ 12824 w 6577935"/>
              <a:gd name="connsiteY6" fmla="*/ 3453572 h 6482032"/>
              <a:gd name="connsiteX7" fmla="*/ 0 w 6577935"/>
              <a:gd name="connsiteY7" fmla="*/ 0 h 6482032"/>
              <a:gd name="connsiteX0" fmla="*/ 0 w 6577935"/>
              <a:gd name="connsiteY0" fmla="*/ 0 h 6481920"/>
              <a:gd name="connsiteX1" fmla="*/ 6564312 w 6577935"/>
              <a:gd name="connsiteY1" fmla="*/ 0 h 6481920"/>
              <a:gd name="connsiteX2" fmla="*/ 6564312 w 6577935"/>
              <a:gd name="connsiteY2" fmla="*/ 3598737 h 6481920"/>
              <a:gd name="connsiteX3" fmla="*/ 6564105 w 6577935"/>
              <a:gd name="connsiteY3" fmla="*/ 3607210 h 6481920"/>
              <a:gd name="connsiteX4" fmla="*/ 3338165 w 6577935"/>
              <a:gd name="connsiteY4" fmla="*/ 6481918 h 6481920"/>
              <a:gd name="connsiteX5" fmla="*/ 11920 w 6577935"/>
              <a:gd name="connsiteY5" fmla="*/ 3691156 h 6481920"/>
              <a:gd name="connsiteX6" fmla="*/ 12824 w 6577935"/>
              <a:gd name="connsiteY6" fmla="*/ 3453572 h 6481920"/>
              <a:gd name="connsiteX7" fmla="*/ 0 w 6577935"/>
              <a:gd name="connsiteY7" fmla="*/ 0 h 6481920"/>
              <a:gd name="connsiteX0" fmla="*/ 0 w 6805658"/>
              <a:gd name="connsiteY0" fmla="*/ 0 h 6312702"/>
              <a:gd name="connsiteX1" fmla="*/ 6564312 w 6805658"/>
              <a:gd name="connsiteY1" fmla="*/ 0 h 6312702"/>
              <a:gd name="connsiteX2" fmla="*/ 6564312 w 6805658"/>
              <a:gd name="connsiteY2" fmla="*/ 3598737 h 6312702"/>
              <a:gd name="connsiteX3" fmla="*/ 6564105 w 6805658"/>
              <a:gd name="connsiteY3" fmla="*/ 3607210 h 6312702"/>
              <a:gd name="connsiteX4" fmla="*/ 3303849 w 6805658"/>
              <a:gd name="connsiteY4" fmla="*/ 6312701 h 6312702"/>
              <a:gd name="connsiteX5" fmla="*/ 11920 w 6805658"/>
              <a:gd name="connsiteY5" fmla="*/ 3691156 h 6312702"/>
              <a:gd name="connsiteX6" fmla="*/ 12824 w 6805658"/>
              <a:gd name="connsiteY6" fmla="*/ 3453572 h 6312702"/>
              <a:gd name="connsiteX7" fmla="*/ 0 w 6805658"/>
              <a:gd name="connsiteY7" fmla="*/ 0 h 6312702"/>
              <a:gd name="connsiteX0" fmla="*/ 0 w 6806295"/>
              <a:gd name="connsiteY0" fmla="*/ 0 h 6489978"/>
              <a:gd name="connsiteX1" fmla="*/ 6564312 w 6806295"/>
              <a:gd name="connsiteY1" fmla="*/ 0 h 6489978"/>
              <a:gd name="connsiteX2" fmla="*/ 6564312 w 6806295"/>
              <a:gd name="connsiteY2" fmla="*/ 3598737 h 6489978"/>
              <a:gd name="connsiteX3" fmla="*/ 6564105 w 6806295"/>
              <a:gd name="connsiteY3" fmla="*/ 3607210 h 6489978"/>
              <a:gd name="connsiteX4" fmla="*/ 3295270 w 6806295"/>
              <a:gd name="connsiteY4" fmla="*/ 6489976 h 6489978"/>
              <a:gd name="connsiteX5" fmla="*/ 11920 w 6806295"/>
              <a:gd name="connsiteY5" fmla="*/ 3691156 h 6489978"/>
              <a:gd name="connsiteX6" fmla="*/ 12824 w 6806295"/>
              <a:gd name="connsiteY6" fmla="*/ 3453572 h 6489978"/>
              <a:gd name="connsiteX7" fmla="*/ 0 w 6806295"/>
              <a:gd name="connsiteY7" fmla="*/ 0 h 6489978"/>
              <a:gd name="connsiteX0" fmla="*/ 0 w 6569898"/>
              <a:gd name="connsiteY0" fmla="*/ 0 h 6489978"/>
              <a:gd name="connsiteX1" fmla="*/ 6564312 w 6569898"/>
              <a:gd name="connsiteY1" fmla="*/ 0 h 6489978"/>
              <a:gd name="connsiteX2" fmla="*/ 6564312 w 6569898"/>
              <a:gd name="connsiteY2" fmla="*/ 3598737 h 6489978"/>
              <a:gd name="connsiteX3" fmla="*/ 6564105 w 6569898"/>
              <a:gd name="connsiteY3" fmla="*/ 3607210 h 6489978"/>
              <a:gd name="connsiteX4" fmla="*/ 3295270 w 6569898"/>
              <a:gd name="connsiteY4" fmla="*/ 6489976 h 6489978"/>
              <a:gd name="connsiteX5" fmla="*/ 11920 w 6569898"/>
              <a:gd name="connsiteY5" fmla="*/ 3691156 h 6489978"/>
              <a:gd name="connsiteX6" fmla="*/ 12824 w 6569898"/>
              <a:gd name="connsiteY6" fmla="*/ 3453572 h 6489978"/>
              <a:gd name="connsiteX7" fmla="*/ 0 w 6569898"/>
              <a:gd name="connsiteY7" fmla="*/ 0 h 6489978"/>
              <a:gd name="connsiteX0" fmla="*/ 0 w 6564919"/>
              <a:gd name="connsiteY0" fmla="*/ 0 h 6490027"/>
              <a:gd name="connsiteX1" fmla="*/ 6564312 w 6564919"/>
              <a:gd name="connsiteY1" fmla="*/ 0 h 6490027"/>
              <a:gd name="connsiteX2" fmla="*/ 6564312 w 6564919"/>
              <a:gd name="connsiteY2" fmla="*/ 3598737 h 6490027"/>
              <a:gd name="connsiteX3" fmla="*/ 6555527 w 6564919"/>
              <a:gd name="connsiteY3" fmla="*/ 3744196 h 6490027"/>
              <a:gd name="connsiteX4" fmla="*/ 3295270 w 6564919"/>
              <a:gd name="connsiteY4" fmla="*/ 6489976 h 6490027"/>
              <a:gd name="connsiteX5" fmla="*/ 11920 w 6564919"/>
              <a:gd name="connsiteY5" fmla="*/ 3691156 h 6490027"/>
              <a:gd name="connsiteX6" fmla="*/ 12824 w 6564919"/>
              <a:gd name="connsiteY6" fmla="*/ 3453572 h 6490027"/>
              <a:gd name="connsiteX7" fmla="*/ 0 w 6564919"/>
              <a:gd name="connsiteY7" fmla="*/ 0 h 6490027"/>
              <a:gd name="connsiteX0" fmla="*/ 0 w 6564919"/>
              <a:gd name="connsiteY0" fmla="*/ 0 h 6489978"/>
              <a:gd name="connsiteX1" fmla="*/ 6564312 w 6564919"/>
              <a:gd name="connsiteY1" fmla="*/ 0 h 6489978"/>
              <a:gd name="connsiteX2" fmla="*/ 6564312 w 6564919"/>
              <a:gd name="connsiteY2" fmla="*/ 3598737 h 6489978"/>
              <a:gd name="connsiteX3" fmla="*/ 6555527 w 6564919"/>
              <a:gd name="connsiteY3" fmla="*/ 3679733 h 6489978"/>
              <a:gd name="connsiteX4" fmla="*/ 3295270 w 6564919"/>
              <a:gd name="connsiteY4" fmla="*/ 6489976 h 6489978"/>
              <a:gd name="connsiteX5" fmla="*/ 11920 w 6564919"/>
              <a:gd name="connsiteY5" fmla="*/ 3691156 h 6489978"/>
              <a:gd name="connsiteX6" fmla="*/ 12824 w 6564919"/>
              <a:gd name="connsiteY6" fmla="*/ 3453572 h 6489978"/>
              <a:gd name="connsiteX7" fmla="*/ 0 w 6564919"/>
              <a:gd name="connsiteY7" fmla="*/ 0 h 6489978"/>
              <a:gd name="connsiteX0" fmla="*/ 0 w 6564919"/>
              <a:gd name="connsiteY0" fmla="*/ 0 h 6489978"/>
              <a:gd name="connsiteX1" fmla="*/ 6564312 w 6564919"/>
              <a:gd name="connsiteY1" fmla="*/ 0 h 6489978"/>
              <a:gd name="connsiteX2" fmla="*/ 6564312 w 6564919"/>
              <a:gd name="connsiteY2" fmla="*/ 3598737 h 6489978"/>
              <a:gd name="connsiteX3" fmla="*/ 6555527 w 6564919"/>
              <a:gd name="connsiteY3" fmla="*/ 3679733 h 6489978"/>
              <a:gd name="connsiteX4" fmla="*/ 3295270 w 6564919"/>
              <a:gd name="connsiteY4" fmla="*/ 6489976 h 6489978"/>
              <a:gd name="connsiteX5" fmla="*/ 11920 w 6564919"/>
              <a:gd name="connsiteY5" fmla="*/ 3691156 h 6489978"/>
              <a:gd name="connsiteX6" fmla="*/ 12824 w 6564919"/>
              <a:gd name="connsiteY6" fmla="*/ 3453572 h 6489978"/>
              <a:gd name="connsiteX7" fmla="*/ 0 w 6564919"/>
              <a:gd name="connsiteY7" fmla="*/ 0 h 6489978"/>
              <a:gd name="connsiteX0" fmla="*/ 0 w 6564919"/>
              <a:gd name="connsiteY0" fmla="*/ 0 h 6490033"/>
              <a:gd name="connsiteX1" fmla="*/ 6564312 w 6564919"/>
              <a:gd name="connsiteY1" fmla="*/ 0 h 6490033"/>
              <a:gd name="connsiteX2" fmla="*/ 6564312 w 6564919"/>
              <a:gd name="connsiteY2" fmla="*/ 3598737 h 6490033"/>
              <a:gd name="connsiteX3" fmla="*/ 6555527 w 6564919"/>
              <a:gd name="connsiteY3" fmla="*/ 3679733 h 6490033"/>
              <a:gd name="connsiteX4" fmla="*/ 3295270 w 6564919"/>
              <a:gd name="connsiteY4" fmla="*/ 6489976 h 6490033"/>
              <a:gd name="connsiteX5" fmla="*/ 11920 w 6564919"/>
              <a:gd name="connsiteY5" fmla="*/ 3691156 h 6490033"/>
              <a:gd name="connsiteX6" fmla="*/ 12824 w 6564919"/>
              <a:gd name="connsiteY6" fmla="*/ 3453572 h 6490033"/>
              <a:gd name="connsiteX7" fmla="*/ 0 w 6564919"/>
              <a:gd name="connsiteY7" fmla="*/ 0 h 6490033"/>
              <a:gd name="connsiteX0" fmla="*/ 0 w 6564919"/>
              <a:gd name="connsiteY0" fmla="*/ 0 h 6490024"/>
              <a:gd name="connsiteX1" fmla="*/ 6564312 w 6564919"/>
              <a:gd name="connsiteY1" fmla="*/ 0 h 6490024"/>
              <a:gd name="connsiteX2" fmla="*/ 6564312 w 6564919"/>
              <a:gd name="connsiteY2" fmla="*/ 3598737 h 6490024"/>
              <a:gd name="connsiteX3" fmla="*/ 6555527 w 6564919"/>
              <a:gd name="connsiteY3" fmla="*/ 3679733 h 6490024"/>
              <a:gd name="connsiteX4" fmla="*/ 3295270 w 6564919"/>
              <a:gd name="connsiteY4" fmla="*/ 6489976 h 6490024"/>
              <a:gd name="connsiteX5" fmla="*/ 11920 w 6564919"/>
              <a:gd name="connsiteY5" fmla="*/ 3691156 h 6490024"/>
              <a:gd name="connsiteX6" fmla="*/ 12824 w 6564919"/>
              <a:gd name="connsiteY6" fmla="*/ 3453572 h 6490024"/>
              <a:gd name="connsiteX7" fmla="*/ 0 w 6564919"/>
              <a:gd name="connsiteY7" fmla="*/ 0 h 6490024"/>
              <a:gd name="connsiteX0" fmla="*/ 0 w 6564919"/>
              <a:gd name="connsiteY0" fmla="*/ 0 h 6490024"/>
              <a:gd name="connsiteX1" fmla="*/ 6564312 w 6564919"/>
              <a:gd name="connsiteY1" fmla="*/ 0 h 6490024"/>
              <a:gd name="connsiteX2" fmla="*/ 6564312 w 6564919"/>
              <a:gd name="connsiteY2" fmla="*/ 3598737 h 6490024"/>
              <a:gd name="connsiteX3" fmla="*/ 6555527 w 6564919"/>
              <a:gd name="connsiteY3" fmla="*/ 3679733 h 6490024"/>
              <a:gd name="connsiteX4" fmla="*/ 3295270 w 6564919"/>
              <a:gd name="connsiteY4" fmla="*/ 6489976 h 6490024"/>
              <a:gd name="connsiteX5" fmla="*/ 11920 w 6564919"/>
              <a:gd name="connsiteY5" fmla="*/ 3691156 h 6490024"/>
              <a:gd name="connsiteX6" fmla="*/ 12824 w 6564919"/>
              <a:gd name="connsiteY6" fmla="*/ 3453572 h 6490024"/>
              <a:gd name="connsiteX7" fmla="*/ 0 w 6564919"/>
              <a:gd name="connsiteY7" fmla="*/ 0 h 6490024"/>
              <a:gd name="connsiteX0" fmla="*/ 0 w 6564919"/>
              <a:gd name="connsiteY0" fmla="*/ 0 h 6490030"/>
              <a:gd name="connsiteX1" fmla="*/ 6564312 w 6564919"/>
              <a:gd name="connsiteY1" fmla="*/ 0 h 6490030"/>
              <a:gd name="connsiteX2" fmla="*/ 6564312 w 6564919"/>
              <a:gd name="connsiteY2" fmla="*/ 3598737 h 6490030"/>
              <a:gd name="connsiteX3" fmla="*/ 6555527 w 6564919"/>
              <a:gd name="connsiteY3" fmla="*/ 3679733 h 6490030"/>
              <a:gd name="connsiteX4" fmla="*/ 3295270 w 6564919"/>
              <a:gd name="connsiteY4" fmla="*/ 6489976 h 6490030"/>
              <a:gd name="connsiteX5" fmla="*/ 11920 w 6564919"/>
              <a:gd name="connsiteY5" fmla="*/ 3691156 h 6490030"/>
              <a:gd name="connsiteX6" fmla="*/ 12824 w 6564919"/>
              <a:gd name="connsiteY6" fmla="*/ 3453572 h 6490030"/>
              <a:gd name="connsiteX7" fmla="*/ 0 w 6564919"/>
              <a:gd name="connsiteY7" fmla="*/ 0 h 6490030"/>
              <a:gd name="connsiteX0" fmla="*/ 0 w 6564919"/>
              <a:gd name="connsiteY0" fmla="*/ 0 h 6489978"/>
              <a:gd name="connsiteX1" fmla="*/ 6564312 w 6564919"/>
              <a:gd name="connsiteY1" fmla="*/ 0 h 6489978"/>
              <a:gd name="connsiteX2" fmla="*/ 6564312 w 6564919"/>
              <a:gd name="connsiteY2" fmla="*/ 3598737 h 6489978"/>
              <a:gd name="connsiteX3" fmla="*/ 6555527 w 6564919"/>
              <a:gd name="connsiteY3" fmla="*/ 3679733 h 6489978"/>
              <a:gd name="connsiteX4" fmla="*/ 3295270 w 6564919"/>
              <a:gd name="connsiteY4" fmla="*/ 6489976 h 6489978"/>
              <a:gd name="connsiteX5" fmla="*/ 11920 w 6564919"/>
              <a:gd name="connsiteY5" fmla="*/ 3691156 h 6489978"/>
              <a:gd name="connsiteX6" fmla="*/ 12824 w 6564919"/>
              <a:gd name="connsiteY6" fmla="*/ 3453572 h 6489978"/>
              <a:gd name="connsiteX7" fmla="*/ 0 w 6564919"/>
              <a:gd name="connsiteY7" fmla="*/ 0 h 648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64919" h="6489978">
                <a:moveTo>
                  <a:pt x="0" y="0"/>
                </a:moveTo>
                <a:lnTo>
                  <a:pt x="6564312" y="0"/>
                </a:lnTo>
                <a:lnTo>
                  <a:pt x="6564312" y="3598737"/>
                </a:lnTo>
                <a:cubicBezTo>
                  <a:pt x="6564243" y="3601561"/>
                  <a:pt x="6568474" y="2238957"/>
                  <a:pt x="6555527" y="3679733"/>
                </a:cubicBezTo>
                <a:cubicBezTo>
                  <a:pt x="6542580" y="5120509"/>
                  <a:pt x="4960661" y="6488073"/>
                  <a:pt x="3295270" y="6489976"/>
                </a:cubicBezTo>
                <a:cubicBezTo>
                  <a:pt x="1629879" y="6491879"/>
                  <a:pt x="22263" y="5157588"/>
                  <a:pt x="11920" y="3691156"/>
                </a:cubicBezTo>
                <a:cubicBezTo>
                  <a:pt x="1577" y="2224724"/>
                  <a:pt x="14161" y="3551239"/>
                  <a:pt x="12824" y="3453572"/>
                </a:cubicBezTo>
                <a:cubicBezTo>
                  <a:pt x="8549" y="2246962"/>
                  <a:pt x="4275" y="1206610"/>
                  <a:pt x="0" y="0"/>
                </a:cubicBezTo>
                <a:close/>
              </a:path>
            </a:pathLst>
          </a:custGeom>
          <a:solidFill>
            <a:schemeClr val="bg2">
              <a:lumMod val="90000"/>
              <a:alpha val="72154"/>
            </a:schemeClr>
          </a:solidFill>
        </p:spPr>
        <p:txBody>
          <a:bodyPr wrap="square" lIns="1152000" tIns="0" rIns="1152000" bIns="288000" anchor="ctr">
            <a:noAutofit/>
          </a:bodyPr>
          <a:lstStyle>
            <a:lvl1pPr marL="0" indent="0" algn="ctr">
              <a:lnSpc>
                <a:spcPct val="150000"/>
              </a:lnSpc>
              <a:buFont typeface="Arial" panose="020B0604020202020204" pitchFamily="34" charset="0"/>
              <a:buNone/>
              <a:defRPr>
                <a:solidFill>
                  <a:schemeClr val="tx1"/>
                </a:solidFill>
              </a:defRPr>
            </a:lvl1pPr>
          </a:lstStyle>
          <a:p>
            <a:r>
              <a:rPr lang="en-GB"/>
              <a:t>1. CLICK TO ADD IMAGE    2. CROP TO ADJUST SIZE Picture Format &gt; Crop</a:t>
            </a:r>
            <a:endParaRPr lang="en-US"/>
          </a:p>
        </p:txBody>
      </p:sp>
      <p:sp>
        <p:nvSpPr>
          <p:cNvPr id="8" name="Slide Number">
            <a:extLst>
              <a:ext uri="{FF2B5EF4-FFF2-40B4-BE49-F238E27FC236}">
                <a16:creationId xmlns:a16="http://schemas.microsoft.com/office/drawing/2014/main" id="{3EB6A062-924E-93ED-8CD7-3E803D412F6C}"/>
              </a:ext>
            </a:extLst>
          </p:cNvPr>
          <p:cNvSpPr>
            <a:spLocks noGrp="1" noRot="1" noMove="1" noResize="1" noEditPoints="1" noAdjustHandles="1" noChangeArrowheads="1" noChangeShapeType="1"/>
          </p:cNvSpPr>
          <p:nvPr>
            <p:ph type="sldNum" sz="quarter" idx="16"/>
          </p:nvPr>
        </p:nvSpPr>
        <p:spPr/>
        <p:txBody>
          <a:bodyPr/>
          <a:lstStyle/>
          <a:p>
            <a:fld id="{AA81C49F-4514-B440-9310-1C2F3B5561BD}" type="slidenum">
              <a:rPr lang="en-GB" smtClean="0"/>
              <a:pPr/>
              <a:t>‹#›</a:t>
            </a:fld>
            <a:endParaRPr lang="en-GB"/>
          </a:p>
        </p:txBody>
      </p:sp>
    </p:spTree>
    <p:extLst>
      <p:ext uri="{BB962C8B-B14F-4D97-AF65-F5344CB8AC3E}">
        <p14:creationId xmlns:p14="http://schemas.microsoft.com/office/powerpoint/2010/main" val="334233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Blank">
    <p:bg>
      <p:bgPr>
        <a:solidFill>
          <a:schemeClr val="bg1"/>
        </a:solidFill>
        <a:effectLst/>
      </p:bgPr>
    </p:bg>
    <p:spTree>
      <p:nvGrpSpPr>
        <p:cNvPr id="1" name=""/>
        <p:cNvGrpSpPr/>
        <p:nvPr/>
      </p:nvGrpSpPr>
      <p:grpSpPr>
        <a:xfrm>
          <a:off x="0" y="0"/>
          <a:ext cx="0" cy="0"/>
          <a:chOff x="0" y="0"/>
          <a:chExt cx="0" cy="0"/>
        </a:xfrm>
      </p:grpSpPr>
      <p:sp>
        <p:nvSpPr>
          <p:cNvPr id="3" name="Section Topic">
            <a:extLst>
              <a:ext uri="{FF2B5EF4-FFF2-40B4-BE49-F238E27FC236}">
                <a16:creationId xmlns:a16="http://schemas.microsoft.com/office/drawing/2014/main" id="{8226C0BF-CFA9-C964-AC8C-E3E97A52F1F8}"/>
              </a:ext>
            </a:extLst>
          </p:cNvPr>
          <p:cNvSpPr>
            <a:spLocks noGrp="1"/>
          </p:cNvSpPr>
          <p:nvPr>
            <p:ph type="title"/>
          </p:nvPr>
        </p:nvSpPr>
        <p:spPr/>
        <p:txBody>
          <a:bodyPr/>
          <a:lstStyle/>
          <a:p>
            <a:r>
              <a:rPr lang="en-US"/>
              <a:t>Click to edit Master title style</a:t>
            </a:r>
            <a:endParaRPr lang="en-GB"/>
          </a:p>
        </p:txBody>
      </p:sp>
      <p:sp>
        <p:nvSpPr>
          <p:cNvPr id="4" name="Slide Number">
            <a:extLst>
              <a:ext uri="{FF2B5EF4-FFF2-40B4-BE49-F238E27FC236}">
                <a16:creationId xmlns:a16="http://schemas.microsoft.com/office/drawing/2014/main" id="{49671F6F-3FB1-9A60-B4DC-25EDBF1BD2DA}"/>
              </a:ext>
            </a:extLst>
          </p:cNvPr>
          <p:cNvSpPr>
            <a:spLocks noGrp="1" noRot="1" noMove="1" noResize="1" noEditPoints="1" noAdjustHandles="1" noChangeArrowheads="1" noChangeShapeType="1"/>
          </p:cNvSpPr>
          <p:nvPr>
            <p:ph type="sldNum" sz="quarter" idx="15"/>
          </p:nvPr>
        </p:nvSpPr>
        <p:spPr/>
        <p:txBody>
          <a:bodyPr/>
          <a:lstStyle/>
          <a:p>
            <a:fld id="{AA81C49F-4514-B440-9310-1C2F3B5561BD}" type="slidenum">
              <a:rPr lang="en-GB" smtClean="0"/>
              <a:pPr/>
              <a:t>‹#›</a:t>
            </a:fld>
            <a:endParaRPr lang="en-GB"/>
          </a:p>
        </p:txBody>
      </p:sp>
    </p:spTree>
    <p:extLst>
      <p:ext uri="{BB962C8B-B14F-4D97-AF65-F5344CB8AC3E}">
        <p14:creationId xmlns:p14="http://schemas.microsoft.com/office/powerpoint/2010/main" val="1035389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Statement - Primary">
    <p:bg>
      <p:bgPr>
        <a:solidFill>
          <a:schemeClr val="bg1"/>
        </a:solidFill>
        <a:effectLst/>
      </p:bgPr>
    </p:bg>
    <p:spTree>
      <p:nvGrpSpPr>
        <p:cNvPr id="1" name=""/>
        <p:cNvGrpSpPr/>
        <p:nvPr/>
      </p:nvGrpSpPr>
      <p:grpSpPr>
        <a:xfrm>
          <a:off x="0" y="0"/>
          <a:ext cx="0" cy="0"/>
          <a:chOff x="0" y="0"/>
          <a:chExt cx="0" cy="0"/>
        </a:xfrm>
      </p:grpSpPr>
      <p:pic>
        <p:nvPicPr>
          <p:cNvPr id="10" name="Background: Aurora">
            <a:extLst>
              <a:ext uri="{FF2B5EF4-FFF2-40B4-BE49-F238E27FC236}">
                <a16:creationId xmlns:a16="http://schemas.microsoft.com/office/drawing/2014/main" id="{2FB0B92A-6EBB-242E-C8FA-1AA512AAF0CB}"/>
              </a:ext>
            </a:extLst>
          </p:cNvPr>
          <p:cNvPicPr>
            <a:picLocks noChangeAspect="1"/>
          </p:cNvPicPr>
          <p:nvPr userDrawn="1"/>
        </p:nvPicPr>
        <p:blipFill>
          <a:blip r:embed="rId2"/>
          <a:srcRect/>
          <a:stretch/>
        </p:blipFill>
        <p:spPr>
          <a:xfrm>
            <a:off x="0" y="1"/>
            <a:ext cx="12192000" cy="6858000"/>
          </a:xfrm>
          <a:prstGeom prst="rect">
            <a:avLst/>
          </a:prstGeom>
        </p:spPr>
      </p:pic>
      <p:sp>
        <p:nvSpPr>
          <p:cNvPr id="11" name="Section Topic">
            <a:extLst>
              <a:ext uri="{FF2B5EF4-FFF2-40B4-BE49-F238E27FC236}">
                <a16:creationId xmlns:a16="http://schemas.microsoft.com/office/drawing/2014/main" id="{B10B4231-57FA-5CFA-B4B1-B05E509D1D7A}"/>
              </a:ext>
            </a:extLst>
          </p:cNvPr>
          <p:cNvSpPr>
            <a:spLocks noGrp="1"/>
          </p:cNvSpPr>
          <p:nvPr>
            <p:ph type="title"/>
          </p:nvPr>
        </p:nvSpPr>
        <p:spPr/>
        <p:txBody>
          <a:bodyPr/>
          <a:lstStyle/>
          <a:p>
            <a:r>
              <a:rPr lang="en-US"/>
              <a:t>Click to edit Master title style</a:t>
            </a:r>
            <a:endParaRPr lang="en-GB"/>
          </a:p>
        </p:txBody>
      </p:sp>
      <p:pic>
        <p:nvPicPr>
          <p:cNvPr id="4" name="Unilever Logo" descr="Unilever">
            <a:extLst>
              <a:ext uri="{FF2B5EF4-FFF2-40B4-BE49-F238E27FC236}">
                <a16:creationId xmlns:a16="http://schemas.microsoft.com/office/drawing/2014/main" id="{1B144BD1-50C3-102B-743F-31D5408C4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6" name="Slide Number"/>
          <p:cNvSpPr>
            <a:spLocks noGrp="1" noRot="1" noMove="1" noResize="1" noEditPoints="1" noAdjustHandles="1" noChangeArrowheads="1" noChangeShapeType="1"/>
          </p:cNvSpPr>
          <p:nvPr>
            <p:ph type="sldNum" sz="quarter" idx="12"/>
          </p:nvPr>
        </p:nvSpPr>
        <p:spPr>
          <a:xfrm>
            <a:off x="11472659" y="6337472"/>
            <a:ext cx="474937" cy="262175"/>
          </a:xfrm>
          <a:prstGeom prst="rect">
            <a:avLst/>
          </a:prstGeom>
        </p:spPr>
        <p:txBody>
          <a:bodyPr/>
          <a:lstStyle>
            <a:lvl1pPr>
              <a:defRPr sz="1100">
                <a:solidFill>
                  <a:schemeClr val="bg1"/>
                </a:solidFill>
              </a:defRPr>
            </a:lvl1pPr>
          </a:lstStyle>
          <a:p>
            <a:r>
              <a:rPr lang="en-US"/>
              <a:t>‹#›</a:t>
            </a:r>
          </a:p>
        </p:txBody>
      </p:sp>
    </p:spTree>
    <p:extLst>
      <p:ext uri="{BB962C8B-B14F-4D97-AF65-F5344CB8AC3E}">
        <p14:creationId xmlns:p14="http://schemas.microsoft.com/office/powerpoint/2010/main" val="79633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Statement - Aqua">
    <p:bg>
      <p:bgPr>
        <a:solidFill>
          <a:schemeClr val="bg1"/>
        </a:solidFill>
        <a:effectLst/>
      </p:bgPr>
    </p:bg>
    <p:spTree>
      <p:nvGrpSpPr>
        <p:cNvPr id="1" name=""/>
        <p:cNvGrpSpPr/>
        <p:nvPr/>
      </p:nvGrpSpPr>
      <p:grpSpPr>
        <a:xfrm>
          <a:off x="0" y="0"/>
          <a:ext cx="0" cy="0"/>
          <a:chOff x="0" y="0"/>
          <a:chExt cx="0" cy="0"/>
        </a:xfrm>
      </p:grpSpPr>
      <p:pic>
        <p:nvPicPr>
          <p:cNvPr id="8" name="Background: Aurora">
            <a:extLst>
              <a:ext uri="{FF2B5EF4-FFF2-40B4-BE49-F238E27FC236}">
                <a16:creationId xmlns:a16="http://schemas.microsoft.com/office/drawing/2014/main" id="{C80F1B6F-8781-E614-EC28-573DE1C9B72D}"/>
              </a:ext>
            </a:extLst>
          </p:cNvPr>
          <p:cNvPicPr>
            <a:picLocks noGrp="1" noRot="1" noChangeAspect="1" noMove="1" noResize="1" noEditPoints="1" noAdjustHandles="1" noChangeArrowheads="1" noChangeShapeType="1" noCrop="1"/>
          </p:cNvPicPr>
          <p:nvPr/>
        </p:nvPicPr>
        <p:blipFill>
          <a:blip r:embed="rId2"/>
          <a:srcRect/>
          <a:stretch/>
        </p:blipFill>
        <p:spPr>
          <a:xfrm>
            <a:off x="0" y="5081"/>
            <a:ext cx="12192000" cy="6847840"/>
          </a:xfrm>
          <a:prstGeom prst="rect">
            <a:avLst/>
          </a:prstGeom>
        </p:spPr>
      </p:pic>
      <p:sp>
        <p:nvSpPr>
          <p:cNvPr id="9" name="Section Topic">
            <a:extLst>
              <a:ext uri="{FF2B5EF4-FFF2-40B4-BE49-F238E27FC236}">
                <a16:creationId xmlns:a16="http://schemas.microsoft.com/office/drawing/2014/main" id="{226C8FB4-9198-23C3-1100-EA78385F0496}"/>
              </a:ext>
            </a:extLst>
          </p:cNvPr>
          <p:cNvSpPr>
            <a:spLocks noGrp="1"/>
          </p:cNvSpPr>
          <p:nvPr>
            <p:ph type="title"/>
          </p:nvPr>
        </p:nvSpPr>
        <p:spPr/>
        <p:txBody>
          <a:bodyPr/>
          <a:lstStyle/>
          <a:p>
            <a:r>
              <a:rPr lang="en-US"/>
              <a:t>Click to edit Master title style</a:t>
            </a:r>
            <a:endParaRPr lang="en-GB"/>
          </a:p>
        </p:txBody>
      </p:sp>
      <p:pic>
        <p:nvPicPr>
          <p:cNvPr id="4" name="Unilever Logo" descr="Unilever">
            <a:extLst>
              <a:ext uri="{FF2B5EF4-FFF2-40B4-BE49-F238E27FC236}">
                <a16:creationId xmlns:a16="http://schemas.microsoft.com/office/drawing/2014/main" id="{1B144BD1-50C3-102B-743F-31D5408C4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6" name="Slide Number"/>
          <p:cNvSpPr>
            <a:spLocks noGrp="1" noRot="1" noMove="1" noResize="1" noEditPoints="1" noAdjustHandles="1" noChangeArrowheads="1" noChangeShapeType="1"/>
          </p:cNvSpPr>
          <p:nvPr>
            <p:ph type="sldNum" sz="quarter" idx="12"/>
          </p:nvPr>
        </p:nvSpPr>
        <p:spPr>
          <a:xfrm>
            <a:off x="11472659" y="6337472"/>
            <a:ext cx="474937" cy="262175"/>
          </a:xfrm>
          <a:prstGeom prst="rect">
            <a:avLst/>
          </a:prstGeom>
        </p:spPr>
        <p:txBody>
          <a:bodyPr/>
          <a:lstStyle>
            <a:lvl1pPr>
              <a:defRPr sz="1100">
                <a:solidFill>
                  <a:schemeClr val="tx1"/>
                </a:solidFill>
              </a:defRPr>
            </a:lvl1pPr>
          </a:lstStyle>
          <a:p>
            <a:fld id="{7624A5FC-F7B9-3F4D-861F-9DDB8C0A4082}" type="slidenum">
              <a:rPr lang="en-US" smtClean="0"/>
              <a:pPr/>
              <a:t>‹#›</a:t>
            </a:fld>
            <a:endParaRPr lang="en-US"/>
          </a:p>
        </p:txBody>
      </p:sp>
    </p:spTree>
    <p:extLst>
      <p:ext uri="{BB962C8B-B14F-4D97-AF65-F5344CB8AC3E}">
        <p14:creationId xmlns:p14="http://schemas.microsoft.com/office/powerpoint/2010/main" val="1413045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Statement - Sorbet">
    <p:bg>
      <p:bgPr>
        <a:solidFill>
          <a:schemeClr val="bg1"/>
        </a:solidFill>
        <a:effectLst/>
      </p:bgPr>
    </p:bg>
    <p:spTree>
      <p:nvGrpSpPr>
        <p:cNvPr id="1" name=""/>
        <p:cNvGrpSpPr/>
        <p:nvPr/>
      </p:nvGrpSpPr>
      <p:grpSpPr>
        <a:xfrm>
          <a:off x="0" y="0"/>
          <a:ext cx="0" cy="0"/>
          <a:chOff x="0" y="0"/>
          <a:chExt cx="0" cy="0"/>
        </a:xfrm>
      </p:grpSpPr>
      <p:pic>
        <p:nvPicPr>
          <p:cNvPr id="8" name="Background: Aurora">
            <a:extLst>
              <a:ext uri="{FF2B5EF4-FFF2-40B4-BE49-F238E27FC236}">
                <a16:creationId xmlns:a16="http://schemas.microsoft.com/office/drawing/2014/main" id="{C80F1B6F-8781-E614-EC28-573DE1C9B72D}"/>
              </a:ext>
            </a:extLst>
          </p:cNvPr>
          <p:cNvPicPr>
            <a:picLocks noChangeAspect="1"/>
          </p:cNvPicPr>
          <p:nvPr/>
        </p:nvPicPr>
        <p:blipFill>
          <a:blip r:embed="rId2"/>
          <a:srcRect t="755" r="755"/>
          <a:stretch>
            <a:fillRect/>
          </a:stretch>
        </p:blipFill>
        <p:spPr>
          <a:xfrm>
            <a:off x="0" y="10160"/>
            <a:ext cx="12192000" cy="6847840"/>
          </a:xfrm>
          <a:prstGeom prst="rect">
            <a:avLst/>
          </a:prstGeom>
        </p:spPr>
      </p:pic>
      <p:sp>
        <p:nvSpPr>
          <p:cNvPr id="9" name="Section Topic">
            <a:extLst>
              <a:ext uri="{FF2B5EF4-FFF2-40B4-BE49-F238E27FC236}">
                <a16:creationId xmlns:a16="http://schemas.microsoft.com/office/drawing/2014/main" id="{DB7413F8-77F7-4E72-3982-CE64DA366B46}"/>
              </a:ext>
            </a:extLst>
          </p:cNvPr>
          <p:cNvSpPr>
            <a:spLocks noGrp="1"/>
          </p:cNvSpPr>
          <p:nvPr>
            <p:ph type="title"/>
          </p:nvPr>
        </p:nvSpPr>
        <p:spPr/>
        <p:txBody>
          <a:bodyPr/>
          <a:lstStyle/>
          <a:p>
            <a:r>
              <a:rPr lang="en-US"/>
              <a:t>Click to edit Master title style</a:t>
            </a:r>
            <a:endParaRPr lang="en-GB"/>
          </a:p>
        </p:txBody>
      </p:sp>
      <p:pic>
        <p:nvPicPr>
          <p:cNvPr id="4" name="Unilever Logo" descr="Unilever">
            <a:extLst>
              <a:ext uri="{FF2B5EF4-FFF2-40B4-BE49-F238E27FC236}">
                <a16:creationId xmlns:a16="http://schemas.microsoft.com/office/drawing/2014/main" id="{1B144BD1-50C3-102B-743F-31D5408C4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6" name="Slide Number"/>
          <p:cNvSpPr>
            <a:spLocks noGrp="1" noRot="1" noMove="1" noResize="1" noEditPoints="1" noAdjustHandles="1" noChangeArrowheads="1" noChangeShapeType="1"/>
          </p:cNvSpPr>
          <p:nvPr>
            <p:ph type="sldNum" sz="quarter" idx="12"/>
          </p:nvPr>
        </p:nvSpPr>
        <p:spPr>
          <a:xfrm>
            <a:off x="11472659" y="6337472"/>
            <a:ext cx="474937" cy="262175"/>
          </a:xfrm>
          <a:prstGeom prst="rect">
            <a:avLst/>
          </a:prstGeom>
        </p:spPr>
        <p:txBody>
          <a:bodyPr/>
          <a:lstStyle>
            <a:lvl1pPr>
              <a:defRPr sz="1100">
                <a:solidFill>
                  <a:schemeClr val="tx1"/>
                </a:solidFill>
              </a:defRPr>
            </a:lvl1pPr>
          </a:lstStyle>
          <a:p>
            <a:r>
              <a:rPr lang="en-US"/>
              <a:t>‹#›</a:t>
            </a:r>
          </a:p>
        </p:txBody>
      </p:sp>
    </p:spTree>
    <p:extLst>
      <p:ext uri="{BB962C8B-B14F-4D97-AF65-F5344CB8AC3E}">
        <p14:creationId xmlns:p14="http://schemas.microsoft.com/office/powerpoint/2010/main" val="380023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Statement - Rose">
    <p:bg>
      <p:bgPr>
        <a:solidFill>
          <a:schemeClr val="bg1"/>
        </a:solidFill>
        <a:effectLst/>
      </p:bgPr>
    </p:bg>
    <p:spTree>
      <p:nvGrpSpPr>
        <p:cNvPr id="1" name=""/>
        <p:cNvGrpSpPr/>
        <p:nvPr/>
      </p:nvGrpSpPr>
      <p:grpSpPr>
        <a:xfrm>
          <a:off x="0" y="0"/>
          <a:ext cx="0" cy="0"/>
          <a:chOff x="0" y="0"/>
          <a:chExt cx="0" cy="0"/>
        </a:xfrm>
      </p:grpSpPr>
      <p:pic>
        <p:nvPicPr>
          <p:cNvPr id="8" name="Background: Aurora">
            <a:extLst>
              <a:ext uri="{FF2B5EF4-FFF2-40B4-BE49-F238E27FC236}">
                <a16:creationId xmlns:a16="http://schemas.microsoft.com/office/drawing/2014/main" id="{C80F1B6F-8781-E614-EC28-573DE1C9B72D}"/>
              </a:ext>
            </a:extLst>
          </p:cNvPr>
          <p:cNvPicPr>
            <a:picLocks noChangeAspect="1"/>
          </p:cNvPicPr>
          <p:nvPr/>
        </p:nvPicPr>
        <p:blipFill>
          <a:blip r:embed="rId2"/>
          <a:srcRect/>
          <a:stretch/>
        </p:blipFill>
        <p:spPr>
          <a:xfrm>
            <a:off x="0" y="5080"/>
            <a:ext cx="12192000" cy="6847840"/>
          </a:xfrm>
          <a:prstGeom prst="rect">
            <a:avLst/>
          </a:prstGeom>
        </p:spPr>
      </p:pic>
      <p:sp>
        <p:nvSpPr>
          <p:cNvPr id="9" name="Section Topic">
            <a:extLst>
              <a:ext uri="{FF2B5EF4-FFF2-40B4-BE49-F238E27FC236}">
                <a16:creationId xmlns:a16="http://schemas.microsoft.com/office/drawing/2014/main" id="{5B6A1C5F-4464-F083-EF34-BFD0A074148E}"/>
              </a:ext>
            </a:extLst>
          </p:cNvPr>
          <p:cNvSpPr>
            <a:spLocks noGrp="1"/>
          </p:cNvSpPr>
          <p:nvPr>
            <p:ph type="title"/>
          </p:nvPr>
        </p:nvSpPr>
        <p:spPr/>
        <p:txBody>
          <a:bodyPr/>
          <a:lstStyle/>
          <a:p>
            <a:r>
              <a:rPr lang="en-US"/>
              <a:t>Click to edit Master title style</a:t>
            </a:r>
            <a:endParaRPr lang="en-GB"/>
          </a:p>
        </p:txBody>
      </p:sp>
      <p:pic>
        <p:nvPicPr>
          <p:cNvPr id="4" name="Unilever Logo" descr="Unilever">
            <a:extLst>
              <a:ext uri="{FF2B5EF4-FFF2-40B4-BE49-F238E27FC236}">
                <a16:creationId xmlns:a16="http://schemas.microsoft.com/office/drawing/2014/main" id="{1B144BD1-50C3-102B-743F-31D5408C4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6" name="Slide Number"/>
          <p:cNvSpPr>
            <a:spLocks noGrp="1" noRot="1" noMove="1" noResize="1" noEditPoints="1" noAdjustHandles="1" noChangeArrowheads="1" noChangeShapeType="1"/>
          </p:cNvSpPr>
          <p:nvPr>
            <p:ph type="sldNum" sz="quarter" idx="12"/>
          </p:nvPr>
        </p:nvSpPr>
        <p:spPr>
          <a:xfrm>
            <a:off x="11472659" y="6337472"/>
            <a:ext cx="474937" cy="262175"/>
          </a:xfrm>
          <a:prstGeom prst="rect">
            <a:avLst/>
          </a:prstGeom>
        </p:spPr>
        <p:txBody>
          <a:bodyPr/>
          <a:lstStyle>
            <a:lvl1pPr>
              <a:defRPr sz="1100">
                <a:solidFill>
                  <a:schemeClr val="bg1"/>
                </a:solidFill>
              </a:defRPr>
            </a:lvl1pPr>
          </a:lstStyle>
          <a:p>
            <a:fld id="{7624A5FC-F7B9-3F4D-861F-9DDB8C0A4082}" type="slidenum">
              <a:rPr lang="en-US" smtClean="0"/>
              <a:pPr/>
              <a:t>‹#›</a:t>
            </a:fld>
            <a:endParaRPr lang="en-US"/>
          </a:p>
        </p:txBody>
      </p:sp>
    </p:spTree>
    <p:extLst>
      <p:ext uri="{BB962C8B-B14F-4D97-AF65-F5344CB8AC3E}">
        <p14:creationId xmlns:p14="http://schemas.microsoft.com/office/powerpoint/2010/main" val="220079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Statement - Clover">
    <p:bg>
      <p:bgPr>
        <a:solidFill>
          <a:schemeClr val="bg1"/>
        </a:solidFill>
        <a:effectLst/>
      </p:bgPr>
    </p:bg>
    <p:spTree>
      <p:nvGrpSpPr>
        <p:cNvPr id="1" name=""/>
        <p:cNvGrpSpPr/>
        <p:nvPr/>
      </p:nvGrpSpPr>
      <p:grpSpPr>
        <a:xfrm>
          <a:off x="0" y="0"/>
          <a:ext cx="0" cy="0"/>
          <a:chOff x="0" y="0"/>
          <a:chExt cx="0" cy="0"/>
        </a:xfrm>
      </p:grpSpPr>
      <p:pic>
        <p:nvPicPr>
          <p:cNvPr id="8" name="Background: Aurora">
            <a:extLst>
              <a:ext uri="{FF2B5EF4-FFF2-40B4-BE49-F238E27FC236}">
                <a16:creationId xmlns:a16="http://schemas.microsoft.com/office/drawing/2014/main" id="{C80F1B6F-8781-E614-EC28-573DE1C9B72D}"/>
              </a:ext>
            </a:extLst>
          </p:cNvPr>
          <p:cNvPicPr>
            <a:picLocks noGrp="1" noRot="1" noChangeAspect="1" noMove="1" noResize="1" noEditPoints="1" noAdjustHandles="1" noChangeArrowheads="1" noChangeShapeType="1" noCrop="1"/>
          </p:cNvPicPr>
          <p:nvPr/>
        </p:nvPicPr>
        <p:blipFill>
          <a:blip r:embed="rId2"/>
          <a:srcRect/>
          <a:stretch/>
        </p:blipFill>
        <p:spPr>
          <a:xfrm>
            <a:off x="0" y="5081"/>
            <a:ext cx="12192000" cy="6847840"/>
          </a:xfrm>
          <a:prstGeom prst="rect">
            <a:avLst/>
          </a:prstGeom>
        </p:spPr>
      </p:pic>
      <p:sp>
        <p:nvSpPr>
          <p:cNvPr id="9" name="Section Topic">
            <a:extLst>
              <a:ext uri="{FF2B5EF4-FFF2-40B4-BE49-F238E27FC236}">
                <a16:creationId xmlns:a16="http://schemas.microsoft.com/office/drawing/2014/main" id="{08F74DF6-718B-9F2D-963D-536842B57845}"/>
              </a:ext>
            </a:extLst>
          </p:cNvPr>
          <p:cNvSpPr>
            <a:spLocks noGrp="1"/>
          </p:cNvSpPr>
          <p:nvPr>
            <p:ph type="title"/>
          </p:nvPr>
        </p:nvSpPr>
        <p:spPr/>
        <p:txBody>
          <a:bodyPr/>
          <a:lstStyle/>
          <a:p>
            <a:r>
              <a:rPr lang="en-US"/>
              <a:t>Click to edit Master title style</a:t>
            </a:r>
            <a:endParaRPr lang="en-GB"/>
          </a:p>
        </p:txBody>
      </p:sp>
      <p:pic>
        <p:nvPicPr>
          <p:cNvPr id="4" name="Unilever Logo" descr="Unilever">
            <a:extLst>
              <a:ext uri="{FF2B5EF4-FFF2-40B4-BE49-F238E27FC236}">
                <a16:creationId xmlns:a16="http://schemas.microsoft.com/office/drawing/2014/main" id="{1B144BD1-50C3-102B-743F-31D5408C4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6" name="Slide Number"/>
          <p:cNvSpPr>
            <a:spLocks noGrp="1" noRot="1" noMove="1" noResize="1" noEditPoints="1" noAdjustHandles="1" noChangeArrowheads="1" noChangeShapeType="1"/>
          </p:cNvSpPr>
          <p:nvPr>
            <p:ph type="sldNum" sz="quarter" idx="12"/>
          </p:nvPr>
        </p:nvSpPr>
        <p:spPr>
          <a:xfrm>
            <a:off x="11472659" y="6337472"/>
            <a:ext cx="474937" cy="262175"/>
          </a:xfrm>
          <a:prstGeom prst="rect">
            <a:avLst/>
          </a:prstGeom>
        </p:spPr>
        <p:txBody>
          <a:bodyPr/>
          <a:lstStyle>
            <a:lvl1pPr>
              <a:defRPr sz="1100">
                <a:solidFill>
                  <a:schemeClr val="tx1"/>
                </a:solidFill>
              </a:defRPr>
            </a:lvl1pPr>
          </a:lstStyle>
          <a:p>
            <a:fld id="{7624A5FC-F7B9-3F4D-861F-9DDB8C0A4082}" type="slidenum">
              <a:rPr lang="en-US" smtClean="0"/>
              <a:pPr/>
              <a:t>‹#›</a:t>
            </a:fld>
            <a:endParaRPr lang="en-US"/>
          </a:p>
        </p:txBody>
      </p:sp>
    </p:spTree>
    <p:extLst>
      <p:ext uri="{BB962C8B-B14F-4D97-AF65-F5344CB8AC3E}">
        <p14:creationId xmlns:p14="http://schemas.microsoft.com/office/powerpoint/2010/main" val="455640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Statement - Lilac">
    <p:bg>
      <p:bgPr>
        <a:solidFill>
          <a:schemeClr val="bg1"/>
        </a:solidFill>
        <a:effectLst/>
      </p:bgPr>
    </p:bg>
    <p:spTree>
      <p:nvGrpSpPr>
        <p:cNvPr id="1" name=""/>
        <p:cNvGrpSpPr/>
        <p:nvPr/>
      </p:nvGrpSpPr>
      <p:grpSpPr>
        <a:xfrm>
          <a:off x="0" y="0"/>
          <a:ext cx="0" cy="0"/>
          <a:chOff x="0" y="0"/>
          <a:chExt cx="0" cy="0"/>
        </a:xfrm>
      </p:grpSpPr>
      <p:pic>
        <p:nvPicPr>
          <p:cNvPr id="8" name="Background: Aurora">
            <a:extLst>
              <a:ext uri="{FF2B5EF4-FFF2-40B4-BE49-F238E27FC236}">
                <a16:creationId xmlns:a16="http://schemas.microsoft.com/office/drawing/2014/main" id="{C80F1B6F-8781-E614-EC28-573DE1C9B72D}"/>
              </a:ext>
            </a:extLst>
          </p:cNvPr>
          <p:cNvPicPr>
            <a:picLocks noChangeAspect="1"/>
          </p:cNvPicPr>
          <p:nvPr/>
        </p:nvPicPr>
        <p:blipFill>
          <a:blip r:embed="rId2"/>
          <a:srcRect/>
          <a:stretch/>
        </p:blipFill>
        <p:spPr>
          <a:xfrm>
            <a:off x="0" y="5080"/>
            <a:ext cx="12192000" cy="6847840"/>
          </a:xfrm>
          <a:prstGeom prst="rect">
            <a:avLst/>
          </a:prstGeom>
        </p:spPr>
      </p:pic>
      <p:sp>
        <p:nvSpPr>
          <p:cNvPr id="9" name="Section Topic">
            <a:extLst>
              <a:ext uri="{FF2B5EF4-FFF2-40B4-BE49-F238E27FC236}">
                <a16:creationId xmlns:a16="http://schemas.microsoft.com/office/drawing/2014/main" id="{CA565DFE-A666-C752-059C-AD9C0996827D}"/>
              </a:ext>
            </a:extLst>
          </p:cNvPr>
          <p:cNvSpPr>
            <a:spLocks noGrp="1"/>
          </p:cNvSpPr>
          <p:nvPr>
            <p:ph type="title"/>
          </p:nvPr>
        </p:nvSpPr>
        <p:spPr/>
        <p:txBody>
          <a:bodyPr/>
          <a:lstStyle/>
          <a:p>
            <a:r>
              <a:rPr lang="en-US"/>
              <a:t>Click to edit Master title style</a:t>
            </a:r>
            <a:endParaRPr lang="en-GB"/>
          </a:p>
        </p:txBody>
      </p:sp>
      <p:pic>
        <p:nvPicPr>
          <p:cNvPr id="4" name="Unilever Logo" descr="Unilever">
            <a:extLst>
              <a:ext uri="{FF2B5EF4-FFF2-40B4-BE49-F238E27FC236}">
                <a16:creationId xmlns:a16="http://schemas.microsoft.com/office/drawing/2014/main" id="{1B144BD1-50C3-102B-743F-31D5408C4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6" name="Slide Number"/>
          <p:cNvSpPr>
            <a:spLocks noGrp="1" noRot="1" noMove="1" noResize="1" noEditPoints="1" noAdjustHandles="1" noChangeArrowheads="1" noChangeShapeType="1"/>
          </p:cNvSpPr>
          <p:nvPr>
            <p:ph type="sldNum" sz="quarter" idx="12"/>
          </p:nvPr>
        </p:nvSpPr>
        <p:spPr>
          <a:xfrm>
            <a:off x="11472659" y="6337472"/>
            <a:ext cx="474937" cy="262175"/>
          </a:xfrm>
          <a:prstGeom prst="rect">
            <a:avLst/>
          </a:prstGeom>
        </p:spPr>
        <p:txBody>
          <a:bodyPr/>
          <a:lstStyle>
            <a:lvl1pPr>
              <a:defRPr sz="1100">
                <a:solidFill>
                  <a:schemeClr val="bg1"/>
                </a:solidFill>
              </a:defRPr>
            </a:lvl1pPr>
          </a:lstStyle>
          <a:p>
            <a:fld id="{7624A5FC-F7B9-3F4D-861F-9DDB8C0A4082}" type="slidenum">
              <a:rPr lang="en-US" smtClean="0"/>
              <a:pPr/>
              <a:t>‹#›</a:t>
            </a:fld>
            <a:endParaRPr lang="en-US"/>
          </a:p>
        </p:txBody>
      </p:sp>
    </p:spTree>
    <p:extLst>
      <p:ext uri="{BB962C8B-B14F-4D97-AF65-F5344CB8AC3E}">
        <p14:creationId xmlns:p14="http://schemas.microsoft.com/office/powerpoint/2010/main" val="286657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Statement - Sky">
    <p:bg>
      <p:bgPr>
        <a:solidFill>
          <a:schemeClr val="tx1"/>
        </a:solidFill>
        <a:effectLst/>
      </p:bgPr>
    </p:bg>
    <p:spTree>
      <p:nvGrpSpPr>
        <p:cNvPr id="1" name=""/>
        <p:cNvGrpSpPr/>
        <p:nvPr/>
      </p:nvGrpSpPr>
      <p:grpSpPr>
        <a:xfrm>
          <a:off x="0" y="0"/>
          <a:ext cx="0" cy="0"/>
          <a:chOff x="0" y="0"/>
          <a:chExt cx="0" cy="0"/>
        </a:xfrm>
      </p:grpSpPr>
      <p:pic>
        <p:nvPicPr>
          <p:cNvPr id="9" name="Background: Aurora">
            <a:extLst>
              <a:ext uri="{FF2B5EF4-FFF2-40B4-BE49-F238E27FC236}">
                <a16:creationId xmlns:a16="http://schemas.microsoft.com/office/drawing/2014/main" id="{A50F206C-4CC6-FE0F-BEE9-A8ACD04ABC2D}"/>
              </a:ext>
            </a:extLst>
          </p:cNvPr>
          <p:cNvPicPr>
            <a:picLocks noGrp="1" noRot="1" noChangeAspect="1" noMove="1" noResize="1" noEditPoints="1" noAdjustHandles="1" noChangeArrowheads="1" noChangeShapeType="1" noCrop="1"/>
          </p:cNvPicPr>
          <p:nvPr/>
        </p:nvPicPr>
        <p:blipFill>
          <a:blip r:embed="rId2"/>
          <a:stretch>
            <a:fillRect/>
          </a:stretch>
        </p:blipFill>
        <p:spPr>
          <a:xfrm flipH="1">
            <a:off x="0" y="11113"/>
            <a:ext cx="12192000" cy="6858000"/>
          </a:xfrm>
          <a:prstGeom prst="rect">
            <a:avLst/>
          </a:prstGeom>
        </p:spPr>
      </p:pic>
      <p:sp>
        <p:nvSpPr>
          <p:cNvPr id="11" name="Section Topic">
            <a:extLst>
              <a:ext uri="{FF2B5EF4-FFF2-40B4-BE49-F238E27FC236}">
                <a16:creationId xmlns:a16="http://schemas.microsoft.com/office/drawing/2014/main" id="{8DC4AE06-A057-9316-EAC0-AD0764017C6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pic>
        <p:nvPicPr>
          <p:cNvPr id="2" name="Unilever Logo" descr="Unilever">
            <a:extLst>
              <a:ext uri="{FF2B5EF4-FFF2-40B4-BE49-F238E27FC236}">
                <a16:creationId xmlns:a16="http://schemas.microsoft.com/office/drawing/2014/main" id="{B20B7AFA-5422-96DB-68BD-FA1C8AD5A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00541" y="271404"/>
            <a:ext cx="1383723" cy="297345"/>
          </a:xfrm>
          <a:prstGeom prst="rect">
            <a:avLst/>
          </a:prstGeom>
        </p:spPr>
      </p:pic>
      <p:sp>
        <p:nvSpPr>
          <p:cNvPr id="4" name="Slide Number">
            <a:extLst>
              <a:ext uri="{FF2B5EF4-FFF2-40B4-BE49-F238E27FC236}">
                <a16:creationId xmlns:a16="http://schemas.microsoft.com/office/drawing/2014/main" id="{1A8FF8D8-772D-CB6E-9ED6-DDF581811F29}"/>
              </a:ext>
            </a:extLst>
          </p:cNvPr>
          <p:cNvSpPr>
            <a:spLocks noGrp="1" noRot="1" noMove="1" noResize="1" noEditPoints="1" noAdjustHandles="1" noChangeArrowheads="1" noChangeShapeType="1"/>
          </p:cNvSpPr>
          <p:nvPr>
            <p:ph type="sldNum" sz="quarter" idx="12"/>
          </p:nvPr>
        </p:nvSpPr>
        <p:spPr>
          <a:xfrm>
            <a:off x="11482598" y="6337472"/>
            <a:ext cx="474937" cy="262175"/>
          </a:xfrm>
          <a:prstGeom prst="rect">
            <a:avLst/>
          </a:prstGeom>
        </p:spPr>
        <p:txBody>
          <a:bodyPr/>
          <a:lstStyle>
            <a:lvl1pPr>
              <a:defRPr sz="1100">
                <a:solidFill>
                  <a:schemeClr val="bg1"/>
                </a:solidFill>
              </a:defRPr>
            </a:lvl1pPr>
          </a:lstStyle>
          <a:p>
            <a:fld id="{7624A5FC-F7B9-3F4D-861F-9DDB8C0A4082}" type="slidenum">
              <a:rPr lang="en-US" smtClean="0"/>
              <a:pPr/>
              <a:t>‹#›</a:t>
            </a:fld>
            <a:endParaRPr lang="en-US"/>
          </a:p>
        </p:txBody>
      </p:sp>
    </p:spTree>
    <p:extLst>
      <p:ext uri="{BB962C8B-B14F-4D97-AF65-F5344CB8AC3E}">
        <p14:creationId xmlns:p14="http://schemas.microsoft.com/office/powerpoint/2010/main" val="4036093031"/>
      </p:ext>
    </p:extLst>
  </p:cSld>
  <p:clrMapOvr>
    <a:masterClrMapping/>
  </p:clrMapOvr>
  <p:extLst>
    <p:ext uri="{DCECCB84-F9BA-43D5-87BE-67443E8EF086}">
      <p15:sldGuideLst xmlns:p15="http://schemas.microsoft.com/office/powerpoint/2012/main">
        <p15:guide id="1" orient="horz" pos="216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ection Topic"/>
          <p:cNvSpPr>
            <a:spLocks noGrp="1"/>
          </p:cNvSpPr>
          <p:nvPr>
            <p:ph type="title"/>
          </p:nvPr>
        </p:nvSpPr>
        <p:spPr>
          <a:xfrm>
            <a:off x="398650" y="400664"/>
            <a:ext cx="5143505" cy="251999"/>
          </a:xfrm>
          <a:prstGeom prst="rect">
            <a:avLst/>
          </a:prstGeom>
        </p:spPr>
        <p:txBody>
          <a:bodyPr vert="horz" lIns="0" tIns="0" rIns="0" bIns="0" rtlCol="0" anchor="t" anchorCtr="0">
            <a:noAutofit/>
          </a:bodyPr>
          <a:lstStyle/>
          <a:p>
            <a:pPr marL="0" lvl="0" indent="0">
              <a:lnSpc>
                <a:spcPct val="100000"/>
              </a:lnSpc>
              <a:spcBef>
                <a:spcPts val="1600"/>
              </a:spcBef>
              <a:spcAft>
                <a:spcPts val="0"/>
              </a:spcAft>
              <a:buFont typeface="Arial" panose="020B0604020202020204" pitchFamily="34" charset="0"/>
              <a:tabLst/>
            </a:pPr>
            <a:r>
              <a:rPr lang="en-US"/>
              <a:t>Click to edit Master title style</a:t>
            </a:r>
          </a:p>
        </p:txBody>
      </p:sp>
      <p:pic>
        <p:nvPicPr>
          <p:cNvPr id="11" name="Unilever Logo" descr="Unilever">
            <a:extLst>
              <a:ext uri="{FF2B5EF4-FFF2-40B4-BE49-F238E27FC236}">
                <a16:creationId xmlns:a16="http://schemas.microsoft.com/office/drawing/2014/main" id="{7EEBF9C9-095E-615C-01D1-7589F54A78A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00541" y="271404"/>
            <a:ext cx="1383723" cy="297345"/>
          </a:xfrm>
          <a:prstGeom prst="rect">
            <a:avLst/>
          </a:prstGeom>
        </p:spPr>
      </p:pic>
      <p:sp>
        <p:nvSpPr>
          <p:cNvPr id="3" name="Body Copy"/>
          <p:cNvSpPr>
            <a:spLocks noGrp="1"/>
          </p:cNvSpPr>
          <p:nvPr>
            <p:ph type="body" idx="1"/>
          </p:nvPr>
        </p:nvSpPr>
        <p:spPr>
          <a:xfrm>
            <a:off x="349137" y="1824581"/>
            <a:ext cx="10549974" cy="4319858"/>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Slide Number">
            <a:extLst>
              <a:ext uri="{FF2B5EF4-FFF2-40B4-BE49-F238E27FC236}">
                <a16:creationId xmlns:a16="http://schemas.microsoft.com/office/drawing/2014/main" id="{D03021F2-68C1-A10E-037D-A8BDD9417A5A}"/>
              </a:ext>
            </a:extLst>
          </p:cNvPr>
          <p:cNvSpPr>
            <a:spLocks noGrp="1" noRot="1" noMove="1" noResize="1" noEditPoints="1" noAdjustHandles="1" noChangeArrowheads="1" noChangeShapeType="1"/>
          </p:cNvSpPr>
          <p:nvPr>
            <p:ph type="sldNum" sz="quarter" idx="4"/>
          </p:nvPr>
        </p:nvSpPr>
        <p:spPr>
          <a:xfrm>
            <a:off x="11237505" y="6343517"/>
            <a:ext cx="718236" cy="256563"/>
          </a:xfrm>
          <a:prstGeom prst="rect">
            <a:avLst/>
          </a:prstGeom>
        </p:spPr>
        <p:txBody>
          <a:bodyPr vert="horz" lIns="91440" tIns="45720" rIns="91440" bIns="45720" rtlCol="0" anchor="b"/>
          <a:lstStyle>
            <a:lvl1pPr algn="r">
              <a:defRPr sz="1050" b="1" i="0">
                <a:solidFill>
                  <a:schemeClr val="tx1"/>
                </a:solidFill>
                <a:latin typeface="Unilever Desire Semi Bold" pitchFamily="2" charset="77"/>
              </a:defRPr>
            </a:lvl1pPr>
          </a:lstStyle>
          <a:p>
            <a:fld id="{AA81C49F-4514-B440-9310-1C2F3B5561BD}" type="slidenum">
              <a:rPr lang="en-GB" smtClean="0"/>
              <a:pPr/>
              <a:t>‹#›</a:t>
            </a:fld>
            <a:endParaRPr lang="en-GB"/>
          </a:p>
        </p:txBody>
      </p:sp>
    </p:spTree>
    <p:extLst>
      <p:ext uri="{BB962C8B-B14F-4D97-AF65-F5344CB8AC3E}">
        <p14:creationId xmlns:p14="http://schemas.microsoft.com/office/powerpoint/2010/main" val="298102645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9" r:id="rId11"/>
    <p:sldLayoutId id="2147483762" r:id="rId12"/>
    <p:sldLayoutId id="2147483758" r:id="rId13"/>
    <p:sldLayoutId id="2147483760" r:id="rId14"/>
    <p:sldLayoutId id="2147483761" r:id="rId15"/>
    <p:sldLayoutId id="2147483757" r:id="rId16"/>
  </p:sldLayoutIdLst>
  <p:hf hdr="0" ftr="0"/>
  <p:txStyles>
    <p:titleStyle>
      <a:lvl1pPr algn="l" defTabSz="914400" rtl="0" eaLnBrk="1" latinLnBrk="0" hangingPunct="1">
        <a:lnSpc>
          <a:spcPct val="90000"/>
        </a:lnSpc>
        <a:spcBef>
          <a:spcPct val="0"/>
        </a:spcBef>
        <a:buNone/>
        <a:defRPr lang="en-US" sz="1150" b="1" i="0" kern="800" spc="0" baseline="0" dirty="0">
          <a:solidFill>
            <a:schemeClr val="tx2"/>
          </a:solidFill>
          <a:latin typeface="Unilever Desire Semi Bold" pitchFamily="2" charset="77"/>
          <a:ea typeface="+mn-ea"/>
          <a:cs typeface="+mn-cs"/>
        </a:defRPr>
      </a:lvl1pPr>
    </p:titleStyle>
    <p:bodyStyle>
      <a:lvl1pPr marL="0" indent="0" algn="l" defTabSz="914400" rtl="0" eaLnBrk="1" latinLnBrk="0" hangingPunct="1">
        <a:lnSpc>
          <a:spcPct val="100000"/>
        </a:lnSpc>
        <a:spcBef>
          <a:spcPts val="1600"/>
        </a:spcBef>
        <a:spcAft>
          <a:spcPts val="0"/>
        </a:spcAft>
        <a:buFont typeface="Arial" panose="020B0604020202020204" pitchFamily="34" charset="0"/>
        <a:buNone/>
        <a:tabLst/>
        <a:defRPr sz="1600" b="0" i="0" kern="1200">
          <a:solidFill>
            <a:schemeClr val="tx1"/>
          </a:solidFill>
          <a:latin typeface="Unilever Desire" pitchFamily="2" charset="77"/>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0" i="0" kern="1200">
          <a:solidFill>
            <a:schemeClr val="tx1"/>
          </a:solidFill>
          <a:latin typeface="Unilever Desire" pitchFamily="2" charset="77"/>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0" i="0" kern="1200">
          <a:solidFill>
            <a:schemeClr val="tx1"/>
          </a:solidFill>
          <a:latin typeface="Unilever Desire" pitchFamily="2" charset="77"/>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0" i="0" kern="1200">
          <a:solidFill>
            <a:schemeClr val="tx1"/>
          </a:solidFill>
          <a:latin typeface="Unilever Desire" pitchFamily="2" charset="77"/>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0" orient="horz" pos="2160" userDrawn="1">
          <p15:clr>
            <a:srgbClr val="F26B43"/>
          </p15:clr>
        </p15:guide>
        <p15:guide id="101" pos="335" userDrawn="1">
          <p15:clr>
            <a:srgbClr val="F26B43"/>
          </p15:clr>
        </p15:guide>
        <p15:guide id="102" pos="334" userDrawn="1">
          <p15:clr>
            <a:srgbClr val="F26B43"/>
          </p15:clr>
        </p15:guide>
        <p15:guide id="103" pos="765" userDrawn="1">
          <p15:clr>
            <a:srgbClr val="F26B43"/>
          </p15:clr>
        </p15:guide>
        <p15:guide id="104" pos="934" userDrawn="1">
          <p15:clr>
            <a:srgbClr val="F26B43"/>
          </p15:clr>
        </p15:guide>
        <p15:guide id="105" pos="1358" userDrawn="1">
          <p15:clr>
            <a:srgbClr val="F26B43"/>
          </p15:clr>
        </p15:guide>
        <p15:guide id="106" pos="1530" userDrawn="1">
          <p15:clr>
            <a:srgbClr val="F26B43"/>
          </p15:clr>
        </p15:guide>
        <p15:guide id="107" pos="1955" userDrawn="1">
          <p15:clr>
            <a:srgbClr val="F26B43"/>
          </p15:clr>
        </p15:guide>
        <p15:guide id="108" pos="2129" userDrawn="1">
          <p15:clr>
            <a:srgbClr val="F26B43"/>
          </p15:clr>
        </p15:guide>
        <p15:guide id="109" pos="2554" userDrawn="1">
          <p15:clr>
            <a:srgbClr val="F26B43"/>
          </p15:clr>
        </p15:guide>
        <p15:guide id="110" pos="2728" userDrawn="1">
          <p15:clr>
            <a:srgbClr val="F26B43"/>
          </p15:clr>
        </p15:guide>
        <p15:guide id="111" pos="3152" userDrawn="1">
          <p15:clr>
            <a:srgbClr val="F26B43"/>
          </p15:clr>
        </p15:guide>
        <p15:guide id="112" pos="3318" userDrawn="1">
          <p15:clr>
            <a:srgbClr val="F26B43"/>
          </p15:clr>
        </p15:guide>
        <p15:guide id="113" pos="3749" userDrawn="1">
          <p15:clr>
            <a:srgbClr val="F26B43"/>
          </p15:clr>
        </p15:guide>
        <p15:guide id="114" pos="3919" userDrawn="1">
          <p15:clr>
            <a:srgbClr val="F26B43"/>
          </p15:clr>
        </p15:guide>
        <p15:guide id="115" pos="4348" userDrawn="1">
          <p15:clr>
            <a:srgbClr val="F26B43"/>
          </p15:clr>
        </p15:guide>
        <p15:guide id="116" pos="4520" userDrawn="1">
          <p15:clr>
            <a:srgbClr val="F26B43"/>
          </p15:clr>
        </p15:guide>
        <p15:guide id="117" pos="4946" userDrawn="1">
          <p15:clr>
            <a:srgbClr val="F26B43"/>
          </p15:clr>
        </p15:guide>
        <p15:guide id="118" pos="5118" userDrawn="1">
          <p15:clr>
            <a:srgbClr val="F26B43"/>
          </p15:clr>
        </p15:guide>
        <p15:guide id="119" pos="5544" userDrawn="1">
          <p15:clr>
            <a:srgbClr val="F26B43"/>
          </p15:clr>
        </p15:guide>
        <p15:guide id="120" pos="5716" userDrawn="1">
          <p15:clr>
            <a:srgbClr val="F26B43"/>
          </p15:clr>
        </p15:guide>
        <p15:guide id="121" pos="6142" userDrawn="1">
          <p15:clr>
            <a:srgbClr val="F26B43"/>
          </p15:clr>
        </p15:guide>
        <p15:guide id="122" pos="6312" userDrawn="1">
          <p15:clr>
            <a:srgbClr val="F26B43"/>
          </p15:clr>
        </p15:guide>
        <p15:guide id="123" pos="6738" userDrawn="1">
          <p15:clr>
            <a:srgbClr val="F26B43"/>
          </p15:clr>
        </p15:guide>
        <p15:guide id="124" pos="6908" userDrawn="1">
          <p15:clr>
            <a:srgbClr val="F26B43"/>
          </p15:clr>
        </p15:guide>
        <p15:guide id="125" pos="7338" userDrawn="1">
          <p15:clr>
            <a:srgbClr val="F26B43"/>
          </p15:clr>
        </p15:guide>
        <p15:guide id="126" pos="7508" userDrawn="1">
          <p15:clr>
            <a:srgbClr val="F26B43"/>
          </p15:clr>
        </p15:guide>
        <p15:guide id="127" orient="horz" pos="336" userDrawn="1">
          <p15:clr>
            <a:srgbClr val="F26B43"/>
          </p15:clr>
        </p15:guide>
        <p15:guide id="128" orient="horz" pos="3984" userDrawn="1">
          <p15:clr>
            <a:srgbClr val="F26B43"/>
          </p15:clr>
        </p15:guide>
        <p15:guide id="129" orient="horz" pos="954" userDrawn="1">
          <p15:clr>
            <a:srgbClr val="F26B43"/>
          </p15:clr>
        </p15:guide>
        <p15:guide id="130" orient="horz" pos="4151" userDrawn="1">
          <p15:clr>
            <a:srgbClr val="F26B43"/>
          </p15:clr>
        </p15:guide>
        <p15:guide id="131" orient="horz" pos="166" userDrawn="1">
          <p15:clr>
            <a:srgbClr val="F26B43"/>
          </p15:clr>
        </p15:guide>
        <p15:guide id="132" pos="16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forms.office.com/e/1ArU4Y8Wim"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C657A0F-7E5E-D6E0-1991-BF7BD3727401}"/>
              </a:ext>
            </a:extLst>
          </p:cNvPr>
          <p:cNvSpPr>
            <a:spLocks noGrp="1"/>
          </p:cNvSpPr>
          <p:nvPr>
            <p:ph type="ctrTitle"/>
          </p:nvPr>
        </p:nvSpPr>
        <p:spPr>
          <a:xfrm>
            <a:off x="4815122" y="2590160"/>
            <a:ext cx="6331444" cy="527614"/>
          </a:xfrm>
        </p:spPr>
        <p:txBody>
          <a:bodyPr>
            <a:normAutofit/>
          </a:bodyPr>
          <a:lstStyle/>
          <a:p>
            <a:r>
              <a:rPr lang="en-US"/>
              <a:t>Creative Taxonomy Creation</a:t>
            </a:r>
          </a:p>
        </p:txBody>
      </p:sp>
      <p:sp>
        <p:nvSpPr>
          <p:cNvPr id="18" name="Date">
            <a:extLst>
              <a:ext uri="{FF2B5EF4-FFF2-40B4-BE49-F238E27FC236}">
                <a16:creationId xmlns:a16="http://schemas.microsoft.com/office/drawing/2014/main" id="{15D81B0E-C118-5051-359E-A896A02ECA48}"/>
              </a:ext>
            </a:extLst>
          </p:cNvPr>
          <p:cNvSpPr>
            <a:spLocks noGrp="1"/>
          </p:cNvSpPr>
          <p:nvPr>
            <p:ph type="body" sz="half" idx="14"/>
          </p:nvPr>
        </p:nvSpPr>
        <p:spPr>
          <a:xfrm>
            <a:off x="4818447" y="3272731"/>
            <a:ext cx="2522918" cy="405711"/>
          </a:xfrm>
        </p:spPr>
        <p:txBody>
          <a:bodyPr/>
          <a:lstStyle/>
          <a:p>
            <a:r>
              <a:rPr lang="en-GB"/>
              <a:t>02 January 2026</a:t>
            </a:r>
          </a:p>
        </p:txBody>
      </p:sp>
    </p:spTree>
    <p:extLst>
      <p:ext uri="{BB962C8B-B14F-4D97-AF65-F5344CB8AC3E}">
        <p14:creationId xmlns:p14="http://schemas.microsoft.com/office/powerpoint/2010/main" val="1128474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4D1B105-F6FE-6C7A-325E-D3E10E22BFB5}"/>
              </a:ext>
            </a:extLst>
          </p:cNvPr>
          <p:cNvSpPr>
            <a:spLocks noGrp="1"/>
          </p:cNvSpPr>
          <p:nvPr>
            <p:ph type="ctrTitle"/>
          </p:nvPr>
        </p:nvSpPr>
        <p:spPr>
          <a:xfrm>
            <a:off x="528638" y="1863725"/>
            <a:ext cx="8639175" cy="2185988"/>
          </a:xfrm>
        </p:spPr>
        <p:txBody>
          <a:bodyPr/>
          <a:lstStyle/>
          <a:p>
            <a:r>
              <a:rPr lang="en-GB"/>
              <a:t>Creative Taxonomy Creation</a:t>
            </a:r>
          </a:p>
        </p:txBody>
      </p:sp>
      <p:sp>
        <p:nvSpPr>
          <p:cNvPr id="3" name="Subtitle">
            <a:extLst>
              <a:ext uri="{FF2B5EF4-FFF2-40B4-BE49-F238E27FC236}">
                <a16:creationId xmlns:a16="http://schemas.microsoft.com/office/drawing/2014/main" id="{6BC27408-6509-6160-9B59-68059060BE66}"/>
              </a:ext>
            </a:extLst>
          </p:cNvPr>
          <p:cNvSpPr>
            <a:spLocks noGrp="1"/>
          </p:cNvSpPr>
          <p:nvPr>
            <p:ph type="subTitle" idx="1"/>
          </p:nvPr>
        </p:nvSpPr>
        <p:spPr>
          <a:xfrm>
            <a:off x="529200" y="4134319"/>
            <a:ext cx="5681663" cy="460229"/>
          </a:xfrm>
        </p:spPr>
        <p:txBody>
          <a:bodyPr/>
          <a:lstStyle/>
          <a:p>
            <a:r>
              <a:rPr lang="en-GB"/>
              <a:t>Walkthrough to your asset taxonomy</a:t>
            </a:r>
          </a:p>
        </p:txBody>
      </p:sp>
      <p:sp>
        <p:nvSpPr>
          <p:cNvPr id="19" name="Date">
            <a:extLst>
              <a:ext uri="{FF2B5EF4-FFF2-40B4-BE49-F238E27FC236}">
                <a16:creationId xmlns:a16="http://schemas.microsoft.com/office/drawing/2014/main" id="{C8D3445E-571D-F7B5-2454-4812591DBECD}"/>
              </a:ext>
            </a:extLst>
          </p:cNvPr>
          <p:cNvSpPr>
            <a:spLocks noGrp="1"/>
          </p:cNvSpPr>
          <p:nvPr>
            <p:ph type="body" sz="half" idx="14"/>
          </p:nvPr>
        </p:nvSpPr>
        <p:spPr>
          <a:xfrm>
            <a:off x="529201" y="4654120"/>
            <a:ext cx="2522918" cy="405711"/>
          </a:xfrm>
        </p:spPr>
        <p:txBody>
          <a:bodyPr/>
          <a:lstStyle/>
          <a:p>
            <a:r>
              <a:rPr lang="en-GB"/>
              <a:t>02 January 2026</a:t>
            </a:r>
          </a:p>
        </p:txBody>
      </p:sp>
    </p:spTree>
    <p:extLst>
      <p:ext uri="{BB962C8B-B14F-4D97-AF65-F5344CB8AC3E}">
        <p14:creationId xmlns:p14="http://schemas.microsoft.com/office/powerpoint/2010/main" val="3685655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CB4D7-3997-BD26-5546-A81D98B6CD3C}"/>
            </a:ext>
          </a:extLst>
        </p:cNvPr>
        <p:cNvGrpSpPr/>
        <p:nvPr/>
      </p:nvGrpSpPr>
      <p:grpSpPr>
        <a:xfrm>
          <a:off x="0" y="0"/>
          <a:ext cx="0" cy="0"/>
          <a:chOff x="0" y="0"/>
          <a:chExt cx="0" cy="0"/>
        </a:xfrm>
      </p:grpSpPr>
      <p:sp>
        <p:nvSpPr>
          <p:cNvPr id="4" name="Headline">
            <a:extLst>
              <a:ext uri="{FF2B5EF4-FFF2-40B4-BE49-F238E27FC236}">
                <a16:creationId xmlns:a16="http://schemas.microsoft.com/office/drawing/2014/main" id="{76DFD5CC-B842-EFD2-E012-AF4EABBEF55F}"/>
              </a:ext>
            </a:extLst>
          </p:cNvPr>
          <p:cNvSpPr txBox="1">
            <a:spLocks noGrp="1"/>
          </p:cNvSpPr>
          <p:nvPr>
            <p:ph type="title" idx="4294967295"/>
          </p:nvPr>
        </p:nvSpPr>
        <p:spPr>
          <a:xfrm>
            <a:off x="421454" y="1106424"/>
            <a:ext cx="10253891" cy="5231048"/>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b="0" i="0" kern="1200">
                <a:solidFill>
                  <a:schemeClr val="tx1"/>
                </a:solidFill>
                <a:latin typeface="Visby CF Medium" pitchFamily="2" charset="77"/>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GB" sz="7500">
                <a:solidFill>
                  <a:schemeClr val="bg1"/>
                </a:solidFill>
                <a:latin typeface="Unilever Desire" pitchFamily="2" charset="77"/>
              </a:rPr>
              <a:t>Better measurement processes starts with high data quality</a:t>
            </a:r>
            <a:endParaRPr kumimoji="0" lang="en-GB" sz="7500" b="0" i="0" u="none" strike="noStrike" kern="1200" cap="none" spc="0" normalizeH="0" baseline="0" noProof="0">
              <a:ln>
                <a:noFill/>
              </a:ln>
              <a:solidFill>
                <a:schemeClr val="bg1"/>
              </a:solidFill>
              <a:effectLst/>
              <a:uLnTx/>
              <a:uFillTx/>
              <a:latin typeface="Unilever Desire" pitchFamily="2" charset="77"/>
              <a:ea typeface="+mj-ea"/>
              <a:cs typeface="+mj-cs"/>
            </a:endParaRPr>
          </a:p>
        </p:txBody>
      </p:sp>
      <p:sp>
        <p:nvSpPr>
          <p:cNvPr id="8" name="Section Topic">
            <a:extLst>
              <a:ext uri="{FF2B5EF4-FFF2-40B4-BE49-F238E27FC236}">
                <a16:creationId xmlns:a16="http://schemas.microsoft.com/office/drawing/2014/main" id="{6768C1A9-B980-0BE3-3F45-5B5EB92BA0FF}"/>
              </a:ext>
            </a:extLst>
          </p:cNvPr>
          <p:cNvSpPr>
            <a:spLocks/>
          </p:cNvSpPr>
          <p:nvPr/>
        </p:nvSpPr>
        <p:spPr>
          <a:xfrm>
            <a:off x="398650" y="400664"/>
            <a:ext cx="5143505" cy="25199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0">
              <a:lnSpc>
                <a:spcPct val="90000"/>
              </a:lnSpc>
              <a:spcBef>
                <a:spcPct val="0"/>
              </a:spcBef>
              <a:spcAft>
                <a:spcPts val="0"/>
              </a:spcAft>
              <a:buClrTx/>
              <a:buSzTx/>
              <a:buFontTx/>
              <a:buNone/>
              <a:tabLst/>
              <a:defRPr/>
            </a:pPr>
            <a:r>
              <a:rPr kumimoji="0" lang="en-GB" sz="1150" b="1" i="0" u="none" strike="noStrike" kern="800" cap="none" spc="0" normalizeH="0" baseline="0" noProof="0">
                <a:ln>
                  <a:noFill/>
                </a:ln>
                <a:solidFill>
                  <a:schemeClr val="bg1"/>
                </a:solidFill>
                <a:effectLst/>
                <a:uLnTx/>
                <a:uFillTx/>
                <a:latin typeface="Unilever Desire Semi Bold" pitchFamily="2" charset="77"/>
                <a:ea typeface="+mn-ea"/>
                <a:cs typeface="+mn-cs"/>
              </a:rPr>
              <a:t>SECTION ▸ BIG STATEMENT</a:t>
            </a:r>
          </a:p>
        </p:txBody>
      </p:sp>
      <p:sp>
        <p:nvSpPr>
          <p:cNvPr id="7" name="Slide Number">
            <a:extLst>
              <a:ext uri="{FF2B5EF4-FFF2-40B4-BE49-F238E27FC236}">
                <a16:creationId xmlns:a16="http://schemas.microsoft.com/office/drawing/2014/main" id="{64FAB24E-2AC5-0E84-4C3A-964703260C06}"/>
              </a:ext>
            </a:extLst>
          </p:cNvPr>
          <p:cNvSpPr>
            <a:spLocks noGrp="1"/>
          </p:cNvSpPr>
          <p:nvPr>
            <p:ph type="sldNum" sz="quarter" idx="12"/>
          </p:nvPr>
        </p:nvSpPr>
        <p:spPr>
          <a:xfrm>
            <a:off x="11482598" y="6337472"/>
            <a:ext cx="474937" cy="262175"/>
          </a:xfrm>
        </p:spPr>
        <p:txBody>
          <a:bodyPr/>
          <a:lstStyle/>
          <a:p>
            <a:fld id="{7624A5FC-F7B9-3F4D-861F-9DDB8C0A4082}" type="slidenum">
              <a:rPr lang="en-US" smtClean="0"/>
              <a:pPr/>
              <a:t>3</a:t>
            </a:fld>
            <a:endParaRPr lang="en-US"/>
          </a:p>
        </p:txBody>
      </p:sp>
    </p:spTree>
    <p:extLst>
      <p:ext uri="{BB962C8B-B14F-4D97-AF65-F5344CB8AC3E}">
        <p14:creationId xmlns:p14="http://schemas.microsoft.com/office/powerpoint/2010/main" val="1170124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240190-3B49-5919-3319-72C51C6B24A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ACDA1A95-4A5B-F5CB-4B74-64AC422607C4}"/>
              </a:ext>
            </a:extLst>
          </p:cNvPr>
          <p:cNvSpPr>
            <a:spLocks noGrp="1"/>
          </p:cNvSpPr>
          <p:nvPr>
            <p:ph type="sldNum" sz="quarter" idx="12"/>
          </p:nvPr>
        </p:nvSpPr>
        <p:spPr/>
        <p:txBody>
          <a:bodyPr/>
          <a:lstStyle/>
          <a:p>
            <a:fld id="{7624A5FC-F7B9-3F4D-861F-9DDB8C0A4082}" type="slidenum">
              <a:rPr lang="en-US" smtClean="0"/>
              <a:pPr/>
              <a:t>4</a:t>
            </a:fld>
            <a:endParaRPr lang="en-US"/>
          </a:p>
        </p:txBody>
      </p:sp>
      <p:sp>
        <p:nvSpPr>
          <p:cNvPr id="5" name="Headline">
            <a:extLst>
              <a:ext uri="{FF2B5EF4-FFF2-40B4-BE49-F238E27FC236}">
                <a16:creationId xmlns:a16="http://schemas.microsoft.com/office/drawing/2014/main" id="{BB1E5DC0-1623-2D6A-E348-8F6094D30538}"/>
              </a:ext>
            </a:extLst>
          </p:cNvPr>
          <p:cNvSpPr txBox="1">
            <a:spLocks/>
          </p:cNvSpPr>
          <p:nvPr/>
        </p:nvSpPr>
        <p:spPr>
          <a:xfrm>
            <a:off x="398650" y="879543"/>
            <a:ext cx="7069156" cy="1492179"/>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lang="en-US" sz="4400" b="0" i="0" kern="1200" spc="0" baseline="0">
                <a:solidFill>
                  <a:schemeClr val="tx1"/>
                </a:solidFill>
                <a:latin typeface="Visby CF Medium" pitchFamily="2" charset="77"/>
                <a:ea typeface="+mj-ea"/>
                <a:cs typeface="+mj-cs"/>
              </a:defRPr>
            </a:lvl1pPr>
          </a:lstStyle>
          <a:p>
            <a:pPr>
              <a:lnSpc>
                <a:spcPct val="80000"/>
              </a:lnSpc>
              <a:defRPr/>
            </a:pPr>
            <a:r>
              <a:rPr lang="en-GB">
                <a:latin typeface="Unilever Desire" pitchFamily="2" charset="77"/>
              </a:rPr>
              <a:t>A structured creative taxonomy allows us to:</a:t>
            </a:r>
          </a:p>
        </p:txBody>
      </p:sp>
      <p:cxnSp>
        <p:nvCxnSpPr>
          <p:cNvPr id="6" name="Line">
            <a:extLst>
              <a:ext uri="{FF2B5EF4-FFF2-40B4-BE49-F238E27FC236}">
                <a16:creationId xmlns:a16="http://schemas.microsoft.com/office/drawing/2014/main" id="{17D1C7C5-BA77-95A8-8FE6-10D36493C0F8}"/>
              </a:ext>
              <a:ext uri="{C183D7F6-B498-43B3-948B-1728B52AA6E4}">
                <adec:decorative xmlns:adec="http://schemas.microsoft.com/office/drawing/2017/decorative" val="1"/>
              </a:ext>
            </a:extLst>
          </p:cNvPr>
          <p:cNvCxnSpPr>
            <a:cxnSpLocks/>
          </p:cNvCxnSpPr>
          <p:nvPr/>
        </p:nvCxnSpPr>
        <p:spPr>
          <a:xfrm>
            <a:off x="858493" y="3095741"/>
            <a:ext cx="0" cy="1983036"/>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8" name="Headline">
            <a:extLst>
              <a:ext uri="{FF2B5EF4-FFF2-40B4-BE49-F238E27FC236}">
                <a16:creationId xmlns:a16="http://schemas.microsoft.com/office/drawing/2014/main" id="{39D3346D-3675-9CB0-A638-503C96122268}"/>
              </a:ext>
            </a:extLst>
          </p:cNvPr>
          <p:cNvSpPr txBox="1">
            <a:spLocks/>
          </p:cNvSpPr>
          <p:nvPr/>
        </p:nvSpPr>
        <p:spPr>
          <a:xfrm>
            <a:off x="1067020" y="2891352"/>
            <a:ext cx="3012103" cy="135352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3400">
                <a:solidFill>
                  <a:schemeClr val="tx1"/>
                </a:solidFill>
                <a:latin typeface="Unilever Desire Semi Bold" pitchFamily="2" charset="77"/>
                <a:ea typeface="+mj-ea"/>
                <a:cs typeface="+mj-cs"/>
              </a:rPr>
              <a:t>Enhance classification</a:t>
            </a:r>
          </a:p>
        </p:txBody>
      </p:sp>
      <p:sp>
        <p:nvSpPr>
          <p:cNvPr id="9" name="Body copy">
            <a:extLst>
              <a:ext uri="{FF2B5EF4-FFF2-40B4-BE49-F238E27FC236}">
                <a16:creationId xmlns:a16="http://schemas.microsoft.com/office/drawing/2014/main" id="{F32060D9-8321-2149-0DCE-14885191E89A}"/>
              </a:ext>
            </a:extLst>
          </p:cNvPr>
          <p:cNvSpPr txBox="1">
            <a:spLocks/>
          </p:cNvSpPr>
          <p:nvPr/>
        </p:nvSpPr>
        <p:spPr>
          <a:xfrm>
            <a:off x="1075112" y="4244881"/>
            <a:ext cx="3160580" cy="153951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dirty="0">
                <a:latin typeface="Unilever Desire" pitchFamily="2" charset="77"/>
              </a:rPr>
              <a:t>Better organize and classify your created assets with all necessary granularity, simplifying setup routines.</a:t>
            </a:r>
          </a:p>
        </p:txBody>
      </p:sp>
      <p:cxnSp>
        <p:nvCxnSpPr>
          <p:cNvPr id="10" name="Line">
            <a:extLst>
              <a:ext uri="{FF2B5EF4-FFF2-40B4-BE49-F238E27FC236}">
                <a16:creationId xmlns:a16="http://schemas.microsoft.com/office/drawing/2014/main" id="{8CD3A7EF-89DC-5B32-D393-8FDBF5545A60}"/>
              </a:ext>
              <a:ext uri="{C183D7F6-B498-43B3-948B-1728B52AA6E4}">
                <adec:decorative xmlns:adec="http://schemas.microsoft.com/office/drawing/2017/decorative" val="1"/>
              </a:ext>
            </a:extLst>
          </p:cNvPr>
          <p:cNvCxnSpPr>
            <a:cxnSpLocks/>
          </p:cNvCxnSpPr>
          <p:nvPr/>
        </p:nvCxnSpPr>
        <p:spPr>
          <a:xfrm>
            <a:off x="4446048" y="3095741"/>
            <a:ext cx="0" cy="1983036"/>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2" name="Headline">
            <a:extLst>
              <a:ext uri="{FF2B5EF4-FFF2-40B4-BE49-F238E27FC236}">
                <a16:creationId xmlns:a16="http://schemas.microsoft.com/office/drawing/2014/main" id="{04D40064-D46D-1D3C-5B3A-DBF7E8D53EC0}"/>
              </a:ext>
            </a:extLst>
          </p:cNvPr>
          <p:cNvSpPr txBox="1">
            <a:spLocks/>
          </p:cNvSpPr>
          <p:nvPr/>
        </p:nvSpPr>
        <p:spPr>
          <a:xfrm>
            <a:off x="4670449" y="2891352"/>
            <a:ext cx="3012103" cy="135352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3400" dirty="0">
                <a:solidFill>
                  <a:schemeClr val="tx1"/>
                </a:solidFill>
                <a:latin typeface="Unilever Desire Semi Bold" pitchFamily="2" charset="77"/>
                <a:ea typeface="+mj-ea"/>
                <a:cs typeface="+mj-cs"/>
              </a:rPr>
              <a:t>Unified Connectivity</a:t>
            </a:r>
          </a:p>
        </p:txBody>
      </p:sp>
      <p:sp>
        <p:nvSpPr>
          <p:cNvPr id="13" name="Body copy">
            <a:extLst>
              <a:ext uri="{FF2B5EF4-FFF2-40B4-BE49-F238E27FC236}">
                <a16:creationId xmlns:a16="http://schemas.microsoft.com/office/drawing/2014/main" id="{1436385F-058F-D7B9-90C0-216FB3E2A3A0}"/>
              </a:ext>
            </a:extLst>
          </p:cNvPr>
          <p:cNvSpPr txBox="1">
            <a:spLocks/>
          </p:cNvSpPr>
          <p:nvPr/>
        </p:nvSpPr>
        <p:spPr>
          <a:xfrm>
            <a:off x="4678541" y="4244881"/>
            <a:ext cx="3160580" cy="1539519"/>
          </a:xfrm>
          <a:prstGeom prst="rect">
            <a:avLst/>
          </a:prstGeom>
        </p:spPr>
        <p:txBody>
          <a:bodyPr/>
          <a:lstStyle>
            <a:defPPr>
              <a:defRPr lang="en-US"/>
            </a:defPPr>
            <a:lvl1pPr indent="0" defTabSz="914400" hangingPunct="0">
              <a:lnSpc>
                <a:spcPct val="110000"/>
              </a:lnSpc>
              <a:spcBef>
                <a:spcPts val="0"/>
              </a:spcBef>
              <a:spcAft>
                <a:spcPts val="800"/>
              </a:spcAft>
              <a:buFont typeface="Arial" panose="020B0604020202020204" pitchFamily="34" charset="0"/>
              <a:buNone/>
              <a:tabLst/>
              <a:defRPr sz="1300" b="0" i="0">
                <a:solidFill>
                  <a:schemeClr val="tx2"/>
                </a:solidFill>
                <a:latin typeface="Unilever Desire" pitchFamily="2" charset="77"/>
              </a:defRPr>
            </a:lvl1pPr>
            <a:lvl2pPr marL="0" indent="0" defTabSz="914400" latinLnBrk="1">
              <a:lnSpc>
                <a:spcPct val="100000"/>
              </a:lnSpc>
              <a:spcBef>
                <a:spcPts val="1600"/>
              </a:spcBef>
              <a:spcAft>
                <a:spcPts val="0"/>
              </a:spcAft>
              <a:buFont typeface="Arial" panose="020B0604020202020204" pitchFamily="34" charset="0"/>
              <a:buNone/>
              <a:tabLst/>
              <a:defRPr sz="1400" b="1" i="0">
                <a:solidFill>
                  <a:schemeClr val="tx2"/>
                </a:solidFill>
              </a:defRPr>
            </a:lvl2pPr>
            <a:lvl3pPr marL="360000" indent="-108000" defTabSz="914400" latinLnBrk="1">
              <a:lnSpc>
                <a:spcPct val="100000"/>
              </a:lnSpc>
              <a:spcBef>
                <a:spcPts val="1600"/>
              </a:spcBef>
              <a:spcAft>
                <a:spcPts val="0"/>
              </a:spcAft>
              <a:buFont typeface="Arial" panose="020B0604020202020204" pitchFamily="34" charset="0"/>
              <a:buChar char="•"/>
              <a:tabLst/>
              <a:defRPr sz="1400" b="1" i="0">
                <a:solidFill>
                  <a:schemeClr val="tx2"/>
                </a:solidFill>
              </a:defRPr>
            </a:lvl3pPr>
            <a:lvl4pPr marL="504000" indent="-108000" defTabSz="914400" latinLnBrk="1">
              <a:lnSpc>
                <a:spcPct val="100000"/>
              </a:lnSpc>
              <a:spcBef>
                <a:spcPts val="1600"/>
              </a:spcBef>
              <a:spcAft>
                <a:spcPts val="0"/>
              </a:spcAft>
              <a:buFont typeface="System Font Regular"/>
              <a:buChar char="–"/>
              <a:tabLst/>
              <a:defRPr sz="1400" b="1" i="0">
                <a:solidFill>
                  <a:schemeClr val="tx2"/>
                </a:solidFill>
              </a:defRPr>
            </a:lvl4pPr>
            <a:lvl5pPr marL="2000250" indent="-171450" defTabSz="914400">
              <a:lnSpc>
                <a:spcPct val="90000"/>
              </a:lnSpc>
              <a:spcBef>
                <a:spcPts val="500"/>
              </a:spcBef>
              <a:buFont typeface="Arial" panose="020B0604020202020204" pitchFamily="34" charset="0"/>
              <a:buChar char="•"/>
              <a:defRPr sz="1200" b="0" i="0">
                <a:latin typeface="Visby CF Medium" pitchFamily="2" charset="77"/>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dirty="0"/>
              <a:t>Standardizing taxonomy ensures end-to-end asset tracking, allowing seamless data integration across stages.</a:t>
            </a:r>
            <a:endParaRPr lang="en-GB" dirty="0"/>
          </a:p>
        </p:txBody>
      </p:sp>
      <p:cxnSp>
        <p:nvCxnSpPr>
          <p:cNvPr id="14" name="Line">
            <a:extLst>
              <a:ext uri="{FF2B5EF4-FFF2-40B4-BE49-F238E27FC236}">
                <a16:creationId xmlns:a16="http://schemas.microsoft.com/office/drawing/2014/main" id="{A546F7A3-838E-F248-0FB4-07681D067547}"/>
              </a:ext>
              <a:ext uri="{C183D7F6-B498-43B3-948B-1728B52AA6E4}">
                <adec:decorative xmlns:adec="http://schemas.microsoft.com/office/drawing/2017/decorative" val="1"/>
              </a:ext>
            </a:extLst>
          </p:cNvPr>
          <p:cNvCxnSpPr>
            <a:cxnSpLocks/>
          </p:cNvCxnSpPr>
          <p:nvPr/>
        </p:nvCxnSpPr>
        <p:spPr>
          <a:xfrm>
            <a:off x="8013704" y="3095741"/>
            <a:ext cx="0" cy="1983036"/>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6" name="Headline">
            <a:extLst>
              <a:ext uri="{FF2B5EF4-FFF2-40B4-BE49-F238E27FC236}">
                <a16:creationId xmlns:a16="http://schemas.microsoft.com/office/drawing/2014/main" id="{111F4A13-9765-3FDD-DAF0-6C8DAB7EA470}"/>
              </a:ext>
            </a:extLst>
          </p:cNvPr>
          <p:cNvSpPr txBox="1">
            <a:spLocks/>
          </p:cNvSpPr>
          <p:nvPr/>
        </p:nvSpPr>
        <p:spPr>
          <a:xfrm>
            <a:off x="8206047" y="2891352"/>
            <a:ext cx="3012103" cy="135352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3400">
                <a:solidFill>
                  <a:schemeClr val="tx1"/>
                </a:solidFill>
                <a:latin typeface="Unilever Desire Semi Bold" pitchFamily="2" charset="77"/>
                <a:ea typeface="+mj-ea"/>
                <a:cs typeface="+mj-cs"/>
              </a:rPr>
              <a:t>Universal reporting</a:t>
            </a:r>
          </a:p>
        </p:txBody>
      </p:sp>
      <p:sp>
        <p:nvSpPr>
          <p:cNvPr id="17" name="Body copy">
            <a:extLst>
              <a:ext uri="{FF2B5EF4-FFF2-40B4-BE49-F238E27FC236}">
                <a16:creationId xmlns:a16="http://schemas.microsoft.com/office/drawing/2014/main" id="{12F0D8D3-19C0-4086-0657-1022F93E3F55}"/>
              </a:ext>
            </a:extLst>
          </p:cNvPr>
          <p:cNvSpPr txBox="1">
            <a:spLocks/>
          </p:cNvSpPr>
          <p:nvPr/>
        </p:nvSpPr>
        <p:spPr>
          <a:xfrm>
            <a:off x="8214139" y="4244881"/>
            <a:ext cx="3160580" cy="153951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a:latin typeface="Unilever Desire" pitchFamily="2" charset="77"/>
              </a:rPr>
              <a:t>Standardization leads to homogenized deliveries across campaigns, opening multiple analysis opportunities. </a:t>
            </a:r>
          </a:p>
        </p:txBody>
      </p:sp>
    </p:spTree>
    <p:extLst>
      <p:ext uri="{BB962C8B-B14F-4D97-AF65-F5344CB8AC3E}">
        <p14:creationId xmlns:p14="http://schemas.microsoft.com/office/powerpoint/2010/main" val="88259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2C728-CBF8-53A5-16F5-709A0B2E08C9}"/>
            </a:ext>
          </a:extLst>
        </p:cNvPr>
        <p:cNvGrpSpPr/>
        <p:nvPr/>
      </p:nvGrpSpPr>
      <p:grpSpPr>
        <a:xfrm>
          <a:off x="0" y="0"/>
          <a:ext cx="0" cy="0"/>
          <a:chOff x="0" y="0"/>
          <a:chExt cx="0" cy="0"/>
        </a:xfrm>
      </p:grpSpPr>
      <p:sp>
        <p:nvSpPr>
          <p:cNvPr id="12" name="Title">
            <a:extLst>
              <a:ext uri="{FF2B5EF4-FFF2-40B4-BE49-F238E27FC236}">
                <a16:creationId xmlns:a16="http://schemas.microsoft.com/office/drawing/2014/main" id="{57225AEF-1C62-B414-B740-AF8623518674}"/>
              </a:ext>
            </a:extLst>
          </p:cNvPr>
          <p:cNvSpPr>
            <a:spLocks noGrp="1"/>
          </p:cNvSpPr>
          <p:nvPr>
            <p:ph type="title" idx="4294967295"/>
          </p:nvPr>
        </p:nvSpPr>
        <p:spPr>
          <a:xfrm>
            <a:off x="373063" y="1014413"/>
            <a:ext cx="10231437" cy="8143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0">
              <a:lnSpc>
                <a:spcPct val="100000"/>
              </a:lnSpc>
              <a:spcBef>
                <a:spcPts val="1600"/>
              </a:spcBef>
              <a:spcAft>
                <a:spcPts val="0"/>
              </a:spcAft>
              <a:buClrTx/>
              <a:buSzTx/>
              <a:buFont typeface="Arial" panose="020B0604020202020204" pitchFamily="34" charset="0"/>
              <a:buNone/>
              <a:tabLst/>
              <a:defRPr/>
            </a:pPr>
            <a:r>
              <a:rPr kumimoji="0" lang="en-GB" sz="4400" b="1" i="0" u="none" strike="noStrike" kern="800" cap="none" spc="0" normalizeH="0" baseline="0" noProof="0">
                <a:ln>
                  <a:noFill/>
                </a:ln>
                <a:solidFill>
                  <a:schemeClr val="tx2"/>
                </a:solidFill>
                <a:effectLst/>
                <a:uLnTx/>
                <a:uFillTx/>
                <a:latin typeface="Unilever Desire Semi Bold" pitchFamily="2" charset="77"/>
                <a:ea typeface="+mn-ea"/>
                <a:cs typeface="+mn-cs"/>
              </a:rPr>
              <a:t>Step by step creation</a:t>
            </a:r>
          </a:p>
        </p:txBody>
      </p:sp>
      <p:sp>
        <p:nvSpPr>
          <p:cNvPr id="11" name="Section Topic">
            <a:extLst>
              <a:ext uri="{FF2B5EF4-FFF2-40B4-BE49-F238E27FC236}">
                <a16:creationId xmlns:a16="http://schemas.microsoft.com/office/drawing/2014/main" id="{87212F90-43E3-8025-09E3-78ED07D64730}"/>
              </a:ext>
            </a:extLst>
          </p:cNvPr>
          <p:cNvSpPr>
            <a:spLocks/>
          </p:cNvSpPr>
          <p:nvPr/>
        </p:nvSpPr>
        <p:spPr>
          <a:xfrm>
            <a:off x="398650" y="400664"/>
            <a:ext cx="5143505" cy="25199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0">
              <a:lnSpc>
                <a:spcPct val="90000"/>
              </a:lnSpc>
              <a:spcBef>
                <a:spcPct val="0"/>
              </a:spcBef>
              <a:spcAft>
                <a:spcPts val="0"/>
              </a:spcAft>
              <a:buClrTx/>
              <a:buSzTx/>
              <a:buFontTx/>
              <a:buNone/>
              <a:tabLst/>
              <a:defRPr/>
            </a:pPr>
            <a:r>
              <a:rPr kumimoji="0" lang="en-GB" sz="1150" b="1" i="0" u="none" strike="noStrike" kern="800" cap="none" spc="0" normalizeH="0" baseline="0" noProof="0">
                <a:ln>
                  <a:noFill/>
                </a:ln>
                <a:solidFill>
                  <a:schemeClr val="tx2"/>
                </a:solidFill>
                <a:effectLst/>
                <a:uLnTx/>
                <a:uFillTx/>
                <a:latin typeface="Unilever Desire Semi Bold" pitchFamily="2" charset="77"/>
                <a:ea typeface="+mn-ea"/>
                <a:cs typeface="+mn-cs"/>
              </a:rPr>
              <a:t>SECTION ▸ TITLE ONLY</a:t>
            </a:r>
          </a:p>
        </p:txBody>
      </p:sp>
      <p:sp>
        <p:nvSpPr>
          <p:cNvPr id="4" name="Slide Number">
            <a:extLst>
              <a:ext uri="{FF2B5EF4-FFF2-40B4-BE49-F238E27FC236}">
                <a16:creationId xmlns:a16="http://schemas.microsoft.com/office/drawing/2014/main" id="{2E2CC143-B99B-246D-BF0B-8B411B19E0D8}"/>
              </a:ext>
            </a:extLst>
          </p:cNvPr>
          <p:cNvSpPr>
            <a:spLocks noGrp="1"/>
          </p:cNvSpPr>
          <p:nvPr>
            <p:ph type="sldNum" sz="quarter" idx="16"/>
          </p:nvPr>
        </p:nvSpPr>
        <p:spPr>
          <a:xfrm>
            <a:off x="11237505" y="6343517"/>
            <a:ext cx="718236" cy="256563"/>
          </a:xfrm>
        </p:spPr>
        <p:txBody>
          <a:bodyPr/>
          <a:lstStyle/>
          <a:p>
            <a:fld id="{AA81C49F-4514-B440-9310-1C2F3B5561BD}" type="slidenum">
              <a:rPr lang="en-GB" smtClean="0"/>
              <a:pPr/>
              <a:t>5</a:t>
            </a:fld>
            <a:endParaRPr lang="en-GB"/>
          </a:p>
        </p:txBody>
      </p:sp>
      <p:cxnSp>
        <p:nvCxnSpPr>
          <p:cNvPr id="17" name="Line">
            <a:extLst>
              <a:ext uri="{FF2B5EF4-FFF2-40B4-BE49-F238E27FC236}">
                <a16:creationId xmlns:a16="http://schemas.microsoft.com/office/drawing/2014/main" id="{C2E93CAC-1E13-D4F4-030E-D0BA59A7E476}"/>
              </a:ext>
              <a:ext uri="{C183D7F6-B498-43B3-948B-1728B52AA6E4}">
                <adec:decorative xmlns:adec="http://schemas.microsoft.com/office/drawing/2017/decorative" val="1"/>
              </a:ext>
            </a:extLst>
          </p:cNvPr>
          <p:cNvCxnSpPr>
            <a:cxnSpLocks/>
          </p:cNvCxnSpPr>
          <p:nvPr/>
        </p:nvCxnSpPr>
        <p:spPr>
          <a:xfrm>
            <a:off x="586901" y="2025467"/>
            <a:ext cx="0" cy="4164046"/>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8" name="1">
            <a:extLst>
              <a:ext uri="{FF2B5EF4-FFF2-40B4-BE49-F238E27FC236}">
                <a16:creationId xmlns:a16="http://schemas.microsoft.com/office/drawing/2014/main" id="{B2220F04-FDE9-F85A-B08C-D516338DB7E9}"/>
              </a:ext>
            </a:extLst>
          </p:cNvPr>
          <p:cNvSpPr txBox="1"/>
          <p:nvPr/>
        </p:nvSpPr>
        <p:spPr>
          <a:xfrm>
            <a:off x="835890" y="2321004"/>
            <a:ext cx="592742" cy="1107996"/>
          </a:xfrm>
          <a:prstGeom prst="rect">
            <a:avLst/>
          </a:prstGeom>
          <a:noFill/>
        </p:spPr>
        <p:txBody>
          <a:bodyPr wrap="square" anchor="b">
            <a:spAutoFit/>
          </a:bodyPr>
          <a:lstStyle/>
          <a:p>
            <a:r>
              <a:rPr lang="en-US" sz="6600" b="1">
                <a:solidFill>
                  <a:schemeClr val="tx1"/>
                </a:solidFill>
                <a:latin typeface="Unilever Desire" pitchFamily="2" charset="77"/>
              </a:rPr>
              <a:t>1</a:t>
            </a:r>
          </a:p>
        </p:txBody>
      </p:sp>
      <p:sp>
        <p:nvSpPr>
          <p:cNvPr id="19" name="Headline">
            <a:extLst>
              <a:ext uri="{FF2B5EF4-FFF2-40B4-BE49-F238E27FC236}">
                <a16:creationId xmlns:a16="http://schemas.microsoft.com/office/drawing/2014/main" id="{8EF08EA8-FE37-1133-B384-CC3086E8A3BA}"/>
              </a:ext>
            </a:extLst>
          </p:cNvPr>
          <p:cNvSpPr txBox="1">
            <a:spLocks/>
          </p:cNvSpPr>
          <p:nvPr/>
        </p:nvSpPr>
        <p:spPr>
          <a:xfrm>
            <a:off x="1653264" y="2481552"/>
            <a:ext cx="2495999" cy="993500"/>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2400">
                <a:solidFill>
                  <a:schemeClr val="tx1"/>
                </a:solidFill>
                <a:latin typeface="Unilever Desire Semi Bold" pitchFamily="2" charset="77"/>
                <a:ea typeface="+mj-ea"/>
                <a:cs typeface="+mj-cs"/>
              </a:rPr>
              <a:t>Access the taxonomy tool</a:t>
            </a:r>
          </a:p>
        </p:txBody>
      </p:sp>
      <p:sp>
        <p:nvSpPr>
          <p:cNvPr id="20" name="Body copy">
            <a:extLst>
              <a:ext uri="{FF2B5EF4-FFF2-40B4-BE49-F238E27FC236}">
                <a16:creationId xmlns:a16="http://schemas.microsoft.com/office/drawing/2014/main" id="{542F2D97-59DC-9C38-1C48-5B1300B291DE}"/>
              </a:ext>
            </a:extLst>
          </p:cNvPr>
          <p:cNvSpPr txBox="1">
            <a:spLocks/>
          </p:cNvSpPr>
          <p:nvPr/>
        </p:nvSpPr>
        <p:spPr>
          <a:xfrm>
            <a:off x="835890" y="3428200"/>
            <a:ext cx="3160580" cy="1276002"/>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a:latin typeface="Unilever Desire" pitchFamily="2" charset="77"/>
              </a:rPr>
              <a:t>Access the creative taxonomy spreadsheet. Each agency has an unique sheet which will be provided upon request. Please check slide 10 if authorization is required.</a:t>
            </a:r>
          </a:p>
        </p:txBody>
      </p:sp>
      <p:cxnSp>
        <p:nvCxnSpPr>
          <p:cNvPr id="21" name="Line">
            <a:extLst>
              <a:ext uri="{FF2B5EF4-FFF2-40B4-BE49-F238E27FC236}">
                <a16:creationId xmlns:a16="http://schemas.microsoft.com/office/drawing/2014/main" id="{FCBC8F10-3C6B-05C7-EE3D-2E7C120BB33B}"/>
              </a:ext>
              <a:ext uri="{C183D7F6-B498-43B3-948B-1728B52AA6E4}">
                <adec:decorative xmlns:adec="http://schemas.microsoft.com/office/drawing/2017/decorative" val="1"/>
              </a:ext>
            </a:extLst>
          </p:cNvPr>
          <p:cNvCxnSpPr>
            <a:cxnSpLocks/>
          </p:cNvCxnSpPr>
          <p:nvPr/>
        </p:nvCxnSpPr>
        <p:spPr>
          <a:xfrm>
            <a:off x="4341605" y="2025467"/>
            <a:ext cx="0" cy="4164046"/>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2" name="2">
            <a:extLst>
              <a:ext uri="{FF2B5EF4-FFF2-40B4-BE49-F238E27FC236}">
                <a16:creationId xmlns:a16="http://schemas.microsoft.com/office/drawing/2014/main" id="{4C1A2AE8-F4EA-24B2-D498-D55D5AAD5A44}"/>
              </a:ext>
            </a:extLst>
          </p:cNvPr>
          <p:cNvSpPr txBox="1"/>
          <p:nvPr/>
        </p:nvSpPr>
        <p:spPr>
          <a:xfrm>
            <a:off x="4574408" y="2305250"/>
            <a:ext cx="592742" cy="1107996"/>
          </a:xfrm>
          <a:prstGeom prst="rect">
            <a:avLst/>
          </a:prstGeom>
          <a:noFill/>
        </p:spPr>
        <p:txBody>
          <a:bodyPr wrap="square" anchor="b">
            <a:spAutoFit/>
          </a:bodyPr>
          <a:lstStyle/>
          <a:p>
            <a:r>
              <a:rPr lang="en-US" sz="6600" b="1">
                <a:solidFill>
                  <a:schemeClr val="tx1"/>
                </a:solidFill>
                <a:latin typeface="Unilever Desire" pitchFamily="2" charset="77"/>
              </a:rPr>
              <a:t>2</a:t>
            </a:r>
          </a:p>
        </p:txBody>
      </p:sp>
      <p:sp>
        <p:nvSpPr>
          <p:cNvPr id="23" name="Headline">
            <a:extLst>
              <a:ext uri="{FF2B5EF4-FFF2-40B4-BE49-F238E27FC236}">
                <a16:creationId xmlns:a16="http://schemas.microsoft.com/office/drawing/2014/main" id="{9EDA9D68-1702-8447-9989-C9EC5FFBFE5E}"/>
              </a:ext>
            </a:extLst>
          </p:cNvPr>
          <p:cNvSpPr txBox="1">
            <a:spLocks/>
          </p:cNvSpPr>
          <p:nvPr/>
        </p:nvSpPr>
        <p:spPr>
          <a:xfrm>
            <a:off x="5391782" y="2465798"/>
            <a:ext cx="2495999" cy="993500"/>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2400">
                <a:solidFill>
                  <a:schemeClr val="tx1"/>
                </a:solidFill>
                <a:latin typeface="Unilever Desire Semi Bold" pitchFamily="2" charset="77"/>
                <a:ea typeface="+mj-ea"/>
                <a:cs typeface="+mj-cs"/>
              </a:rPr>
              <a:t>Fill-out required fields</a:t>
            </a:r>
          </a:p>
        </p:txBody>
      </p:sp>
      <p:sp>
        <p:nvSpPr>
          <p:cNvPr id="24" name="Body copy">
            <a:extLst>
              <a:ext uri="{FF2B5EF4-FFF2-40B4-BE49-F238E27FC236}">
                <a16:creationId xmlns:a16="http://schemas.microsoft.com/office/drawing/2014/main" id="{63D64C32-7AE6-D23D-956E-1773D5C52181}"/>
              </a:ext>
            </a:extLst>
          </p:cNvPr>
          <p:cNvSpPr txBox="1">
            <a:spLocks/>
          </p:cNvSpPr>
          <p:nvPr/>
        </p:nvSpPr>
        <p:spPr>
          <a:xfrm>
            <a:off x="4574408" y="3408918"/>
            <a:ext cx="3160580" cy="153951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a:latin typeface="Unilever Desire" pitchFamily="2" charset="77"/>
              </a:rPr>
              <a:t>The final taxonomy will only be generated when all fields are correctly filled out. Copying and dragging is allowed, making it easier to do bulk changes and creation. Be careful not to change previous rows.</a:t>
            </a:r>
          </a:p>
        </p:txBody>
      </p:sp>
      <p:cxnSp>
        <p:nvCxnSpPr>
          <p:cNvPr id="25" name="Line">
            <a:extLst>
              <a:ext uri="{FF2B5EF4-FFF2-40B4-BE49-F238E27FC236}">
                <a16:creationId xmlns:a16="http://schemas.microsoft.com/office/drawing/2014/main" id="{33880FA2-F3AB-32C0-2039-B8B7F8C1AF53}"/>
              </a:ext>
              <a:ext uri="{C183D7F6-B498-43B3-948B-1728B52AA6E4}">
                <adec:decorative xmlns:adec="http://schemas.microsoft.com/office/drawing/2017/decorative" val="1"/>
              </a:ext>
            </a:extLst>
          </p:cNvPr>
          <p:cNvCxnSpPr>
            <a:cxnSpLocks/>
          </p:cNvCxnSpPr>
          <p:nvPr/>
        </p:nvCxnSpPr>
        <p:spPr>
          <a:xfrm>
            <a:off x="8436175" y="2025467"/>
            <a:ext cx="0" cy="4164046"/>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3">
            <a:extLst>
              <a:ext uri="{FF2B5EF4-FFF2-40B4-BE49-F238E27FC236}">
                <a16:creationId xmlns:a16="http://schemas.microsoft.com/office/drawing/2014/main" id="{6ECB592F-B71C-433F-464A-29890F6C355D}"/>
              </a:ext>
            </a:extLst>
          </p:cNvPr>
          <p:cNvSpPr txBox="1"/>
          <p:nvPr/>
        </p:nvSpPr>
        <p:spPr>
          <a:xfrm>
            <a:off x="8628518" y="1842543"/>
            <a:ext cx="592742" cy="1107996"/>
          </a:xfrm>
          <a:prstGeom prst="rect">
            <a:avLst/>
          </a:prstGeom>
          <a:noFill/>
        </p:spPr>
        <p:txBody>
          <a:bodyPr wrap="square" anchor="b">
            <a:spAutoFit/>
          </a:bodyPr>
          <a:lstStyle/>
          <a:p>
            <a:r>
              <a:rPr lang="en-US" sz="6600" b="1">
                <a:solidFill>
                  <a:schemeClr val="tx1"/>
                </a:solidFill>
                <a:latin typeface="Unilever Desire" pitchFamily="2" charset="77"/>
              </a:rPr>
              <a:t>3</a:t>
            </a:r>
          </a:p>
        </p:txBody>
      </p:sp>
      <p:sp>
        <p:nvSpPr>
          <p:cNvPr id="27" name="Headline">
            <a:extLst>
              <a:ext uri="{FF2B5EF4-FFF2-40B4-BE49-F238E27FC236}">
                <a16:creationId xmlns:a16="http://schemas.microsoft.com/office/drawing/2014/main" id="{A438B2A3-67CE-244E-8AB4-8A5540D7E4F1}"/>
              </a:ext>
            </a:extLst>
          </p:cNvPr>
          <p:cNvSpPr txBox="1">
            <a:spLocks/>
          </p:cNvSpPr>
          <p:nvPr/>
        </p:nvSpPr>
        <p:spPr>
          <a:xfrm>
            <a:off x="9445893" y="2003091"/>
            <a:ext cx="2495999" cy="993500"/>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2400">
                <a:solidFill>
                  <a:schemeClr val="tx1"/>
                </a:solidFill>
                <a:latin typeface="Unilever Desire Semi Bold" pitchFamily="2" charset="77"/>
                <a:ea typeface="+mj-ea"/>
                <a:cs typeface="+mj-cs"/>
              </a:rPr>
              <a:t>Taxonomy is ready</a:t>
            </a:r>
          </a:p>
        </p:txBody>
      </p:sp>
      <p:sp>
        <p:nvSpPr>
          <p:cNvPr id="28" name="Body copy">
            <a:extLst>
              <a:ext uri="{FF2B5EF4-FFF2-40B4-BE49-F238E27FC236}">
                <a16:creationId xmlns:a16="http://schemas.microsoft.com/office/drawing/2014/main" id="{9186E8AC-B6E2-7B3C-B8FE-C5D097613C24}"/>
              </a:ext>
            </a:extLst>
          </p:cNvPr>
          <p:cNvSpPr txBox="1">
            <a:spLocks/>
          </p:cNvSpPr>
          <p:nvPr/>
        </p:nvSpPr>
        <p:spPr>
          <a:xfrm>
            <a:off x="8628517" y="2946210"/>
            <a:ext cx="3160580" cy="1888680"/>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dirty="0">
                <a:latin typeface="Unilever Desire" pitchFamily="2" charset="77"/>
              </a:rPr>
              <a:t>Now you can copy the creative name from the respective column and start implementing throughout the platforms, such as </a:t>
            </a:r>
            <a:r>
              <a:rPr lang="en-GB" sz="1300" dirty="0" err="1">
                <a:latin typeface="Unilever Desire" pitchFamily="2" charset="77"/>
              </a:rPr>
              <a:t>CreativeX</a:t>
            </a:r>
            <a:r>
              <a:rPr lang="en-GB" sz="1300" dirty="0">
                <a:latin typeface="Unilever Desire" pitchFamily="2" charset="77"/>
              </a:rPr>
              <a:t>, </a:t>
            </a:r>
            <a:r>
              <a:rPr lang="en-GB" sz="1300" dirty="0" err="1">
                <a:latin typeface="Unilever Desire" pitchFamily="2" charset="77"/>
              </a:rPr>
              <a:t>Brainsuite</a:t>
            </a:r>
            <a:r>
              <a:rPr lang="en-GB" sz="1300" dirty="0">
                <a:latin typeface="Unilever Desire" pitchFamily="2" charset="77"/>
              </a:rPr>
              <a:t>, Microsoft App asset upload tool and local management. Please notice that Ad Platform and </a:t>
            </a:r>
            <a:r>
              <a:rPr lang="en-GB" sz="1300" dirty="0" err="1">
                <a:latin typeface="Unilever Desire" pitchFamily="2" charset="77"/>
              </a:rPr>
              <a:t>CreativeX</a:t>
            </a:r>
            <a:r>
              <a:rPr lang="en-GB" sz="1300" dirty="0">
                <a:latin typeface="Unilever Desire" pitchFamily="2" charset="77"/>
              </a:rPr>
              <a:t> have different taxonomies.</a:t>
            </a:r>
          </a:p>
        </p:txBody>
      </p:sp>
      <p:sp>
        <p:nvSpPr>
          <p:cNvPr id="2" name="TextBox 1">
            <a:extLst>
              <a:ext uri="{FF2B5EF4-FFF2-40B4-BE49-F238E27FC236}">
                <a16:creationId xmlns:a16="http://schemas.microsoft.com/office/drawing/2014/main" id="{AFFF5B78-0C2D-E11F-0957-ABD1A2BB88AF}"/>
              </a:ext>
            </a:extLst>
          </p:cNvPr>
          <p:cNvSpPr txBox="1"/>
          <p:nvPr/>
        </p:nvSpPr>
        <p:spPr>
          <a:xfrm>
            <a:off x="8663900" y="5004222"/>
            <a:ext cx="1645920" cy="369332"/>
          </a:xfrm>
          <a:prstGeom prst="rect">
            <a:avLst/>
          </a:prstGeom>
          <a:noFill/>
        </p:spPr>
        <p:txBody>
          <a:bodyPr wrap="square" rtlCol="0">
            <a:spAutoFit/>
          </a:bodyPr>
          <a:lstStyle/>
          <a:p>
            <a:r>
              <a:rPr lang="pt-BR">
                <a:latin typeface="Unilever Desire Semi Bold" pitchFamily="50" charset="0"/>
              </a:rPr>
              <a:t>3.1 Platform</a:t>
            </a:r>
            <a:endParaRPr lang="en-US">
              <a:latin typeface="Unilever Desire Semi Bold" pitchFamily="50" charset="0"/>
            </a:endParaRPr>
          </a:p>
        </p:txBody>
      </p:sp>
      <p:sp>
        <p:nvSpPr>
          <p:cNvPr id="3" name="TextBox 2">
            <a:extLst>
              <a:ext uri="{FF2B5EF4-FFF2-40B4-BE49-F238E27FC236}">
                <a16:creationId xmlns:a16="http://schemas.microsoft.com/office/drawing/2014/main" id="{F36B3A6B-5BD7-438C-3089-A8EBAE78CCA6}"/>
              </a:ext>
            </a:extLst>
          </p:cNvPr>
          <p:cNvSpPr txBox="1"/>
          <p:nvPr/>
        </p:nvSpPr>
        <p:spPr>
          <a:xfrm>
            <a:off x="10391542" y="5004222"/>
            <a:ext cx="1882179" cy="369332"/>
          </a:xfrm>
          <a:prstGeom prst="rect">
            <a:avLst/>
          </a:prstGeom>
          <a:noFill/>
        </p:spPr>
        <p:txBody>
          <a:bodyPr wrap="square" rtlCol="0">
            <a:spAutoFit/>
          </a:bodyPr>
          <a:lstStyle/>
          <a:p>
            <a:r>
              <a:rPr lang="pt-BR">
                <a:latin typeface="Unilever Desire Semi Bold" pitchFamily="50" charset="0"/>
              </a:rPr>
              <a:t>3.2 </a:t>
            </a:r>
            <a:r>
              <a:rPr lang="pt-BR" err="1">
                <a:latin typeface="Unilever Desire Semi Bold" pitchFamily="50" charset="0"/>
              </a:rPr>
              <a:t>Brainsuite</a:t>
            </a:r>
            <a:endParaRPr lang="en-US">
              <a:latin typeface="Unilever Desire Semi Bold" pitchFamily="50" charset="0"/>
            </a:endParaRPr>
          </a:p>
        </p:txBody>
      </p:sp>
      <p:cxnSp>
        <p:nvCxnSpPr>
          <p:cNvPr id="5" name="Line">
            <a:extLst>
              <a:ext uri="{FF2B5EF4-FFF2-40B4-BE49-F238E27FC236}">
                <a16:creationId xmlns:a16="http://schemas.microsoft.com/office/drawing/2014/main" id="{9F061E53-D6EA-D61B-AF8D-604B959CE63D}"/>
              </a:ext>
              <a:ext uri="{C183D7F6-B498-43B3-948B-1728B52AA6E4}">
                <adec:decorative xmlns:adec="http://schemas.microsoft.com/office/drawing/2017/decorative" val="1"/>
              </a:ext>
            </a:extLst>
          </p:cNvPr>
          <p:cNvCxnSpPr>
            <a:cxnSpLocks/>
          </p:cNvCxnSpPr>
          <p:nvPr/>
        </p:nvCxnSpPr>
        <p:spPr>
          <a:xfrm>
            <a:off x="10394465" y="5373554"/>
            <a:ext cx="0" cy="815959"/>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8" name="Body copy">
            <a:extLst>
              <a:ext uri="{FF2B5EF4-FFF2-40B4-BE49-F238E27FC236}">
                <a16:creationId xmlns:a16="http://schemas.microsoft.com/office/drawing/2014/main" id="{1DCFC26B-D075-4E30-CFD6-5CF893134BCD}"/>
              </a:ext>
            </a:extLst>
          </p:cNvPr>
          <p:cNvSpPr txBox="1">
            <a:spLocks/>
          </p:cNvSpPr>
          <p:nvPr/>
        </p:nvSpPr>
        <p:spPr>
          <a:xfrm>
            <a:off x="8663899" y="5373554"/>
            <a:ext cx="1645919" cy="81595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dirty="0">
                <a:latin typeface="Unilever Desire" pitchFamily="2" charset="77"/>
              </a:rPr>
              <a:t>Shortened taxonomy to fit ad buying platform requirements.</a:t>
            </a:r>
          </a:p>
        </p:txBody>
      </p:sp>
      <p:sp>
        <p:nvSpPr>
          <p:cNvPr id="9" name="Body copy">
            <a:extLst>
              <a:ext uri="{FF2B5EF4-FFF2-40B4-BE49-F238E27FC236}">
                <a16:creationId xmlns:a16="http://schemas.microsoft.com/office/drawing/2014/main" id="{0271DA00-E9BB-666A-20DD-10082B44BFBE}"/>
              </a:ext>
            </a:extLst>
          </p:cNvPr>
          <p:cNvSpPr txBox="1">
            <a:spLocks/>
          </p:cNvSpPr>
          <p:nvPr/>
        </p:nvSpPr>
        <p:spPr>
          <a:xfrm>
            <a:off x="10457172" y="5373554"/>
            <a:ext cx="1515542" cy="815959"/>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dirty="0">
                <a:latin typeface="Unilever Desire" pitchFamily="2" charset="77"/>
              </a:rPr>
              <a:t>Full taxonomy to enable database matches.</a:t>
            </a:r>
          </a:p>
        </p:txBody>
      </p:sp>
      <p:pic>
        <p:nvPicPr>
          <p:cNvPr id="13" name="Picture 12">
            <a:extLst>
              <a:ext uri="{FF2B5EF4-FFF2-40B4-BE49-F238E27FC236}">
                <a16:creationId xmlns:a16="http://schemas.microsoft.com/office/drawing/2014/main" id="{9EEE962D-23D3-94EE-B66C-AEF90AEC021B}"/>
              </a:ext>
            </a:extLst>
          </p:cNvPr>
          <p:cNvPicPr>
            <a:picLocks noChangeAspect="1"/>
          </p:cNvPicPr>
          <p:nvPr/>
        </p:nvPicPr>
        <p:blipFill>
          <a:blip r:embed="rId3"/>
          <a:stretch>
            <a:fillRect/>
          </a:stretch>
        </p:blipFill>
        <p:spPr>
          <a:xfrm>
            <a:off x="779243" y="4704202"/>
            <a:ext cx="3415319" cy="1382857"/>
          </a:xfrm>
          <a:prstGeom prst="rect">
            <a:avLst/>
          </a:prstGeom>
        </p:spPr>
      </p:pic>
      <p:pic>
        <p:nvPicPr>
          <p:cNvPr id="15" name="Picture 14">
            <a:extLst>
              <a:ext uri="{FF2B5EF4-FFF2-40B4-BE49-F238E27FC236}">
                <a16:creationId xmlns:a16="http://schemas.microsoft.com/office/drawing/2014/main" id="{FE9E0D00-7778-16FA-5F37-969FB5860A3D}"/>
              </a:ext>
            </a:extLst>
          </p:cNvPr>
          <p:cNvPicPr>
            <a:picLocks noChangeAspect="1"/>
          </p:cNvPicPr>
          <p:nvPr/>
        </p:nvPicPr>
        <p:blipFill>
          <a:blip r:embed="rId4"/>
          <a:srcRect r="32703"/>
          <a:stretch>
            <a:fillRect/>
          </a:stretch>
        </p:blipFill>
        <p:spPr>
          <a:xfrm>
            <a:off x="4730867" y="4994812"/>
            <a:ext cx="3160580" cy="781159"/>
          </a:xfrm>
          <a:prstGeom prst="rect">
            <a:avLst/>
          </a:prstGeom>
        </p:spPr>
      </p:pic>
    </p:spTree>
    <p:extLst>
      <p:ext uri="{BB962C8B-B14F-4D97-AF65-F5344CB8AC3E}">
        <p14:creationId xmlns:p14="http://schemas.microsoft.com/office/powerpoint/2010/main" val="585039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47D431-0DDB-BEC0-3085-D878589A33A3}"/>
              </a:ext>
            </a:extLst>
          </p:cNvPr>
          <p:cNvSpPr>
            <a:spLocks noGrp="1"/>
          </p:cNvSpPr>
          <p:nvPr>
            <p:ph type="body" sz="half" idx="15"/>
          </p:nvPr>
        </p:nvSpPr>
        <p:spPr>
          <a:xfrm>
            <a:off x="268041" y="306777"/>
            <a:ext cx="10231989" cy="814100"/>
          </a:xfrm>
        </p:spPr>
        <p:txBody>
          <a:bodyPr/>
          <a:lstStyle/>
          <a:p>
            <a:r>
              <a:rPr lang="pt-BR" dirty="0" err="1"/>
              <a:t>Required</a:t>
            </a:r>
            <a:r>
              <a:rPr lang="pt-BR" dirty="0"/>
              <a:t> Info </a:t>
            </a:r>
            <a:r>
              <a:rPr lang="pt-BR" dirty="0" err="1"/>
              <a:t>Description</a:t>
            </a:r>
            <a:endParaRPr lang="en-US" dirty="0"/>
          </a:p>
        </p:txBody>
      </p:sp>
      <p:graphicFrame>
        <p:nvGraphicFramePr>
          <p:cNvPr id="7" name="Table 6">
            <a:extLst>
              <a:ext uri="{FF2B5EF4-FFF2-40B4-BE49-F238E27FC236}">
                <a16:creationId xmlns:a16="http://schemas.microsoft.com/office/drawing/2014/main" id="{07947C2C-6645-6BE4-743D-A1C61E21BF24}"/>
              </a:ext>
            </a:extLst>
          </p:cNvPr>
          <p:cNvGraphicFramePr>
            <a:graphicFrameLocks noGrp="1"/>
          </p:cNvGraphicFramePr>
          <p:nvPr>
            <p:extLst>
              <p:ext uri="{D42A27DB-BD31-4B8C-83A1-F6EECF244321}">
                <p14:modId xmlns:p14="http://schemas.microsoft.com/office/powerpoint/2010/main" val="619464151"/>
              </p:ext>
            </p:extLst>
          </p:nvPr>
        </p:nvGraphicFramePr>
        <p:xfrm>
          <a:off x="268041" y="973485"/>
          <a:ext cx="3646116" cy="5862188"/>
        </p:xfrm>
        <a:graphic>
          <a:graphicData uri="http://schemas.openxmlformats.org/drawingml/2006/table">
            <a:tbl>
              <a:tblPr firstRow="1">
                <a:tableStyleId>{5C22544A-7EE6-4342-B048-85BDC9FD1C3A}</a:tableStyleId>
              </a:tblPr>
              <a:tblGrid>
                <a:gridCol w="3646116">
                  <a:extLst>
                    <a:ext uri="{9D8B030D-6E8A-4147-A177-3AD203B41FA5}">
                      <a16:colId xmlns:a16="http://schemas.microsoft.com/office/drawing/2014/main" val="2060809434"/>
                    </a:ext>
                  </a:extLst>
                </a:gridCol>
              </a:tblGrid>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a:solidFill>
                            <a:schemeClr val="tx2"/>
                          </a:solidFill>
                          <a:latin typeface="Unilever Desire Semi Bold" pitchFamily="2" charset="77"/>
                          <a:ea typeface="+mn-ea"/>
                          <a:cs typeface="+mn-cs"/>
                        </a:rPr>
                        <a:t>Brand Name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dk1"/>
                          </a:solidFill>
                          <a:effectLst/>
                          <a:latin typeface="Unilever Desire" pitchFamily="2" charset="77"/>
                          <a:ea typeface="+mn-ea"/>
                          <a:cs typeface="+mn-cs"/>
                        </a:rPr>
                        <a:t>The name of the brand that you are creating the assets for. Available from dropdown menu.</a:t>
                      </a:r>
                      <a:endParaRPr lang="en-US" sz="1200" b="0" i="0" spc="0" dirty="0">
                        <a:latin typeface="Unilever Desire" pitchFamily="2" charset="77"/>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055884"/>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a:solidFill>
                            <a:schemeClr val="tx2"/>
                          </a:solidFill>
                          <a:latin typeface="Unilever Desire Semi Bold" pitchFamily="2" charset="77"/>
                          <a:ea typeface="+mn-ea"/>
                          <a:cs typeface="+mn-cs"/>
                        </a:rPr>
                        <a:t>Origin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dk1"/>
                          </a:solidFill>
                          <a:effectLst/>
                          <a:latin typeface="Unilever Desire" pitchFamily="2" charset="77"/>
                          <a:ea typeface="+mn-ea"/>
                          <a:cs typeface="+mn-cs"/>
                        </a:rPr>
                        <a:t>Classifies if the asset was created locally or if it is from global source or adaptation. Available from dropdown menu.</a:t>
                      </a:r>
                      <a:endParaRPr lang="en-US" sz="1200" b="0" i="0" u="none" strike="noStrike" kern="1200" spc="0" dirty="0">
                        <a:solidFill>
                          <a:schemeClr val="dk1"/>
                        </a:solidFill>
                        <a:effectLst/>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34298"/>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rgbClr val="0066CC"/>
                          </a:solidFill>
                          <a:effectLst/>
                          <a:uLnTx/>
                          <a:uFillTx/>
                          <a:latin typeface="Unilever Desire Semi Bold" pitchFamily="2" charset="77"/>
                          <a:ea typeface="+mn-ea"/>
                          <a:cs typeface="+mn-cs"/>
                        </a:rPr>
                        <a:t>Identification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rgbClr val="0066CC"/>
                          </a:solidFill>
                          <a:effectLst/>
                          <a:uLnTx/>
                          <a:uFillTx/>
                          <a:latin typeface="Unilever Desire" pitchFamily="2" charset="77"/>
                          <a:ea typeface="+mn-ea"/>
                          <a:cs typeface="+mn-cs"/>
                        </a:rPr>
                        <a:t>This is also a free-text field, being the one where you can individually identify each of your assets. Here you can describe test-specifics and influencer names, for example.</a:t>
                      </a: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53307"/>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a:solidFill>
                            <a:schemeClr val="tx2"/>
                          </a:solidFill>
                          <a:latin typeface="Unilever Desire Semi Bold" pitchFamily="2" charset="77"/>
                          <a:ea typeface="+mn-ea"/>
                          <a:cs typeface="+mn-cs"/>
                        </a:rPr>
                        <a:t>Segment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dk1"/>
                          </a:solidFill>
                          <a:effectLst/>
                          <a:latin typeface="Unilever Desire" pitchFamily="2" charset="77"/>
                          <a:ea typeface="+mn-ea"/>
                          <a:cs typeface="+mn-cs"/>
                        </a:rPr>
                        <a:t>Specific segment of the product or product range that is being displayed in the creative asset. Please follow global guidelines on this selection. Available from dropdown menu.</a:t>
                      </a:r>
                      <a:endParaRPr lang="en-US" sz="1200" b="0" i="0" u="none" strike="noStrike" kern="1200" spc="0" dirty="0">
                        <a:solidFill>
                          <a:schemeClr val="dk1"/>
                        </a:solidFill>
                        <a:effectLst/>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9993220"/>
                  </a:ext>
                </a:extLst>
              </a:tr>
            </a:tbl>
          </a:graphicData>
        </a:graphic>
      </p:graphicFrame>
      <p:graphicFrame>
        <p:nvGraphicFramePr>
          <p:cNvPr id="9" name="Table 8">
            <a:extLst>
              <a:ext uri="{FF2B5EF4-FFF2-40B4-BE49-F238E27FC236}">
                <a16:creationId xmlns:a16="http://schemas.microsoft.com/office/drawing/2014/main" id="{B0DABAE1-7879-36CA-11C4-FA87FAD5DA5C}"/>
              </a:ext>
            </a:extLst>
          </p:cNvPr>
          <p:cNvGraphicFramePr>
            <a:graphicFrameLocks noGrp="1"/>
          </p:cNvGraphicFramePr>
          <p:nvPr>
            <p:extLst>
              <p:ext uri="{D42A27DB-BD31-4B8C-83A1-F6EECF244321}">
                <p14:modId xmlns:p14="http://schemas.microsoft.com/office/powerpoint/2010/main" val="2393033853"/>
              </p:ext>
            </p:extLst>
          </p:nvPr>
        </p:nvGraphicFramePr>
        <p:xfrm>
          <a:off x="4288833" y="973482"/>
          <a:ext cx="3646116" cy="5862188"/>
        </p:xfrm>
        <a:graphic>
          <a:graphicData uri="http://schemas.openxmlformats.org/drawingml/2006/table">
            <a:tbl>
              <a:tblPr firstRow="1">
                <a:tableStyleId>{5C22544A-7EE6-4342-B048-85BDC9FD1C3A}</a:tableStyleId>
              </a:tblPr>
              <a:tblGrid>
                <a:gridCol w="3646116">
                  <a:extLst>
                    <a:ext uri="{9D8B030D-6E8A-4147-A177-3AD203B41FA5}">
                      <a16:colId xmlns:a16="http://schemas.microsoft.com/office/drawing/2014/main" val="2060809434"/>
                    </a:ext>
                  </a:extLst>
                </a:gridCol>
              </a:tblGrid>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rgbClr val="0066CC"/>
                          </a:solidFill>
                          <a:effectLst/>
                          <a:uLnTx/>
                          <a:uFillTx/>
                          <a:latin typeface="Unilever Desire Semi Bold" pitchFamily="2" charset="77"/>
                          <a:ea typeface="+mn-ea"/>
                          <a:cs typeface="+mn-cs"/>
                        </a:rPr>
                        <a:t>Campaign Name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rgbClr val="0066CC"/>
                          </a:solidFill>
                          <a:effectLst/>
                          <a:uLnTx/>
                          <a:uFillTx/>
                          <a:latin typeface="Unilever Desire" pitchFamily="2" charset="77"/>
                          <a:ea typeface="+mn-ea"/>
                          <a:cs typeface="+mn-cs"/>
                        </a:rPr>
                        <a:t>This is the same name created at the Global Campaign Manager. Also available from dropdown field.</a:t>
                      </a: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055884"/>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rgbClr val="0066CC"/>
                          </a:solidFill>
                          <a:effectLst/>
                          <a:uLnTx/>
                          <a:uFillTx/>
                          <a:latin typeface="Unilever Desire Semi Bold" pitchFamily="2" charset="77"/>
                          <a:ea typeface="+mn-ea"/>
                          <a:cs typeface="+mn-cs"/>
                        </a:rPr>
                        <a:t>Content Type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rgbClr val="0066CC"/>
                          </a:solidFill>
                          <a:effectLst/>
                          <a:uLnTx/>
                          <a:uFillTx/>
                          <a:latin typeface="Unilever Desire" pitchFamily="2" charset="77"/>
                          <a:ea typeface="+mn-ea"/>
                          <a:cs typeface="+mn-cs"/>
                        </a:rPr>
                        <a:t>‘Brand’ or ‘Influencer’, describing if the asset previews an influencer or not. Available from dropdown. </a:t>
                      </a: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34298"/>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rgbClr val="0066CC"/>
                          </a:solidFill>
                          <a:effectLst/>
                          <a:uLnTx/>
                          <a:uFillTx/>
                          <a:latin typeface="Unilever Desire Semi Bold" pitchFamily="2" charset="77"/>
                          <a:ea typeface="+mn-ea"/>
                          <a:cs typeface="+mn-cs"/>
                        </a:rPr>
                        <a:t>Duration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rgbClr val="0066CC"/>
                          </a:solidFill>
                          <a:effectLst/>
                          <a:uLnTx/>
                          <a:uFillTx/>
                          <a:latin typeface="Unilever Desire" pitchFamily="2" charset="77"/>
                          <a:ea typeface="+mn-ea"/>
                          <a:cs typeface="+mn-cs"/>
                        </a:rPr>
                        <a:t>How long your creative asset is. This field takes both static and dynamic (video) assets, all available from dropdown menu.</a:t>
                      </a: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53307"/>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err="1">
                          <a:solidFill>
                            <a:schemeClr val="tx2"/>
                          </a:solidFill>
                          <a:latin typeface="Unilever Desire Semi Bold" pitchFamily="2" charset="77"/>
                          <a:ea typeface="+mn-ea"/>
                          <a:cs typeface="+mn-cs"/>
                        </a:rPr>
                        <a:t>Brainsuite</a:t>
                      </a:r>
                      <a:r>
                        <a:rPr lang="en-GB" sz="2000" b="1" i="0" kern="1200" spc="0" dirty="0">
                          <a:solidFill>
                            <a:schemeClr val="tx2"/>
                          </a:solidFill>
                          <a:latin typeface="Unilever Desire Semi Bold" pitchFamily="2" charset="77"/>
                          <a:ea typeface="+mn-ea"/>
                          <a:cs typeface="+mn-cs"/>
                        </a:rPr>
                        <a:t> Version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dk1"/>
                          </a:solidFill>
                          <a:effectLst/>
                          <a:latin typeface="Unilever Desire" pitchFamily="2" charset="77"/>
                          <a:ea typeface="+mn-ea"/>
                          <a:cs typeface="+mn-cs"/>
                        </a:rPr>
                        <a:t>Identification of the version that will be ran in </a:t>
                      </a:r>
                      <a:r>
                        <a:rPr lang="en-GB" sz="1200" b="0" i="0" u="none" strike="noStrike" kern="1200" spc="0" dirty="0" err="1">
                          <a:solidFill>
                            <a:schemeClr val="dk1"/>
                          </a:solidFill>
                          <a:effectLst/>
                          <a:latin typeface="Unilever Desire" pitchFamily="2" charset="77"/>
                          <a:ea typeface="+mn-ea"/>
                          <a:cs typeface="+mn-cs"/>
                        </a:rPr>
                        <a:t>Brainsuite</a:t>
                      </a:r>
                      <a:r>
                        <a:rPr lang="en-GB" sz="1200" b="0" i="0" u="none" strike="noStrike" kern="1200" spc="0" dirty="0">
                          <a:solidFill>
                            <a:schemeClr val="dk1"/>
                          </a:solidFill>
                          <a:effectLst/>
                          <a:latin typeface="Unilever Desire" pitchFamily="2" charset="77"/>
                          <a:ea typeface="+mn-ea"/>
                          <a:cs typeface="+mn-cs"/>
                        </a:rPr>
                        <a:t>. Available from dropdown menu.</a:t>
                      </a:r>
                      <a:endParaRPr lang="en-US" sz="1200" b="0" i="0" u="none" strike="noStrike" kern="1200" spc="0" dirty="0">
                        <a:solidFill>
                          <a:schemeClr val="dk1"/>
                        </a:solidFill>
                        <a:effectLst/>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2366797"/>
                  </a:ext>
                </a:extLst>
              </a:tr>
            </a:tbl>
          </a:graphicData>
        </a:graphic>
      </p:graphicFrame>
      <p:graphicFrame>
        <p:nvGraphicFramePr>
          <p:cNvPr id="10" name="Table 9">
            <a:extLst>
              <a:ext uri="{FF2B5EF4-FFF2-40B4-BE49-F238E27FC236}">
                <a16:creationId xmlns:a16="http://schemas.microsoft.com/office/drawing/2014/main" id="{23636779-0976-FEDA-7A4D-A3D72BF2AE85}"/>
              </a:ext>
            </a:extLst>
          </p:cNvPr>
          <p:cNvGraphicFramePr>
            <a:graphicFrameLocks noGrp="1"/>
          </p:cNvGraphicFramePr>
          <p:nvPr>
            <p:extLst>
              <p:ext uri="{D42A27DB-BD31-4B8C-83A1-F6EECF244321}">
                <p14:modId xmlns:p14="http://schemas.microsoft.com/office/powerpoint/2010/main" val="3255390941"/>
              </p:ext>
            </p:extLst>
          </p:nvPr>
        </p:nvGraphicFramePr>
        <p:xfrm>
          <a:off x="8309625" y="973481"/>
          <a:ext cx="3646116" cy="5862188"/>
        </p:xfrm>
        <a:graphic>
          <a:graphicData uri="http://schemas.openxmlformats.org/drawingml/2006/table">
            <a:tbl>
              <a:tblPr firstRow="1">
                <a:tableStyleId>{5C22544A-7EE6-4342-B048-85BDC9FD1C3A}</a:tableStyleId>
              </a:tblPr>
              <a:tblGrid>
                <a:gridCol w="3646116">
                  <a:extLst>
                    <a:ext uri="{9D8B030D-6E8A-4147-A177-3AD203B41FA5}">
                      <a16:colId xmlns:a16="http://schemas.microsoft.com/office/drawing/2014/main" val="2060809434"/>
                    </a:ext>
                  </a:extLst>
                </a:gridCol>
              </a:tblGrid>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rgbClr val="0066CC"/>
                          </a:solidFill>
                          <a:effectLst/>
                          <a:uLnTx/>
                          <a:uFillTx/>
                          <a:latin typeface="Unilever Desire Semi Bold" pitchFamily="2" charset="77"/>
                          <a:ea typeface="+mn-ea"/>
                          <a:cs typeface="+mn-cs"/>
                        </a:rPr>
                        <a:t>Year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rgbClr val="0066CC"/>
                          </a:solidFill>
                          <a:effectLst/>
                          <a:uLnTx/>
                          <a:uFillTx/>
                          <a:latin typeface="Unilever Desire" pitchFamily="2" charset="77"/>
                          <a:ea typeface="+mn-ea"/>
                          <a:cs typeface="+mn-cs"/>
                        </a:rPr>
                        <a:t>Select the main year that this asset is going to be run. Available with dropdown.</a:t>
                      </a: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055884"/>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rgbClr val="0066CC"/>
                          </a:solidFill>
                          <a:effectLst/>
                          <a:uLnTx/>
                          <a:uFillTx/>
                          <a:latin typeface="Unilever Desire Semi Bold" pitchFamily="2" charset="77"/>
                          <a:ea typeface="+mn-ea"/>
                          <a:cs typeface="+mn-cs"/>
                        </a:rPr>
                        <a:t>Editorial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rgbClr val="0066CC"/>
                          </a:solidFill>
                          <a:effectLst/>
                          <a:uLnTx/>
                          <a:uFillTx/>
                          <a:latin typeface="Unilever Desire" pitchFamily="2" charset="77"/>
                          <a:ea typeface="+mn-ea"/>
                          <a:cs typeface="+mn-cs"/>
                        </a:rPr>
                        <a:t>Here you can identify the creative context of your asset, such as an editorial or creative line. This is a free-text field, allowing you to create your own categories.</a:t>
                      </a: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34298"/>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err="1">
                          <a:ln>
                            <a:noFill/>
                          </a:ln>
                          <a:solidFill>
                            <a:srgbClr val="0066CC"/>
                          </a:solidFill>
                          <a:effectLst/>
                          <a:uLnTx/>
                          <a:uFillTx/>
                          <a:latin typeface="Unilever Desire Semi Bold" pitchFamily="50" charset="0"/>
                          <a:ea typeface="+mn-ea"/>
                          <a:cs typeface="+mn-cs"/>
                        </a:rPr>
                        <a:t>Creative</a:t>
                      </a:r>
                      <a:r>
                        <a:rPr kumimoji="0" lang="pt-BR" sz="2000" b="1" i="0" u="none" strike="noStrike" kern="1200" cap="none" spc="0" normalizeH="0" baseline="0" noProof="0" dirty="0">
                          <a:ln>
                            <a:noFill/>
                          </a:ln>
                          <a:solidFill>
                            <a:srgbClr val="0066CC"/>
                          </a:solidFill>
                          <a:effectLst/>
                          <a:uLnTx/>
                          <a:uFillTx/>
                          <a:latin typeface="Unilever Desire Semi Bold" pitchFamily="50" charset="0"/>
                          <a:ea typeface="+mn-ea"/>
                          <a:cs typeface="+mn-cs"/>
                        </a:rPr>
                        <a:t> </a:t>
                      </a:r>
                      <a:r>
                        <a:rPr kumimoji="0" lang="pt-BR" sz="2000" b="1" i="0" u="none" strike="noStrike" kern="1200" cap="none" spc="0" normalizeH="0" baseline="0" noProof="0" dirty="0" err="1">
                          <a:ln>
                            <a:noFill/>
                          </a:ln>
                          <a:solidFill>
                            <a:srgbClr val="0066CC"/>
                          </a:solidFill>
                          <a:effectLst/>
                          <a:uLnTx/>
                          <a:uFillTx/>
                          <a:latin typeface="Unilever Desire Semi Bold" pitchFamily="50" charset="0"/>
                          <a:ea typeface="+mn-ea"/>
                          <a:cs typeface="+mn-cs"/>
                        </a:rPr>
                        <a:t>Type</a:t>
                      </a:r>
                      <a:endParaRPr kumimoji="0" lang="pt-BR" sz="2000" b="1" i="0" u="none" strike="noStrike" kern="1200" cap="none" spc="0" normalizeH="0" baseline="0" noProof="0" dirty="0">
                        <a:ln>
                          <a:noFill/>
                        </a:ln>
                        <a:solidFill>
                          <a:srgbClr val="0066CC"/>
                        </a:solidFill>
                        <a:effectLst/>
                        <a:uLnTx/>
                        <a:uFillTx/>
                        <a:latin typeface="Unilever Desire Semi Bold" pitchFamily="50" charset="0"/>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rPr>
                        <a:t>Creative team to tag if the asset is completely original or if had any substantial use of AI during development. Available from dropdown menu.</a:t>
                      </a: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53307"/>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0019947"/>
                  </a:ext>
                </a:extLst>
              </a:tr>
            </a:tbl>
          </a:graphicData>
        </a:graphic>
      </p:graphicFrame>
      <p:sp>
        <p:nvSpPr>
          <p:cNvPr id="11" name="Slide Number">
            <a:extLst>
              <a:ext uri="{FF2B5EF4-FFF2-40B4-BE49-F238E27FC236}">
                <a16:creationId xmlns:a16="http://schemas.microsoft.com/office/drawing/2014/main" id="{F12F5004-238C-A3C2-A972-4BC342B593EA}"/>
              </a:ext>
            </a:extLst>
          </p:cNvPr>
          <p:cNvSpPr>
            <a:spLocks noGrp="1"/>
          </p:cNvSpPr>
          <p:nvPr>
            <p:ph type="sldNum" sz="quarter" idx="16"/>
          </p:nvPr>
        </p:nvSpPr>
        <p:spPr>
          <a:xfrm>
            <a:off x="11237505" y="6343517"/>
            <a:ext cx="718236" cy="256563"/>
          </a:xfrm>
        </p:spPr>
        <p:txBody>
          <a:bodyPr/>
          <a:lstStyle/>
          <a:p>
            <a:fld id="{AA81C49F-4514-B440-9310-1C2F3B5561BD}" type="slidenum">
              <a:rPr lang="en-GB" smtClean="0"/>
              <a:pPr/>
              <a:t>6</a:t>
            </a:fld>
            <a:endParaRPr lang="en-GB"/>
          </a:p>
        </p:txBody>
      </p:sp>
    </p:spTree>
    <p:extLst>
      <p:ext uri="{BB962C8B-B14F-4D97-AF65-F5344CB8AC3E}">
        <p14:creationId xmlns:p14="http://schemas.microsoft.com/office/powerpoint/2010/main" val="3818082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EB1D-3A5A-FEEF-1E42-9B936B23CA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4A99EDE-D81F-278C-7B04-99E3B3191A34}"/>
              </a:ext>
            </a:extLst>
          </p:cNvPr>
          <p:cNvSpPr>
            <a:spLocks noGrp="1"/>
          </p:cNvSpPr>
          <p:nvPr>
            <p:ph type="body" sz="half" idx="15"/>
          </p:nvPr>
        </p:nvSpPr>
        <p:spPr>
          <a:xfrm>
            <a:off x="268041" y="306777"/>
            <a:ext cx="10231989" cy="814100"/>
          </a:xfrm>
        </p:spPr>
        <p:txBody>
          <a:bodyPr/>
          <a:lstStyle/>
          <a:p>
            <a:r>
              <a:rPr lang="pt-BR" dirty="0" err="1"/>
              <a:t>Required</a:t>
            </a:r>
            <a:r>
              <a:rPr lang="pt-BR" dirty="0"/>
              <a:t> Info </a:t>
            </a:r>
            <a:r>
              <a:rPr lang="pt-BR" dirty="0" err="1"/>
              <a:t>Description</a:t>
            </a:r>
            <a:endParaRPr lang="en-US" dirty="0"/>
          </a:p>
        </p:txBody>
      </p:sp>
      <p:graphicFrame>
        <p:nvGraphicFramePr>
          <p:cNvPr id="7" name="Table 6">
            <a:extLst>
              <a:ext uri="{FF2B5EF4-FFF2-40B4-BE49-F238E27FC236}">
                <a16:creationId xmlns:a16="http://schemas.microsoft.com/office/drawing/2014/main" id="{2559C7DA-E441-06FA-1587-B79DBF282A06}"/>
              </a:ext>
            </a:extLst>
          </p:cNvPr>
          <p:cNvGraphicFramePr>
            <a:graphicFrameLocks noGrp="1"/>
          </p:cNvGraphicFramePr>
          <p:nvPr>
            <p:extLst>
              <p:ext uri="{D42A27DB-BD31-4B8C-83A1-F6EECF244321}">
                <p14:modId xmlns:p14="http://schemas.microsoft.com/office/powerpoint/2010/main" val="3500602417"/>
              </p:ext>
            </p:extLst>
          </p:nvPr>
        </p:nvGraphicFramePr>
        <p:xfrm>
          <a:off x="268041" y="973485"/>
          <a:ext cx="3646116" cy="5862188"/>
        </p:xfrm>
        <a:graphic>
          <a:graphicData uri="http://schemas.openxmlformats.org/drawingml/2006/table">
            <a:tbl>
              <a:tblPr firstRow="1">
                <a:tableStyleId>{5C22544A-7EE6-4342-B048-85BDC9FD1C3A}</a:tableStyleId>
              </a:tblPr>
              <a:tblGrid>
                <a:gridCol w="3646116">
                  <a:extLst>
                    <a:ext uri="{9D8B030D-6E8A-4147-A177-3AD203B41FA5}">
                      <a16:colId xmlns:a16="http://schemas.microsoft.com/office/drawing/2014/main" val="2060809434"/>
                    </a:ext>
                  </a:extLst>
                </a:gridCol>
              </a:tblGrid>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a:solidFill>
                            <a:schemeClr val="tx1">
                              <a:lumMod val="40000"/>
                              <a:lumOff val="60000"/>
                            </a:schemeClr>
                          </a:solidFill>
                          <a:latin typeface="Unilever Desire Semi Bold" pitchFamily="2" charset="77"/>
                          <a:ea typeface="+mn-ea"/>
                          <a:cs typeface="+mn-cs"/>
                        </a:rPr>
                        <a:t>Brand Name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tx1">
                              <a:lumMod val="40000"/>
                              <a:lumOff val="60000"/>
                            </a:schemeClr>
                          </a:solidFill>
                          <a:effectLst/>
                          <a:latin typeface="Unilever Desire" pitchFamily="2" charset="77"/>
                          <a:ea typeface="+mn-ea"/>
                          <a:cs typeface="+mn-cs"/>
                        </a:rPr>
                        <a:t>The name of the brand that you are creating the assets for. Available from dropdown menu.</a:t>
                      </a:r>
                      <a:endParaRPr lang="en-US" sz="1200" b="0" i="0" spc="0" dirty="0">
                        <a:solidFill>
                          <a:schemeClr val="tx1">
                            <a:lumMod val="40000"/>
                            <a:lumOff val="60000"/>
                          </a:schemeClr>
                        </a:solidFill>
                        <a:latin typeface="Unilever Desire" pitchFamily="2" charset="77"/>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055884"/>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a:solidFill>
                            <a:schemeClr val="tx1">
                              <a:lumMod val="40000"/>
                              <a:lumOff val="60000"/>
                            </a:schemeClr>
                          </a:solidFill>
                          <a:latin typeface="Unilever Desire Semi Bold" pitchFamily="2" charset="77"/>
                          <a:ea typeface="+mn-ea"/>
                          <a:cs typeface="+mn-cs"/>
                        </a:rPr>
                        <a:t>Origin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tx1">
                              <a:lumMod val="40000"/>
                              <a:lumOff val="60000"/>
                            </a:schemeClr>
                          </a:solidFill>
                          <a:effectLst/>
                          <a:latin typeface="Unilever Desire" pitchFamily="2" charset="77"/>
                          <a:ea typeface="+mn-ea"/>
                          <a:cs typeface="+mn-cs"/>
                        </a:rPr>
                        <a:t>Classifies if the asset was created locally or if it is from global source or adaptation. Available from dropdown menu.</a:t>
                      </a:r>
                      <a:endParaRPr lang="en-US" sz="1200" b="0" i="0" u="none" strike="noStrike" kern="1200" spc="0" dirty="0">
                        <a:solidFill>
                          <a:schemeClr val="tx1">
                            <a:lumMod val="40000"/>
                            <a:lumOff val="60000"/>
                          </a:schemeClr>
                        </a:solidFill>
                        <a:effectLst/>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34298"/>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chemeClr val="tx1">
                              <a:lumMod val="40000"/>
                              <a:lumOff val="60000"/>
                            </a:schemeClr>
                          </a:solidFill>
                          <a:effectLst/>
                          <a:uLnTx/>
                          <a:uFillTx/>
                          <a:latin typeface="Unilever Desire Semi Bold" pitchFamily="2" charset="77"/>
                          <a:ea typeface="+mn-ea"/>
                          <a:cs typeface="+mn-cs"/>
                        </a:rPr>
                        <a:t>Identification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This is also a free-text field, being the one where you can individually identify each of your assets. Here you can describe test-specifics and influencer names, for example.</a:t>
                      </a:r>
                      <a:endPar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53307"/>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a:solidFill>
                            <a:schemeClr val="tx1">
                              <a:lumMod val="40000"/>
                              <a:lumOff val="60000"/>
                            </a:schemeClr>
                          </a:solidFill>
                          <a:latin typeface="Unilever Desire Semi Bold" pitchFamily="2" charset="77"/>
                          <a:ea typeface="+mn-ea"/>
                          <a:cs typeface="+mn-cs"/>
                        </a:rPr>
                        <a:t>Segment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tx1">
                              <a:lumMod val="40000"/>
                              <a:lumOff val="60000"/>
                            </a:schemeClr>
                          </a:solidFill>
                          <a:effectLst/>
                          <a:latin typeface="Unilever Desire" pitchFamily="2" charset="77"/>
                          <a:ea typeface="+mn-ea"/>
                          <a:cs typeface="+mn-cs"/>
                        </a:rPr>
                        <a:t>Specific segment of the product or product range that is being displayed in the creative asset. Please follow global guidelines on this selection. Available from dropdown menu.</a:t>
                      </a:r>
                      <a:endParaRPr lang="en-US" sz="1200" b="0" i="0" u="none" strike="noStrike" kern="1200" spc="0" dirty="0">
                        <a:solidFill>
                          <a:schemeClr val="tx1">
                            <a:lumMod val="40000"/>
                            <a:lumOff val="60000"/>
                          </a:schemeClr>
                        </a:solidFill>
                        <a:effectLst/>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9993220"/>
                  </a:ext>
                </a:extLst>
              </a:tr>
            </a:tbl>
          </a:graphicData>
        </a:graphic>
      </p:graphicFrame>
      <p:graphicFrame>
        <p:nvGraphicFramePr>
          <p:cNvPr id="9" name="Table 8">
            <a:extLst>
              <a:ext uri="{FF2B5EF4-FFF2-40B4-BE49-F238E27FC236}">
                <a16:creationId xmlns:a16="http://schemas.microsoft.com/office/drawing/2014/main" id="{1B0BFDED-4553-9D06-079C-4AF75B8DA7A3}"/>
              </a:ext>
            </a:extLst>
          </p:cNvPr>
          <p:cNvGraphicFramePr>
            <a:graphicFrameLocks noGrp="1"/>
          </p:cNvGraphicFramePr>
          <p:nvPr>
            <p:extLst>
              <p:ext uri="{D42A27DB-BD31-4B8C-83A1-F6EECF244321}">
                <p14:modId xmlns:p14="http://schemas.microsoft.com/office/powerpoint/2010/main" val="2022683680"/>
              </p:ext>
            </p:extLst>
          </p:nvPr>
        </p:nvGraphicFramePr>
        <p:xfrm>
          <a:off x="4288833" y="973482"/>
          <a:ext cx="3646116" cy="5862188"/>
        </p:xfrm>
        <a:graphic>
          <a:graphicData uri="http://schemas.openxmlformats.org/drawingml/2006/table">
            <a:tbl>
              <a:tblPr firstRow="1">
                <a:tableStyleId>{5C22544A-7EE6-4342-B048-85BDC9FD1C3A}</a:tableStyleId>
              </a:tblPr>
              <a:tblGrid>
                <a:gridCol w="3646116">
                  <a:extLst>
                    <a:ext uri="{9D8B030D-6E8A-4147-A177-3AD203B41FA5}">
                      <a16:colId xmlns:a16="http://schemas.microsoft.com/office/drawing/2014/main" val="2060809434"/>
                    </a:ext>
                  </a:extLst>
                </a:gridCol>
              </a:tblGrid>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chemeClr val="tx1">
                              <a:lumMod val="40000"/>
                              <a:lumOff val="60000"/>
                            </a:schemeClr>
                          </a:solidFill>
                          <a:effectLst/>
                          <a:uLnTx/>
                          <a:uFillTx/>
                          <a:latin typeface="Unilever Desire Semi Bold" pitchFamily="2" charset="77"/>
                          <a:ea typeface="+mn-ea"/>
                          <a:cs typeface="+mn-cs"/>
                        </a:rPr>
                        <a:t>Campaign Name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This is the same name created at the Global Campaign Manager. Also available from dropdown field.</a:t>
                      </a:r>
                      <a:endPar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055884"/>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chemeClr val="tx1">
                              <a:lumMod val="40000"/>
                              <a:lumOff val="60000"/>
                            </a:schemeClr>
                          </a:solidFill>
                          <a:effectLst/>
                          <a:uLnTx/>
                          <a:uFillTx/>
                          <a:latin typeface="Unilever Desire Semi Bold" pitchFamily="2" charset="77"/>
                          <a:ea typeface="+mn-ea"/>
                          <a:cs typeface="+mn-cs"/>
                        </a:rPr>
                        <a:t>Content Type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‘Brand’ or ‘Influencer’, describing if the asset previews an influencer or not. Available from dropdown. </a:t>
                      </a:r>
                      <a:endPar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34298"/>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chemeClr val="tx1">
                              <a:lumMod val="40000"/>
                              <a:lumOff val="60000"/>
                            </a:schemeClr>
                          </a:solidFill>
                          <a:effectLst/>
                          <a:uLnTx/>
                          <a:uFillTx/>
                          <a:latin typeface="Unilever Desire Semi Bold" pitchFamily="2" charset="77"/>
                          <a:ea typeface="+mn-ea"/>
                          <a:cs typeface="+mn-cs"/>
                        </a:rPr>
                        <a:t>Duration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How long your creative asset is. This field takes both static and dynamic (video) assets, all available from dropdown menu.</a:t>
                      </a:r>
                      <a:endPar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53307"/>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b="1" i="0" kern="1200" spc="0" dirty="0" err="1">
                          <a:solidFill>
                            <a:schemeClr val="tx2"/>
                          </a:solidFill>
                          <a:latin typeface="Unilever Desire Semi Bold" pitchFamily="2" charset="77"/>
                          <a:ea typeface="+mn-ea"/>
                          <a:cs typeface="+mn-cs"/>
                        </a:rPr>
                        <a:t>Brainsuite</a:t>
                      </a:r>
                      <a:r>
                        <a:rPr lang="en-GB" sz="2000" b="1" i="0" kern="1200" spc="0" dirty="0">
                          <a:solidFill>
                            <a:schemeClr val="tx2"/>
                          </a:solidFill>
                          <a:latin typeface="Unilever Desire Semi Bold" pitchFamily="2" charset="77"/>
                          <a:ea typeface="+mn-ea"/>
                          <a:cs typeface="+mn-cs"/>
                        </a:rPr>
                        <a:t> Version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b="0" i="0" u="none" strike="noStrike" kern="1200" spc="0" dirty="0">
                          <a:solidFill>
                            <a:schemeClr val="dk1"/>
                          </a:solidFill>
                          <a:effectLst/>
                          <a:latin typeface="Unilever Desire" pitchFamily="2" charset="77"/>
                          <a:ea typeface="+mn-ea"/>
                          <a:cs typeface="+mn-cs"/>
                        </a:rPr>
                        <a:t>Identification of the version that will be ran in </a:t>
                      </a:r>
                      <a:r>
                        <a:rPr lang="en-GB" sz="1200" b="0" i="0" u="none" strike="noStrike" kern="1200" spc="0" dirty="0" err="1">
                          <a:solidFill>
                            <a:schemeClr val="dk1"/>
                          </a:solidFill>
                          <a:effectLst/>
                          <a:latin typeface="Unilever Desire" pitchFamily="2" charset="77"/>
                          <a:ea typeface="+mn-ea"/>
                          <a:cs typeface="+mn-cs"/>
                        </a:rPr>
                        <a:t>Brainsuite</a:t>
                      </a:r>
                      <a:r>
                        <a:rPr lang="en-GB" sz="1200" b="0" i="0" u="none" strike="noStrike" kern="1200" spc="0" dirty="0">
                          <a:solidFill>
                            <a:schemeClr val="dk1"/>
                          </a:solidFill>
                          <a:effectLst/>
                          <a:latin typeface="Unilever Desire" pitchFamily="2" charset="77"/>
                          <a:ea typeface="+mn-ea"/>
                          <a:cs typeface="+mn-cs"/>
                        </a:rPr>
                        <a:t>. Available from dropdown menu.</a:t>
                      </a:r>
                      <a:endParaRPr lang="en-US" sz="1200" b="0" i="0" u="none" strike="noStrike" kern="1200" spc="0" dirty="0">
                        <a:solidFill>
                          <a:schemeClr val="dk1"/>
                        </a:solidFill>
                        <a:effectLst/>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2366797"/>
                  </a:ext>
                </a:extLst>
              </a:tr>
            </a:tbl>
          </a:graphicData>
        </a:graphic>
      </p:graphicFrame>
      <p:graphicFrame>
        <p:nvGraphicFramePr>
          <p:cNvPr id="10" name="Table 9">
            <a:extLst>
              <a:ext uri="{FF2B5EF4-FFF2-40B4-BE49-F238E27FC236}">
                <a16:creationId xmlns:a16="http://schemas.microsoft.com/office/drawing/2014/main" id="{CDA85E1C-DF82-9C22-2CA4-65DA09F53C1C}"/>
              </a:ext>
            </a:extLst>
          </p:cNvPr>
          <p:cNvGraphicFramePr>
            <a:graphicFrameLocks noGrp="1"/>
          </p:cNvGraphicFramePr>
          <p:nvPr>
            <p:extLst>
              <p:ext uri="{D42A27DB-BD31-4B8C-83A1-F6EECF244321}">
                <p14:modId xmlns:p14="http://schemas.microsoft.com/office/powerpoint/2010/main" val="4236227222"/>
              </p:ext>
            </p:extLst>
          </p:nvPr>
        </p:nvGraphicFramePr>
        <p:xfrm>
          <a:off x="8309625" y="973481"/>
          <a:ext cx="3646116" cy="5862188"/>
        </p:xfrm>
        <a:graphic>
          <a:graphicData uri="http://schemas.openxmlformats.org/drawingml/2006/table">
            <a:tbl>
              <a:tblPr firstRow="1">
                <a:tableStyleId>{5C22544A-7EE6-4342-B048-85BDC9FD1C3A}</a:tableStyleId>
              </a:tblPr>
              <a:tblGrid>
                <a:gridCol w="3646116">
                  <a:extLst>
                    <a:ext uri="{9D8B030D-6E8A-4147-A177-3AD203B41FA5}">
                      <a16:colId xmlns:a16="http://schemas.microsoft.com/office/drawing/2014/main" val="2060809434"/>
                    </a:ext>
                  </a:extLst>
                </a:gridCol>
              </a:tblGrid>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chemeClr val="tx1">
                              <a:lumMod val="40000"/>
                              <a:lumOff val="60000"/>
                            </a:schemeClr>
                          </a:solidFill>
                          <a:effectLst/>
                          <a:uLnTx/>
                          <a:uFillTx/>
                          <a:latin typeface="Unilever Desire Semi Bold" pitchFamily="2" charset="77"/>
                          <a:ea typeface="+mn-ea"/>
                          <a:cs typeface="+mn-cs"/>
                        </a:rPr>
                        <a:t>Year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Select the main year that this asset is going to be run. Available with dropdown.</a:t>
                      </a:r>
                      <a:endPar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055884"/>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b="1" i="0" u="none" strike="noStrike" kern="1200" cap="none" spc="0" normalizeH="0" baseline="0" noProof="0" dirty="0">
                          <a:ln>
                            <a:noFill/>
                          </a:ln>
                          <a:solidFill>
                            <a:schemeClr val="tx1">
                              <a:lumMod val="40000"/>
                              <a:lumOff val="60000"/>
                            </a:schemeClr>
                          </a:solidFill>
                          <a:effectLst/>
                          <a:uLnTx/>
                          <a:uFillTx/>
                          <a:latin typeface="Unilever Desire Semi Bold" pitchFamily="2" charset="77"/>
                          <a:ea typeface="+mn-ea"/>
                          <a:cs typeface="+mn-cs"/>
                        </a:rPr>
                        <a:t>Editorial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Here you can identify the creative context of your asset, such as an editorial or creative line. This is a free-text field, allowing you to create your own categories.</a:t>
                      </a:r>
                      <a:endPar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34298"/>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err="1">
                          <a:ln>
                            <a:noFill/>
                          </a:ln>
                          <a:solidFill>
                            <a:schemeClr val="tx1">
                              <a:lumMod val="40000"/>
                              <a:lumOff val="60000"/>
                            </a:schemeClr>
                          </a:solidFill>
                          <a:effectLst/>
                          <a:uLnTx/>
                          <a:uFillTx/>
                          <a:latin typeface="Unilever Desire Semi Bold" pitchFamily="50" charset="0"/>
                          <a:ea typeface="+mn-ea"/>
                          <a:cs typeface="+mn-cs"/>
                        </a:rPr>
                        <a:t>Creative</a:t>
                      </a:r>
                      <a:r>
                        <a:rPr kumimoji="0" lang="pt-BR" sz="2000" b="1" i="0" u="none" strike="noStrike" kern="1200" cap="none" spc="0" normalizeH="0" baseline="0" noProof="0" dirty="0">
                          <a:ln>
                            <a:noFill/>
                          </a:ln>
                          <a:solidFill>
                            <a:schemeClr val="tx1">
                              <a:lumMod val="40000"/>
                              <a:lumOff val="60000"/>
                            </a:schemeClr>
                          </a:solidFill>
                          <a:effectLst/>
                          <a:uLnTx/>
                          <a:uFillTx/>
                          <a:latin typeface="Unilever Desire Semi Bold" pitchFamily="50" charset="0"/>
                          <a:ea typeface="+mn-ea"/>
                          <a:cs typeface="+mn-cs"/>
                        </a:rPr>
                        <a:t> </a:t>
                      </a:r>
                      <a:r>
                        <a:rPr kumimoji="0" lang="pt-BR" sz="2000" b="1" i="0" u="none" strike="noStrike" kern="1200" cap="none" spc="0" normalizeH="0" baseline="0" noProof="0" dirty="0" err="1">
                          <a:ln>
                            <a:noFill/>
                          </a:ln>
                          <a:solidFill>
                            <a:schemeClr val="tx1">
                              <a:lumMod val="40000"/>
                              <a:lumOff val="60000"/>
                            </a:schemeClr>
                          </a:solidFill>
                          <a:effectLst/>
                          <a:uLnTx/>
                          <a:uFillTx/>
                          <a:latin typeface="Unilever Desire Semi Bold" pitchFamily="50" charset="0"/>
                          <a:ea typeface="+mn-ea"/>
                          <a:cs typeface="+mn-cs"/>
                        </a:rPr>
                        <a:t>Type</a:t>
                      </a:r>
                      <a:endParaRPr kumimoji="0" lang="pt-BR" sz="2000" b="1" i="0" u="none" strike="noStrike" kern="1200" cap="none" spc="0" normalizeH="0" baseline="0" noProof="0" dirty="0">
                        <a:ln>
                          <a:noFill/>
                        </a:ln>
                        <a:solidFill>
                          <a:schemeClr val="tx1">
                            <a:lumMod val="40000"/>
                            <a:lumOff val="60000"/>
                          </a:schemeClr>
                        </a:solidFill>
                        <a:effectLst/>
                        <a:uLnTx/>
                        <a:uFillTx/>
                        <a:latin typeface="Unilever Desire Semi Bold" pitchFamily="50" charset="0"/>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lumMod val="40000"/>
                              <a:lumOff val="60000"/>
                            </a:schemeClr>
                          </a:solidFill>
                          <a:effectLst/>
                          <a:uLnTx/>
                          <a:uFillTx/>
                          <a:latin typeface="Unilever Desire" pitchFamily="2" charset="77"/>
                          <a:ea typeface="+mn-ea"/>
                          <a:cs typeface="+mn-cs"/>
                        </a:rPr>
                        <a:t>Creative team to tag if the asset is completely original or if had any substantial use of AI during development. Available from dropdown menu.</a:t>
                      </a: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53307"/>
                  </a:ext>
                </a:extLst>
              </a:tr>
              <a:tr h="14655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66CC"/>
                        </a:solidFill>
                        <a:effectLst/>
                        <a:uLnTx/>
                        <a:uFillTx/>
                        <a:latin typeface="Unilever Desire" pitchFamily="2" charset="77"/>
                        <a:ea typeface="+mn-ea"/>
                        <a:cs typeface="+mn-cs"/>
                      </a:endParaRPr>
                    </a:p>
                  </a:txBody>
                  <a:tcPr anchor="ctr">
                    <a:lnL w="12700" cmpd="sng">
                      <a:noFill/>
                    </a:lnL>
                    <a:lnR w="12700" cmpd="sng">
                      <a:noFill/>
                    </a:lnR>
                    <a:lnT w="12700" cap="flat" cmpd="sng" algn="ctr">
                      <a:solidFill>
                        <a:schemeClr val="accent4">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0019947"/>
                  </a:ext>
                </a:extLst>
              </a:tr>
            </a:tbl>
          </a:graphicData>
        </a:graphic>
      </p:graphicFrame>
      <p:sp>
        <p:nvSpPr>
          <p:cNvPr id="11" name="Slide Number">
            <a:extLst>
              <a:ext uri="{FF2B5EF4-FFF2-40B4-BE49-F238E27FC236}">
                <a16:creationId xmlns:a16="http://schemas.microsoft.com/office/drawing/2014/main" id="{FA865201-BEEE-4FB9-9BBD-1050E2F939FA}"/>
              </a:ext>
            </a:extLst>
          </p:cNvPr>
          <p:cNvSpPr>
            <a:spLocks noGrp="1"/>
          </p:cNvSpPr>
          <p:nvPr>
            <p:ph type="sldNum" sz="quarter" idx="16"/>
          </p:nvPr>
        </p:nvSpPr>
        <p:spPr>
          <a:xfrm>
            <a:off x="11237505" y="6343517"/>
            <a:ext cx="718236" cy="256563"/>
          </a:xfrm>
        </p:spPr>
        <p:txBody>
          <a:bodyPr/>
          <a:lstStyle/>
          <a:p>
            <a:fld id="{AA81C49F-4514-B440-9310-1C2F3B5561BD}" type="slidenum">
              <a:rPr lang="en-GB" smtClean="0"/>
              <a:pPr/>
              <a:t>7</a:t>
            </a:fld>
            <a:endParaRPr lang="en-GB"/>
          </a:p>
        </p:txBody>
      </p:sp>
      <p:sp>
        <p:nvSpPr>
          <p:cNvPr id="6" name="Rectangle 5">
            <a:extLst>
              <a:ext uri="{FF2B5EF4-FFF2-40B4-BE49-F238E27FC236}">
                <a16:creationId xmlns:a16="http://schemas.microsoft.com/office/drawing/2014/main" id="{443C1EE7-2336-C03F-25C6-730A160F385B}"/>
              </a:ext>
            </a:extLst>
          </p:cNvPr>
          <p:cNvSpPr/>
          <p:nvPr/>
        </p:nvSpPr>
        <p:spPr>
          <a:xfrm>
            <a:off x="2041938" y="2559327"/>
            <a:ext cx="7326217" cy="2387905"/>
          </a:xfrm>
          <a:prstGeom prst="rect">
            <a:avLst/>
          </a:prstGeom>
          <a:solidFill>
            <a:srgbClr val="D9D9D9"/>
          </a:solidFill>
          <a:ln w="12186" cap="flat">
            <a:noFill/>
            <a:prstDash val="solid"/>
            <a:miter/>
          </a:ln>
        </p:spPr>
        <p:txBody>
          <a:bodyPr rtlCol="0" anchor="ctr"/>
          <a:lstStyle/>
          <a:p>
            <a:endParaRPr lang="en-US"/>
          </a:p>
        </p:txBody>
      </p:sp>
      <p:sp>
        <p:nvSpPr>
          <p:cNvPr id="8" name="Rectangle 7">
            <a:extLst>
              <a:ext uri="{FF2B5EF4-FFF2-40B4-BE49-F238E27FC236}">
                <a16:creationId xmlns:a16="http://schemas.microsoft.com/office/drawing/2014/main" id="{2A384F7A-978E-73CF-B4D7-4B97E44A9722}"/>
              </a:ext>
            </a:extLst>
          </p:cNvPr>
          <p:cNvSpPr/>
          <p:nvPr/>
        </p:nvSpPr>
        <p:spPr>
          <a:xfrm rot="18900000">
            <a:off x="5661248" y="4466321"/>
            <a:ext cx="771181" cy="771181"/>
          </a:xfrm>
          <a:prstGeom prst="rect">
            <a:avLst/>
          </a:prstGeom>
          <a:solidFill>
            <a:srgbClr val="D9D9D9"/>
          </a:solidFill>
          <a:ln w="12186" cap="flat">
            <a:noFill/>
            <a:prstDash val="solid"/>
            <a:miter/>
          </a:ln>
        </p:spPr>
        <p:txBody>
          <a:bodyPr rtlCol="0" anchor="ctr"/>
          <a:lstStyle/>
          <a:p>
            <a:pPr algn="l"/>
            <a:endParaRPr lang="en-US"/>
          </a:p>
        </p:txBody>
      </p:sp>
      <p:sp>
        <p:nvSpPr>
          <p:cNvPr id="12" name="TextBox 11">
            <a:extLst>
              <a:ext uri="{FF2B5EF4-FFF2-40B4-BE49-F238E27FC236}">
                <a16:creationId xmlns:a16="http://schemas.microsoft.com/office/drawing/2014/main" id="{CD307C8A-DE50-7CD2-6FA4-C40E2C223271}"/>
              </a:ext>
            </a:extLst>
          </p:cNvPr>
          <p:cNvSpPr txBox="1"/>
          <p:nvPr/>
        </p:nvSpPr>
        <p:spPr>
          <a:xfrm>
            <a:off x="3469958" y="3243954"/>
            <a:ext cx="5770377" cy="923330"/>
          </a:xfrm>
          <a:prstGeom prst="rect">
            <a:avLst/>
          </a:prstGeom>
          <a:noFill/>
        </p:spPr>
        <p:txBody>
          <a:bodyPr wrap="square" rtlCol="0">
            <a:spAutoFit/>
          </a:bodyPr>
          <a:lstStyle/>
          <a:p>
            <a:pPr algn="ctr"/>
            <a:r>
              <a:rPr lang="en-US" dirty="0">
                <a:latin typeface="Unilever Desire" pitchFamily="50" charset="0"/>
              </a:rPr>
              <a:t>We don't always run the latest version tested in BS—if an adjustment leads to a lower score, we may opt for a previous, higher-performing version.</a:t>
            </a:r>
          </a:p>
        </p:txBody>
      </p:sp>
      <p:pic>
        <p:nvPicPr>
          <p:cNvPr id="13" name="Graphic 12" descr="Warning with solid fill">
            <a:extLst>
              <a:ext uri="{FF2B5EF4-FFF2-40B4-BE49-F238E27FC236}">
                <a16:creationId xmlns:a16="http://schemas.microsoft.com/office/drawing/2014/main" id="{33E14145-E139-7FB3-4450-FD2F67A1DB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64041" y="3296079"/>
            <a:ext cx="914400" cy="914400"/>
          </a:xfrm>
          <a:prstGeom prst="rect">
            <a:avLst/>
          </a:prstGeom>
        </p:spPr>
      </p:pic>
    </p:spTree>
    <p:extLst>
      <p:ext uri="{BB962C8B-B14F-4D97-AF65-F5344CB8AC3E}">
        <p14:creationId xmlns:p14="http://schemas.microsoft.com/office/powerpoint/2010/main" val="2862158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6783EA-1A26-B800-7681-56B610A96DC3}"/>
              </a:ext>
            </a:extLst>
          </p:cNvPr>
          <p:cNvSpPr>
            <a:spLocks noGrp="1"/>
          </p:cNvSpPr>
          <p:nvPr>
            <p:ph type="body" sz="half" idx="15"/>
          </p:nvPr>
        </p:nvSpPr>
        <p:spPr/>
        <p:txBody>
          <a:bodyPr/>
          <a:lstStyle/>
          <a:p>
            <a:r>
              <a:rPr lang="pt-BR" err="1"/>
              <a:t>Updating</a:t>
            </a:r>
            <a:r>
              <a:rPr lang="pt-BR"/>
              <a:t> </a:t>
            </a:r>
            <a:r>
              <a:rPr lang="pt-BR" err="1"/>
              <a:t>Dropdowns</a:t>
            </a:r>
            <a:endParaRPr lang="en-US"/>
          </a:p>
        </p:txBody>
      </p:sp>
      <p:sp>
        <p:nvSpPr>
          <p:cNvPr id="3" name="Title 2">
            <a:extLst>
              <a:ext uri="{FF2B5EF4-FFF2-40B4-BE49-F238E27FC236}">
                <a16:creationId xmlns:a16="http://schemas.microsoft.com/office/drawing/2014/main" id="{FB392AB4-E00A-E5F7-59D8-45ABAEE2172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2D413116-2545-406E-FD0B-1906BD43C5B4}"/>
              </a:ext>
            </a:extLst>
          </p:cNvPr>
          <p:cNvSpPr>
            <a:spLocks noGrp="1"/>
          </p:cNvSpPr>
          <p:nvPr>
            <p:ph type="sldNum" sz="quarter" idx="16"/>
          </p:nvPr>
        </p:nvSpPr>
        <p:spPr/>
        <p:txBody>
          <a:bodyPr/>
          <a:lstStyle/>
          <a:p>
            <a:fld id="{AA81C49F-4514-B440-9310-1C2F3B5561BD}" type="slidenum">
              <a:rPr lang="en-GB" smtClean="0"/>
              <a:pPr/>
              <a:t>8</a:t>
            </a:fld>
            <a:endParaRPr lang="en-GB"/>
          </a:p>
        </p:txBody>
      </p:sp>
      <p:sp>
        <p:nvSpPr>
          <p:cNvPr id="7" name="1">
            <a:extLst>
              <a:ext uri="{FF2B5EF4-FFF2-40B4-BE49-F238E27FC236}">
                <a16:creationId xmlns:a16="http://schemas.microsoft.com/office/drawing/2014/main" id="{3FF04D46-AFB7-876F-A283-E4EB38C35E6F}"/>
              </a:ext>
            </a:extLst>
          </p:cNvPr>
          <p:cNvSpPr txBox="1"/>
          <p:nvPr/>
        </p:nvSpPr>
        <p:spPr>
          <a:xfrm>
            <a:off x="1989545" y="2576892"/>
            <a:ext cx="592742" cy="707886"/>
          </a:xfrm>
          <a:prstGeom prst="rect">
            <a:avLst/>
          </a:prstGeom>
          <a:noFill/>
        </p:spPr>
        <p:txBody>
          <a:bodyPr wrap="square" anchor="b">
            <a:spAutoFit/>
          </a:bodyPr>
          <a:lstStyle/>
          <a:p>
            <a:r>
              <a:rPr lang="en-US" sz="4000" b="1">
                <a:solidFill>
                  <a:schemeClr val="tx1"/>
                </a:solidFill>
                <a:latin typeface="Unilever Desire" pitchFamily="2" charset="77"/>
              </a:rPr>
              <a:t>1</a:t>
            </a:r>
          </a:p>
        </p:txBody>
      </p:sp>
      <p:sp>
        <p:nvSpPr>
          <p:cNvPr id="8" name="Headline">
            <a:extLst>
              <a:ext uri="{FF2B5EF4-FFF2-40B4-BE49-F238E27FC236}">
                <a16:creationId xmlns:a16="http://schemas.microsoft.com/office/drawing/2014/main" id="{959AB3F1-53F8-2198-146A-25472EA7AB37}"/>
              </a:ext>
            </a:extLst>
          </p:cNvPr>
          <p:cNvSpPr txBox="1">
            <a:spLocks/>
          </p:cNvSpPr>
          <p:nvPr/>
        </p:nvSpPr>
        <p:spPr>
          <a:xfrm>
            <a:off x="2582287" y="2738800"/>
            <a:ext cx="2650725" cy="384071"/>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2400">
                <a:solidFill>
                  <a:schemeClr val="tx1"/>
                </a:solidFill>
                <a:latin typeface="Unilever Desire Semi Bold" pitchFamily="2" charset="77"/>
                <a:ea typeface="+mj-ea"/>
                <a:cs typeface="+mj-cs"/>
              </a:rPr>
              <a:t>Go to ‘Data’ tab.</a:t>
            </a:r>
          </a:p>
        </p:txBody>
      </p:sp>
      <p:sp>
        <p:nvSpPr>
          <p:cNvPr id="9" name="1">
            <a:extLst>
              <a:ext uri="{FF2B5EF4-FFF2-40B4-BE49-F238E27FC236}">
                <a16:creationId xmlns:a16="http://schemas.microsoft.com/office/drawing/2014/main" id="{E58195DF-F14B-A5F0-B937-27BEBDA51446}"/>
              </a:ext>
            </a:extLst>
          </p:cNvPr>
          <p:cNvSpPr txBox="1"/>
          <p:nvPr/>
        </p:nvSpPr>
        <p:spPr>
          <a:xfrm>
            <a:off x="1257717" y="4153542"/>
            <a:ext cx="592742" cy="707886"/>
          </a:xfrm>
          <a:prstGeom prst="rect">
            <a:avLst/>
          </a:prstGeom>
          <a:noFill/>
        </p:spPr>
        <p:txBody>
          <a:bodyPr wrap="square" anchor="b">
            <a:spAutoFit/>
          </a:bodyPr>
          <a:lstStyle/>
          <a:p>
            <a:r>
              <a:rPr lang="en-US" sz="4000" b="1">
                <a:solidFill>
                  <a:schemeClr val="tx1"/>
                </a:solidFill>
                <a:latin typeface="Unilever Desire" pitchFamily="2" charset="77"/>
              </a:rPr>
              <a:t>2</a:t>
            </a:r>
          </a:p>
        </p:txBody>
      </p:sp>
      <p:sp>
        <p:nvSpPr>
          <p:cNvPr id="10" name="Headline">
            <a:extLst>
              <a:ext uri="{FF2B5EF4-FFF2-40B4-BE49-F238E27FC236}">
                <a16:creationId xmlns:a16="http://schemas.microsoft.com/office/drawing/2014/main" id="{002B6C26-077B-8186-E743-BB8E99B76F8C}"/>
              </a:ext>
            </a:extLst>
          </p:cNvPr>
          <p:cNvSpPr txBox="1">
            <a:spLocks/>
          </p:cNvSpPr>
          <p:nvPr/>
        </p:nvSpPr>
        <p:spPr>
          <a:xfrm>
            <a:off x="1888224" y="4315450"/>
            <a:ext cx="4600711" cy="384071"/>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2400">
                <a:solidFill>
                  <a:schemeClr val="tx1"/>
                </a:solidFill>
                <a:latin typeface="Unilever Desire Semi Bold" pitchFamily="2" charset="77"/>
                <a:ea typeface="+mj-ea"/>
                <a:cs typeface="+mj-cs"/>
              </a:rPr>
              <a:t>Click ‘Refresh All’ button.</a:t>
            </a:r>
          </a:p>
        </p:txBody>
      </p:sp>
      <p:grpSp>
        <p:nvGrpSpPr>
          <p:cNvPr id="17" name="Group 16">
            <a:extLst>
              <a:ext uri="{FF2B5EF4-FFF2-40B4-BE49-F238E27FC236}">
                <a16:creationId xmlns:a16="http://schemas.microsoft.com/office/drawing/2014/main" id="{D2D6C4BD-0D65-B297-E80F-14265BD3A23A}"/>
              </a:ext>
            </a:extLst>
          </p:cNvPr>
          <p:cNvGrpSpPr/>
          <p:nvPr/>
        </p:nvGrpSpPr>
        <p:grpSpPr>
          <a:xfrm>
            <a:off x="5412422" y="2254955"/>
            <a:ext cx="4834101" cy="1351761"/>
            <a:chOff x="5412422" y="1990547"/>
            <a:chExt cx="4834101" cy="1351761"/>
          </a:xfrm>
        </p:grpSpPr>
        <p:pic>
          <p:nvPicPr>
            <p:cNvPr id="6" name="Picture 5">
              <a:extLst>
                <a:ext uri="{FF2B5EF4-FFF2-40B4-BE49-F238E27FC236}">
                  <a16:creationId xmlns:a16="http://schemas.microsoft.com/office/drawing/2014/main" id="{526FC939-1C64-68DD-6679-317FE31FE321}"/>
                </a:ext>
              </a:extLst>
            </p:cNvPr>
            <p:cNvPicPr>
              <a:picLocks noChangeAspect="1"/>
            </p:cNvPicPr>
            <p:nvPr/>
          </p:nvPicPr>
          <p:blipFill>
            <a:blip r:embed="rId2"/>
            <a:srcRect r="58128" b="54777"/>
            <a:stretch>
              <a:fillRect/>
            </a:stretch>
          </p:blipFill>
          <p:spPr>
            <a:xfrm>
              <a:off x="5412422" y="2190837"/>
              <a:ext cx="4834101" cy="1151471"/>
            </a:xfrm>
            <a:prstGeom prst="rect">
              <a:avLst/>
            </a:prstGeom>
          </p:spPr>
        </p:pic>
        <p:sp>
          <p:nvSpPr>
            <p:cNvPr id="13" name="Arrow: Down 12">
              <a:extLst>
                <a:ext uri="{FF2B5EF4-FFF2-40B4-BE49-F238E27FC236}">
                  <a16:creationId xmlns:a16="http://schemas.microsoft.com/office/drawing/2014/main" id="{1FF30D17-EA10-D411-68C2-15E0432635E8}"/>
                </a:ext>
              </a:extLst>
            </p:cNvPr>
            <p:cNvSpPr/>
            <p:nvPr/>
          </p:nvSpPr>
          <p:spPr>
            <a:xfrm>
              <a:off x="7789153" y="1990547"/>
              <a:ext cx="190808" cy="264405"/>
            </a:xfrm>
            <a:prstGeom prst="downArrow">
              <a:avLst/>
            </a:prstGeom>
            <a:solidFill>
              <a:srgbClr val="FF0000"/>
            </a:solidFill>
            <a:ln w="12186" cap="flat">
              <a:solidFill>
                <a:schemeClr val="bg1"/>
              </a:solidFill>
              <a:prstDash val="solid"/>
              <a:miter/>
            </a:ln>
          </p:spPr>
          <p:txBody>
            <a:bodyPr rtlCol="0" anchor="ctr"/>
            <a:lstStyle/>
            <a:p>
              <a:pPr algn="l"/>
              <a:endParaRPr lang="en-US"/>
            </a:p>
          </p:txBody>
        </p:sp>
      </p:grpSp>
      <p:grpSp>
        <p:nvGrpSpPr>
          <p:cNvPr id="18" name="Group 17">
            <a:extLst>
              <a:ext uri="{FF2B5EF4-FFF2-40B4-BE49-F238E27FC236}">
                <a16:creationId xmlns:a16="http://schemas.microsoft.com/office/drawing/2014/main" id="{019A2814-6CA8-660A-B733-E9036F0867C8}"/>
              </a:ext>
            </a:extLst>
          </p:cNvPr>
          <p:cNvGrpSpPr/>
          <p:nvPr/>
        </p:nvGrpSpPr>
        <p:grpSpPr>
          <a:xfrm>
            <a:off x="6025091" y="3968753"/>
            <a:ext cx="4839704" cy="1077464"/>
            <a:chOff x="5412422" y="3951738"/>
            <a:chExt cx="4839704" cy="1077464"/>
          </a:xfrm>
        </p:grpSpPr>
        <p:pic>
          <p:nvPicPr>
            <p:cNvPr id="12" name="Picture 11">
              <a:extLst>
                <a:ext uri="{FF2B5EF4-FFF2-40B4-BE49-F238E27FC236}">
                  <a16:creationId xmlns:a16="http://schemas.microsoft.com/office/drawing/2014/main" id="{C28695BA-9FB9-3E48-3179-F35A54915DD4}"/>
                </a:ext>
              </a:extLst>
            </p:cNvPr>
            <p:cNvPicPr>
              <a:picLocks noChangeAspect="1"/>
            </p:cNvPicPr>
            <p:nvPr/>
          </p:nvPicPr>
          <p:blipFill>
            <a:blip r:embed="rId3"/>
            <a:srcRect b="16062"/>
            <a:stretch>
              <a:fillRect/>
            </a:stretch>
          </p:blipFill>
          <p:spPr>
            <a:xfrm>
              <a:off x="5412422" y="3951738"/>
              <a:ext cx="4839704" cy="1077464"/>
            </a:xfrm>
            <a:prstGeom prst="rect">
              <a:avLst/>
            </a:prstGeom>
          </p:spPr>
        </p:pic>
        <p:sp>
          <p:nvSpPr>
            <p:cNvPr id="14" name="Arrow: Down 13">
              <a:extLst>
                <a:ext uri="{FF2B5EF4-FFF2-40B4-BE49-F238E27FC236}">
                  <a16:creationId xmlns:a16="http://schemas.microsoft.com/office/drawing/2014/main" id="{FED91240-EC96-BE87-9C2B-AFA3C38A834A}"/>
                </a:ext>
              </a:extLst>
            </p:cNvPr>
            <p:cNvSpPr/>
            <p:nvPr/>
          </p:nvSpPr>
          <p:spPr>
            <a:xfrm>
              <a:off x="7445795" y="3951738"/>
              <a:ext cx="190808" cy="264405"/>
            </a:xfrm>
            <a:prstGeom prst="downArrow">
              <a:avLst/>
            </a:prstGeom>
            <a:solidFill>
              <a:srgbClr val="FF0000"/>
            </a:solidFill>
            <a:ln w="12186" cap="flat">
              <a:solidFill>
                <a:schemeClr val="bg1"/>
              </a:solidFill>
              <a:prstDash val="solid"/>
              <a:miter/>
            </a:ln>
          </p:spPr>
          <p:txBody>
            <a:bodyPr rtlCol="0" anchor="ctr"/>
            <a:lstStyle/>
            <a:p>
              <a:pPr algn="l"/>
              <a:endParaRPr lang="en-US"/>
            </a:p>
          </p:txBody>
        </p:sp>
      </p:grpSp>
      <p:sp>
        <p:nvSpPr>
          <p:cNvPr id="15" name="1">
            <a:extLst>
              <a:ext uri="{FF2B5EF4-FFF2-40B4-BE49-F238E27FC236}">
                <a16:creationId xmlns:a16="http://schemas.microsoft.com/office/drawing/2014/main" id="{236C5B48-DEC3-2C72-E1D1-B4696FD5D714}"/>
              </a:ext>
            </a:extLst>
          </p:cNvPr>
          <p:cNvSpPr txBox="1"/>
          <p:nvPr/>
        </p:nvSpPr>
        <p:spPr>
          <a:xfrm>
            <a:off x="3917435" y="5655025"/>
            <a:ext cx="465265" cy="707886"/>
          </a:xfrm>
          <a:prstGeom prst="rect">
            <a:avLst/>
          </a:prstGeom>
          <a:noFill/>
        </p:spPr>
        <p:txBody>
          <a:bodyPr wrap="square" anchor="b">
            <a:spAutoFit/>
          </a:bodyPr>
          <a:lstStyle/>
          <a:p>
            <a:r>
              <a:rPr lang="pt-BR" sz="4000" b="1">
                <a:latin typeface="Unilever Desire" pitchFamily="2" charset="77"/>
              </a:rPr>
              <a:t>3</a:t>
            </a:r>
            <a:endParaRPr lang="en-US" sz="4000" b="1">
              <a:solidFill>
                <a:schemeClr val="tx1"/>
              </a:solidFill>
              <a:latin typeface="Unilever Desire" pitchFamily="2" charset="77"/>
            </a:endParaRPr>
          </a:p>
        </p:txBody>
      </p:sp>
      <p:sp>
        <p:nvSpPr>
          <p:cNvPr id="16" name="Headline">
            <a:extLst>
              <a:ext uri="{FF2B5EF4-FFF2-40B4-BE49-F238E27FC236}">
                <a16:creationId xmlns:a16="http://schemas.microsoft.com/office/drawing/2014/main" id="{EDE219FC-7648-073E-C4CF-903EC5507106}"/>
              </a:ext>
            </a:extLst>
          </p:cNvPr>
          <p:cNvSpPr txBox="1">
            <a:spLocks/>
          </p:cNvSpPr>
          <p:nvPr/>
        </p:nvSpPr>
        <p:spPr>
          <a:xfrm>
            <a:off x="4547943" y="5828958"/>
            <a:ext cx="3096114" cy="360020"/>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latinLnBrk="0" hangingPunct="0">
              <a:lnSpc>
                <a:spcPct val="90000"/>
              </a:lnSpc>
              <a:spcBef>
                <a:spcPts val="0"/>
              </a:spcBef>
            </a:pPr>
            <a:r>
              <a:rPr lang="en-GB" sz="2400">
                <a:solidFill>
                  <a:schemeClr val="tx1"/>
                </a:solidFill>
                <a:latin typeface="Unilever Desire Semi Bold" pitchFamily="2" charset="77"/>
                <a:ea typeface="+mj-ea"/>
                <a:cs typeface="+mj-cs"/>
              </a:rPr>
              <a:t>You are good to go!</a:t>
            </a:r>
          </a:p>
        </p:txBody>
      </p:sp>
      <p:cxnSp>
        <p:nvCxnSpPr>
          <p:cNvPr id="19" name="Line">
            <a:extLst>
              <a:ext uri="{FF2B5EF4-FFF2-40B4-BE49-F238E27FC236}">
                <a16:creationId xmlns:a16="http://schemas.microsoft.com/office/drawing/2014/main" id="{C069716A-AC7B-1810-847C-78C695430F3B}"/>
              </a:ext>
              <a:ext uri="{C183D7F6-B498-43B3-948B-1728B52AA6E4}">
                <adec:decorative xmlns:adec="http://schemas.microsoft.com/office/drawing/2017/decorative" val="1"/>
              </a:ext>
            </a:extLst>
          </p:cNvPr>
          <p:cNvCxnSpPr>
            <a:cxnSpLocks/>
          </p:cNvCxnSpPr>
          <p:nvPr/>
        </p:nvCxnSpPr>
        <p:spPr>
          <a:xfrm flipH="1">
            <a:off x="1106106" y="3792560"/>
            <a:ext cx="9979788" cy="0"/>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2" name="Line">
            <a:extLst>
              <a:ext uri="{FF2B5EF4-FFF2-40B4-BE49-F238E27FC236}">
                <a16:creationId xmlns:a16="http://schemas.microsoft.com/office/drawing/2014/main" id="{A10C0409-6FB5-80F5-6D38-84B8183DDB9D}"/>
              </a:ext>
              <a:ext uri="{C183D7F6-B498-43B3-948B-1728B52AA6E4}">
                <adec:decorative xmlns:adec="http://schemas.microsoft.com/office/drawing/2017/decorative" val="1"/>
              </a:ext>
            </a:extLst>
          </p:cNvPr>
          <p:cNvCxnSpPr>
            <a:cxnSpLocks/>
          </p:cNvCxnSpPr>
          <p:nvPr/>
        </p:nvCxnSpPr>
        <p:spPr>
          <a:xfrm flipH="1">
            <a:off x="1106106" y="5244950"/>
            <a:ext cx="9979788" cy="0"/>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3" name="Body copy">
            <a:extLst>
              <a:ext uri="{FF2B5EF4-FFF2-40B4-BE49-F238E27FC236}">
                <a16:creationId xmlns:a16="http://schemas.microsoft.com/office/drawing/2014/main" id="{F1817683-7DBF-F042-212C-862626FC77DA}"/>
              </a:ext>
            </a:extLst>
          </p:cNvPr>
          <p:cNvSpPr txBox="1">
            <a:spLocks/>
          </p:cNvSpPr>
          <p:nvPr/>
        </p:nvSpPr>
        <p:spPr>
          <a:xfrm>
            <a:off x="315725" y="1653789"/>
            <a:ext cx="11503454" cy="312000"/>
          </a:xfrm>
          <a:prstGeom prst="rect">
            <a:avLst/>
          </a:prstGeom>
        </p:spPr>
        <p:txBody>
          <a:bodyPr/>
          <a:lstStyle>
            <a:lvl1pPr marL="0" indent="0" algn="l" defTabSz="914400" rtl="0" eaLnBrk="1" latinLnBrk="0" hangingPunct="0">
              <a:lnSpc>
                <a:spcPct val="100000"/>
              </a:lnSpc>
              <a:spcBef>
                <a:spcPts val="1600"/>
              </a:spcBef>
              <a:spcAft>
                <a:spcPts val="0"/>
              </a:spcAft>
              <a:buFont typeface="Arial" panose="020B0604020202020204" pitchFamily="34" charset="0"/>
              <a:buNone/>
              <a:tabLst/>
              <a:defRPr sz="1600" b="0" i="0" kern="1200">
                <a:solidFill>
                  <a:schemeClr val="tx2"/>
                </a:solidFill>
                <a:latin typeface="+mn-lt"/>
                <a:ea typeface="+mn-ea"/>
                <a:cs typeface="+mn-cs"/>
              </a:defRPr>
            </a:lvl1pPr>
            <a:lvl2pPr marL="0" indent="0" algn="l" defTabSz="914400" rtl="0" eaLnBrk="1" latinLnBrk="1" hangingPunct="1">
              <a:lnSpc>
                <a:spcPct val="100000"/>
              </a:lnSpc>
              <a:spcBef>
                <a:spcPts val="1600"/>
              </a:spcBef>
              <a:spcAft>
                <a:spcPts val="0"/>
              </a:spcAft>
              <a:buFont typeface="Arial" panose="020B0604020202020204" pitchFamily="34" charset="0"/>
              <a:buNone/>
              <a:tabLst/>
              <a:defRPr sz="1400" b="1" i="0" kern="1200">
                <a:solidFill>
                  <a:schemeClr val="tx2"/>
                </a:solidFill>
                <a:latin typeface="+mn-lt"/>
                <a:ea typeface="+mn-ea"/>
                <a:cs typeface="+mn-cs"/>
              </a:defRPr>
            </a:lvl2pPr>
            <a:lvl3pPr marL="360000" indent="-108000" algn="l" defTabSz="914400" rtl="0" eaLnBrk="1" latinLnBrk="1" hangingPunct="1">
              <a:lnSpc>
                <a:spcPct val="100000"/>
              </a:lnSpc>
              <a:spcBef>
                <a:spcPts val="1600"/>
              </a:spcBef>
              <a:spcAft>
                <a:spcPts val="0"/>
              </a:spcAft>
              <a:buFont typeface="Arial" panose="020B0604020202020204" pitchFamily="34" charset="0"/>
              <a:buChar char="•"/>
              <a:tabLst/>
              <a:defRPr sz="1400" b="1" i="0" kern="1200">
                <a:solidFill>
                  <a:schemeClr val="tx2"/>
                </a:solidFill>
                <a:latin typeface="+mn-lt"/>
                <a:ea typeface="+mn-ea"/>
                <a:cs typeface="+mn-cs"/>
              </a:defRPr>
            </a:lvl3pPr>
            <a:lvl4pPr marL="504000" indent="-108000" algn="l" defTabSz="914400" rtl="0" eaLnBrk="1" latinLnBrk="1" hangingPunct="1">
              <a:lnSpc>
                <a:spcPct val="100000"/>
              </a:lnSpc>
              <a:spcBef>
                <a:spcPts val="1600"/>
              </a:spcBef>
              <a:spcAft>
                <a:spcPts val="0"/>
              </a:spcAft>
              <a:buFont typeface="System Font Regular"/>
              <a:buChar char="–"/>
              <a:tabLst/>
              <a:defRPr sz="1400" b="1" i="0" kern="1200">
                <a:solidFill>
                  <a:schemeClr val="tx2"/>
                </a:solidFill>
                <a:latin typeface="+mn-lt"/>
                <a:ea typeface="+mn-ea"/>
                <a:cs typeface="+mn-cs"/>
              </a:defRPr>
            </a:lvl4pPr>
            <a:lvl5pPr marL="2000250" indent="-17145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Visby CF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800"/>
              </a:spcAft>
            </a:pPr>
            <a:r>
              <a:rPr lang="en-GB" sz="1300">
                <a:latin typeface="Unilever Desire" pitchFamily="2" charset="77"/>
              </a:rPr>
              <a:t>Please follow the instructions below if Brand, Campaign or Segment fields are outdated/have missing attributes.</a:t>
            </a:r>
          </a:p>
        </p:txBody>
      </p:sp>
    </p:spTree>
    <p:extLst>
      <p:ext uri="{BB962C8B-B14F-4D97-AF65-F5344CB8AC3E}">
        <p14:creationId xmlns:p14="http://schemas.microsoft.com/office/powerpoint/2010/main" val="2083291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655F9C-E45C-1C9B-DEBC-AA244A1216A9}"/>
              </a:ext>
            </a:extLst>
          </p:cNvPr>
          <p:cNvSpPr>
            <a:spLocks noGrp="1"/>
          </p:cNvSpPr>
          <p:nvPr>
            <p:ph type="body" sz="half" idx="15"/>
          </p:nvPr>
        </p:nvSpPr>
        <p:spPr/>
        <p:txBody>
          <a:bodyPr/>
          <a:lstStyle/>
          <a:p>
            <a:r>
              <a:rPr lang="pt-BR" dirty="0" err="1"/>
              <a:t>Taxonomy</a:t>
            </a:r>
            <a:r>
              <a:rPr lang="pt-BR" dirty="0"/>
              <a:t> </a:t>
            </a:r>
            <a:r>
              <a:rPr lang="pt-BR" dirty="0" err="1"/>
              <a:t>Examples</a:t>
            </a:r>
            <a:endParaRPr lang="en-US" dirty="0"/>
          </a:p>
        </p:txBody>
      </p:sp>
      <p:sp>
        <p:nvSpPr>
          <p:cNvPr id="3" name="Title 2">
            <a:extLst>
              <a:ext uri="{FF2B5EF4-FFF2-40B4-BE49-F238E27FC236}">
                <a16:creationId xmlns:a16="http://schemas.microsoft.com/office/drawing/2014/main" id="{0D80BF21-A409-D476-782F-8537757A4BDE}"/>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DEC5125-D820-FD5B-5259-AFDA12BF2FB4}"/>
              </a:ext>
            </a:extLst>
          </p:cNvPr>
          <p:cNvSpPr>
            <a:spLocks noGrp="1"/>
          </p:cNvSpPr>
          <p:nvPr>
            <p:ph type="sldNum" sz="quarter" idx="16"/>
          </p:nvPr>
        </p:nvSpPr>
        <p:spPr/>
        <p:txBody>
          <a:bodyPr/>
          <a:lstStyle/>
          <a:p>
            <a:fld id="{AA81C49F-4514-B440-9310-1C2F3B5561BD}" type="slidenum">
              <a:rPr lang="en-GB" smtClean="0"/>
              <a:pPr/>
              <a:t>9</a:t>
            </a:fld>
            <a:endParaRPr lang="en-GB"/>
          </a:p>
        </p:txBody>
      </p:sp>
      <p:sp>
        <p:nvSpPr>
          <p:cNvPr id="9" name="Arrow: Bent-Up 8">
            <a:extLst>
              <a:ext uri="{FF2B5EF4-FFF2-40B4-BE49-F238E27FC236}">
                <a16:creationId xmlns:a16="http://schemas.microsoft.com/office/drawing/2014/main" id="{9FD83988-D769-1C53-D652-1A2E2960CC33}"/>
              </a:ext>
            </a:extLst>
          </p:cNvPr>
          <p:cNvSpPr/>
          <p:nvPr/>
        </p:nvSpPr>
        <p:spPr>
          <a:xfrm rot="5400000">
            <a:off x="1221162" y="2534452"/>
            <a:ext cx="594360" cy="1150920"/>
          </a:xfrm>
          <a:prstGeom prst="bentUpArrow">
            <a:avLst>
              <a:gd name="adj1" fmla="val 19231"/>
              <a:gd name="adj2" fmla="val 25000"/>
              <a:gd name="adj3" fmla="val 25000"/>
            </a:avLst>
          </a:prstGeom>
          <a:solidFill>
            <a:schemeClr val="accent1">
              <a:lumMod val="50000"/>
            </a:schemeClr>
          </a:solidFill>
          <a:ln w="12186" cap="flat">
            <a:noFill/>
            <a:prstDash val="solid"/>
            <a:miter/>
          </a:ln>
        </p:spPr>
        <p:txBody>
          <a:bodyPr rtlCol="0" anchor="ctr"/>
          <a:lstStyle/>
          <a:p>
            <a:pPr algn="l"/>
            <a:endParaRPr lang="en-US"/>
          </a:p>
        </p:txBody>
      </p:sp>
      <p:sp>
        <p:nvSpPr>
          <p:cNvPr id="14" name="Arrow: Bent-Up 13">
            <a:extLst>
              <a:ext uri="{FF2B5EF4-FFF2-40B4-BE49-F238E27FC236}">
                <a16:creationId xmlns:a16="http://schemas.microsoft.com/office/drawing/2014/main" id="{5B9BF497-05D5-D534-9C6C-482852D19E3A}"/>
              </a:ext>
            </a:extLst>
          </p:cNvPr>
          <p:cNvSpPr/>
          <p:nvPr/>
        </p:nvSpPr>
        <p:spPr>
          <a:xfrm rot="5400000">
            <a:off x="1221162" y="4943990"/>
            <a:ext cx="594360" cy="1150920"/>
          </a:xfrm>
          <a:prstGeom prst="bentUpArrow">
            <a:avLst>
              <a:gd name="adj1" fmla="val 19231"/>
              <a:gd name="adj2" fmla="val 25000"/>
              <a:gd name="adj3" fmla="val 25000"/>
            </a:avLst>
          </a:prstGeom>
          <a:solidFill>
            <a:schemeClr val="accent1">
              <a:lumMod val="50000"/>
            </a:schemeClr>
          </a:solidFill>
          <a:ln w="12186" cap="flat">
            <a:noFill/>
            <a:prstDash val="solid"/>
            <a:miter/>
          </a:ln>
        </p:spPr>
        <p:txBody>
          <a:bodyPr rtlCol="0" anchor="ctr"/>
          <a:lstStyle/>
          <a:p>
            <a:pPr algn="l"/>
            <a:endParaRPr lang="en-US"/>
          </a:p>
        </p:txBody>
      </p:sp>
      <p:pic>
        <p:nvPicPr>
          <p:cNvPr id="7" name="Picture 6">
            <a:extLst>
              <a:ext uri="{FF2B5EF4-FFF2-40B4-BE49-F238E27FC236}">
                <a16:creationId xmlns:a16="http://schemas.microsoft.com/office/drawing/2014/main" id="{BC1AA045-9336-BFC8-97E0-97FF9189BC02}"/>
              </a:ext>
            </a:extLst>
          </p:cNvPr>
          <p:cNvPicPr>
            <a:picLocks noChangeAspect="1"/>
          </p:cNvPicPr>
          <p:nvPr/>
        </p:nvPicPr>
        <p:blipFill>
          <a:blip r:embed="rId2"/>
          <a:stretch>
            <a:fillRect/>
          </a:stretch>
        </p:blipFill>
        <p:spPr>
          <a:xfrm>
            <a:off x="314632" y="2171669"/>
            <a:ext cx="11562735" cy="541751"/>
          </a:xfrm>
          <a:prstGeom prst="rect">
            <a:avLst/>
          </a:prstGeom>
        </p:spPr>
      </p:pic>
      <p:pic>
        <p:nvPicPr>
          <p:cNvPr id="12" name="Picture 11">
            <a:extLst>
              <a:ext uri="{FF2B5EF4-FFF2-40B4-BE49-F238E27FC236}">
                <a16:creationId xmlns:a16="http://schemas.microsoft.com/office/drawing/2014/main" id="{AF13CBBC-8553-513B-42F6-A36F6F06178D}"/>
              </a:ext>
            </a:extLst>
          </p:cNvPr>
          <p:cNvPicPr>
            <a:picLocks noChangeAspect="1"/>
          </p:cNvPicPr>
          <p:nvPr/>
        </p:nvPicPr>
        <p:blipFill>
          <a:blip r:embed="rId3"/>
          <a:stretch>
            <a:fillRect/>
          </a:stretch>
        </p:blipFill>
        <p:spPr>
          <a:xfrm>
            <a:off x="2314267" y="2812732"/>
            <a:ext cx="9563100" cy="638175"/>
          </a:xfrm>
          <a:prstGeom prst="rect">
            <a:avLst/>
          </a:prstGeom>
        </p:spPr>
      </p:pic>
      <p:pic>
        <p:nvPicPr>
          <p:cNvPr id="20" name="Picture 19">
            <a:extLst>
              <a:ext uri="{FF2B5EF4-FFF2-40B4-BE49-F238E27FC236}">
                <a16:creationId xmlns:a16="http://schemas.microsoft.com/office/drawing/2014/main" id="{D5D6B27B-44F6-71FE-2B13-E5DDE4A0FBFD}"/>
              </a:ext>
            </a:extLst>
          </p:cNvPr>
          <p:cNvPicPr>
            <a:picLocks noChangeAspect="1"/>
          </p:cNvPicPr>
          <p:nvPr/>
        </p:nvPicPr>
        <p:blipFill>
          <a:blip r:embed="rId4"/>
          <a:stretch>
            <a:fillRect/>
          </a:stretch>
        </p:blipFill>
        <p:spPr>
          <a:xfrm>
            <a:off x="314631" y="4587995"/>
            <a:ext cx="11562735" cy="550221"/>
          </a:xfrm>
          <a:prstGeom prst="rect">
            <a:avLst/>
          </a:prstGeom>
        </p:spPr>
      </p:pic>
      <p:pic>
        <p:nvPicPr>
          <p:cNvPr id="22" name="Picture 21">
            <a:extLst>
              <a:ext uri="{FF2B5EF4-FFF2-40B4-BE49-F238E27FC236}">
                <a16:creationId xmlns:a16="http://schemas.microsoft.com/office/drawing/2014/main" id="{0FA45990-BCAA-0331-362B-8E2638E92465}"/>
              </a:ext>
            </a:extLst>
          </p:cNvPr>
          <p:cNvPicPr>
            <a:picLocks noChangeAspect="1"/>
          </p:cNvPicPr>
          <p:nvPr/>
        </p:nvPicPr>
        <p:blipFill>
          <a:blip r:embed="rId5"/>
          <a:stretch>
            <a:fillRect/>
          </a:stretch>
        </p:blipFill>
        <p:spPr>
          <a:xfrm>
            <a:off x="2323791" y="5222270"/>
            <a:ext cx="9553575" cy="647700"/>
          </a:xfrm>
          <a:prstGeom prst="rect">
            <a:avLst/>
          </a:prstGeom>
        </p:spPr>
      </p:pic>
    </p:spTree>
    <p:extLst>
      <p:ext uri="{BB962C8B-B14F-4D97-AF65-F5344CB8AC3E}">
        <p14:creationId xmlns:p14="http://schemas.microsoft.com/office/powerpoint/2010/main" val="998947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F32F-28A1-C095-BC20-6C5791E37A3D}"/>
            </a:ext>
          </a:extLst>
        </p:cNvPr>
        <p:cNvGrpSpPr/>
        <p:nvPr/>
      </p:nvGrpSpPr>
      <p:grpSpPr>
        <a:xfrm>
          <a:off x="0" y="0"/>
          <a:ext cx="0" cy="0"/>
          <a:chOff x="0" y="0"/>
          <a:chExt cx="0" cy="0"/>
        </a:xfrm>
      </p:grpSpPr>
      <p:sp>
        <p:nvSpPr>
          <p:cNvPr id="11" name="CaixaDeTexto 10">
            <a:extLst>
              <a:ext uri="{FF2B5EF4-FFF2-40B4-BE49-F238E27FC236}">
                <a16:creationId xmlns:a16="http://schemas.microsoft.com/office/drawing/2014/main" id="{A04944A7-7DCA-BAFB-F18E-85DA631929AA}"/>
              </a:ext>
            </a:extLst>
          </p:cNvPr>
          <p:cNvSpPr txBox="1"/>
          <p:nvPr/>
        </p:nvSpPr>
        <p:spPr>
          <a:xfrm>
            <a:off x="3357120" y="2659025"/>
            <a:ext cx="1980000" cy="307777"/>
          </a:xfrm>
          <a:prstGeom prst="rect">
            <a:avLst/>
          </a:prstGeom>
          <a:noFill/>
        </p:spPr>
        <p:txBody>
          <a:bodyPr wrap="square">
            <a:spAutoFit/>
          </a:bodyPr>
          <a:lstStyle/>
          <a:p>
            <a:pPr algn="ctr"/>
            <a:r>
              <a:rPr lang="en-ZA" sz="1400" b="1" noProof="0" err="1">
                <a:latin typeface="+mj-lt"/>
              </a:rPr>
              <a:t>Brainsuite</a:t>
            </a:r>
            <a:r>
              <a:rPr lang="en-ZA" sz="1400" b="1" noProof="0">
                <a:latin typeface="+mj-lt"/>
              </a:rPr>
              <a:t> </a:t>
            </a:r>
            <a:r>
              <a:rPr lang="en-ZA" sz="1400" b="1">
                <a:latin typeface="+mj-lt"/>
              </a:rPr>
              <a:t>p</a:t>
            </a:r>
            <a:r>
              <a:rPr lang="en-ZA" sz="1400" b="1" noProof="0">
                <a:latin typeface="+mj-lt"/>
              </a:rPr>
              <a:t>re‑test</a:t>
            </a:r>
            <a:endParaRPr lang="en-ZA" sz="1100" noProof="0">
              <a:latin typeface="+mj-lt"/>
            </a:endParaRPr>
          </a:p>
        </p:txBody>
      </p:sp>
      <p:sp>
        <p:nvSpPr>
          <p:cNvPr id="12" name="CaixaDeTexto 11">
            <a:extLst>
              <a:ext uri="{FF2B5EF4-FFF2-40B4-BE49-F238E27FC236}">
                <a16:creationId xmlns:a16="http://schemas.microsoft.com/office/drawing/2014/main" id="{816C8003-A3BD-75A7-6E06-96701599BC3F}"/>
              </a:ext>
            </a:extLst>
          </p:cNvPr>
          <p:cNvSpPr txBox="1"/>
          <p:nvPr/>
        </p:nvSpPr>
        <p:spPr>
          <a:xfrm>
            <a:off x="4630966" y="4000059"/>
            <a:ext cx="1980000" cy="492443"/>
          </a:xfrm>
          <a:prstGeom prst="rect">
            <a:avLst/>
          </a:prstGeom>
          <a:noFill/>
        </p:spPr>
        <p:txBody>
          <a:bodyPr wrap="square">
            <a:spAutoFit/>
          </a:bodyPr>
          <a:lstStyle/>
          <a:p>
            <a:pPr algn="ctr"/>
            <a:r>
              <a:rPr lang="en-ZA" sz="1400" b="1" noProof="0">
                <a:latin typeface="+mj-lt"/>
              </a:rPr>
              <a:t>Asset Rework </a:t>
            </a:r>
          </a:p>
          <a:p>
            <a:pPr algn="ctr"/>
            <a:r>
              <a:rPr lang="en-ZA" sz="1100" b="1" noProof="0">
                <a:latin typeface="+mj-lt"/>
              </a:rPr>
              <a:t>(if needed)</a:t>
            </a:r>
            <a:endParaRPr lang="en-ZA" sz="1000" noProof="0">
              <a:latin typeface="+mj-lt"/>
            </a:endParaRPr>
          </a:p>
        </p:txBody>
      </p:sp>
      <p:sp>
        <p:nvSpPr>
          <p:cNvPr id="17" name="CaixaDeTexto 16">
            <a:extLst>
              <a:ext uri="{FF2B5EF4-FFF2-40B4-BE49-F238E27FC236}">
                <a16:creationId xmlns:a16="http://schemas.microsoft.com/office/drawing/2014/main" id="{7B030DE6-C6A0-52EE-B6A4-CB1C0D7AF242}"/>
              </a:ext>
            </a:extLst>
          </p:cNvPr>
          <p:cNvSpPr txBox="1"/>
          <p:nvPr/>
        </p:nvSpPr>
        <p:spPr>
          <a:xfrm>
            <a:off x="7178658" y="4000059"/>
            <a:ext cx="1980000" cy="523220"/>
          </a:xfrm>
          <a:prstGeom prst="rect">
            <a:avLst/>
          </a:prstGeom>
          <a:noFill/>
        </p:spPr>
        <p:txBody>
          <a:bodyPr wrap="square">
            <a:spAutoFit/>
          </a:bodyPr>
          <a:lstStyle/>
          <a:p>
            <a:pPr algn="ctr"/>
            <a:r>
              <a:rPr lang="en-ZA" sz="1400" b="1" noProof="0">
                <a:latin typeface="+mj-lt"/>
              </a:rPr>
              <a:t>Submission to the Marketing Team</a:t>
            </a:r>
            <a:endParaRPr lang="en-ZA" sz="1400" noProof="0">
              <a:latin typeface="+mj-lt"/>
            </a:endParaRPr>
          </a:p>
        </p:txBody>
      </p:sp>
      <p:sp>
        <p:nvSpPr>
          <p:cNvPr id="21" name="CaixaDeTexto 20">
            <a:extLst>
              <a:ext uri="{FF2B5EF4-FFF2-40B4-BE49-F238E27FC236}">
                <a16:creationId xmlns:a16="http://schemas.microsoft.com/office/drawing/2014/main" id="{0979A242-2858-28EF-3911-59A7B4314487}"/>
              </a:ext>
            </a:extLst>
          </p:cNvPr>
          <p:cNvSpPr txBox="1"/>
          <p:nvPr/>
        </p:nvSpPr>
        <p:spPr>
          <a:xfrm>
            <a:off x="8452504" y="2551303"/>
            <a:ext cx="1980000" cy="523220"/>
          </a:xfrm>
          <a:prstGeom prst="rect">
            <a:avLst/>
          </a:prstGeom>
          <a:noFill/>
        </p:spPr>
        <p:txBody>
          <a:bodyPr wrap="square">
            <a:spAutoFit/>
          </a:bodyPr>
          <a:lstStyle/>
          <a:p>
            <a:pPr algn="ctr"/>
            <a:r>
              <a:rPr lang="en-ZA" sz="1400" b="1" noProof="0">
                <a:solidFill>
                  <a:schemeClr val="accent3"/>
                </a:solidFill>
                <a:latin typeface="+mj-lt"/>
              </a:rPr>
              <a:t>Approval/</a:t>
            </a:r>
          </a:p>
          <a:p>
            <a:pPr algn="ctr"/>
            <a:r>
              <a:rPr lang="en-ZA" sz="1400" b="1" noProof="0">
                <a:solidFill>
                  <a:schemeClr val="accent3"/>
                </a:solidFill>
                <a:latin typeface="+mj-lt"/>
              </a:rPr>
              <a:t>Next Steps</a:t>
            </a:r>
            <a:endParaRPr lang="en-ZA" sz="1100" noProof="0">
              <a:solidFill>
                <a:schemeClr val="accent3"/>
              </a:solidFill>
              <a:latin typeface="+mj-lt"/>
            </a:endParaRPr>
          </a:p>
        </p:txBody>
      </p:sp>
      <p:sp>
        <p:nvSpPr>
          <p:cNvPr id="4" name="CaixaDeTexto 3">
            <a:extLst>
              <a:ext uri="{FF2B5EF4-FFF2-40B4-BE49-F238E27FC236}">
                <a16:creationId xmlns:a16="http://schemas.microsoft.com/office/drawing/2014/main" id="{84F41227-7D8B-D9B0-CB35-315993E0CFAA}"/>
              </a:ext>
            </a:extLst>
          </p:cNvPr>
          <p:cNvSpPr txBox="1"/>
          <p:nvPr/>
        </p:nvSpPr>
        <p:spPr>
          <a:xfrm>
            <a:off x="863469" y="2659024"/>
            <a:ext cx="1980000" cy="307777"/>
          </a:xfrm>
          <a:prstGeom prst="rect">
            <a:avLst/>
          </a:prstGeom>
          <a:noFill/>
        </p:spPr>
        <p:txBody>
          <a:bodyPr wrap="square">
            <a:spAutoFit/>
          </a:bodyPr>
          <a:lstStyle/>
          <a:p>
            <a:pPr algn="ctr"/>
            <a:r>
              <a:rPr lang="pt-BR" sz="1400" b="1" dirty="0" err="1">
                <a:latin typeface="+mj-lt"/>
              </a:rPr>
              <a:t>Initial</a:t>
            </a:r>
            <a:r>
              <a:rPr lang="pt-BR" sz="1400" b="1" dirty="0">
                <a:latin typeface="+mj-lt"/>
              </a:rPr>
              <a:t> Briefing</a:t>
            </a:r>
            <a:endParaRPr lang="en-ZA" sz="1100" dirty="0">
              <a:latin typeface="+mj-lt"/>
            </a:endParaRPr>
          </a:p>
        </p:txBody>
      </p:sp>
      <p:sp>
        <p:nvSpPr>
          <p:cNvPr id="6" name="CaixaDeTexto 5">
            <a:extLst>
              <a:ext uri="{FF2B5EF4-FFF2-40B4-BE49-F238E27FC236}">
                <a16:creationId xmlns:a16="http://schemas.microsoft.com/office/drawing/2014/main" id="{A7187897-A073-220A-816C-BFA994D77D04}"/>
              </a:ext>
            </a:extLst>
          </p:cNvPr>
          <p:cNvSpPr txBox="1"/>
          <p:nvPr/>
        </p:nvSpPr>
        <p:spPr>
          <a:xfrm>
            <a:off x="9726348" y="4000059"/>
            <a:ext cx="1980000" cy="523220"/>
          </a:xfrm>
          <a:prstGeom prst="rect">
            <a:avLst/>
          </a:prstGeom>
          <a:noFill/>
        </p:spPr>
        <p:txBody>
          <a:bodyPr wrap="square">
            <a:spAutoFit/>
          </a:bodyPr>
          <a:lstStyle/>
          <a:p>
            <a:pPr algn="ctr"/>
            <a:r>
              <a:rPr lang="en-ZA" sz="1400" b="1" noProof="0">
                <a:solidFill>
                  <a:schemeClr val="accent3"/>
                </a:solidFill>
                <a:latin typeface="+mj-lt"/>
              </a:rPr>
              <a:t>Media Control Sheet Registration</a:t>
            </a:r>
            <a:endParaRPr lang="pt-BR" sz="1100">
              <a:solidFill>
                <a:schemeClr val="accent3"/>
              </a:solidFill>
              <a:latin typeface="+mj-lt"/>
            </a:endParaRPr>
          </a:p>
        </p:txBody>
      </p:sp>
      <p:sp>
        <p:nvSpPr>
          <p:cNvPr id="29" name="CaixaDeTexto 28">
            <a:extLst>
              <a:ext uri="{FF2B5EF4-FFF2-40B4-BE49-F238E27FC236}">
                <a16:creationId xmlns:a16="http://schemas.microsoft.com/office/drawing/2014/main" id="{694EEA4F-5344-274A-FF1E-3493514D383E}"/>
              </a:ext>
            </a:extLst>
          </p:cNvPr>
          <p:cNvSpPr txBox="1"/>
          <p:nvPr/>
        </p:nvSpPr>
        <p:spPr>
          <a:xfrm>
            <a:off x="5958853" y="2458970"/>
            <a:ext cx="1980000" cy="707886"/>
          </a:xfrm>
          <a:prstGeom prst="rect">
            <a:avLst/>
          </a:prstGeom>
          <a:noFill/>
        </p:spPr>
        <p:txBody>
          <a:bodyPr wrap="square">
            <a:spAutoFit/>
          </a:bodyPr>
          <a:lstStyle/>
          <a:p>
            <a:pPr algn="ctr"/>
            <a:r>
              <a:rPr lang="en-US" sz="1400" b="1">
                <a:latin typeface="+mj-lt"/>
              </a:rPr>
              <a:t>Retest the </a:t>
            </a:r>
          </a:p>
          <a:p>
            <a:pPr algn="ctr"/>
            <a:r>
              <a:rPr lang="en-US" sz="1400" b="1">
                <a:latin typeface="+mj-lt"/>
              </a:rPr>
              <a:t>reworked asset </a:t>
            </a:r>
          </a:p>
          <a:p>
            <a:pPr algn="ctr"/>
            <a:r>
              <a:rPr lang="en-US" sz="1100" b="1">
                <a:latin typeface="+mj-lt"/>
              </a:rPr>
              <a:t>(if rework needed)</a:t>
            </a:r>
            <a:endParaRPr lang="en-ZA" sz="1000" b="1" noProof="0">
              <a:highlight>
                <a:srgbClr val="FFFF00"/>
              </a:highlight>
              <a:latin typeface="+mj-lt"/>
            </a:endParaRPr>
          </a:p>
        </p:txBody>
      </p:sp>
      <p:sp>
        <p:nvSpPr>
          <p:cNvPr id="31" name="CaixaDeTexto 30">
            <a:extLst>
              <a:ext uri="{FF2B5EF4-FFF2-40B4-BE49-F238E27FC236}">
                <a16:creationId xmlns:a16="http://schemas.microsoft.com/office/drawing/2014/main" id="{43181E96-BF06-1F61-460C-D9322DA2AAE0}"/>
              </a:ext>
            </a:extLst>
          </p:cNvPr>
          <p:cNvSpPr txBox="1"/>
          <p:nvPr/>
        </p:nvSpPr>
        <p:spPr>
          <a:xfrm>
            <a:off x="2147041" y="4000059"/>
            <a:ext cx="1980000" cy="307777"/>
          </a:xfrm>
          <a:prstGeom prst="rect">
            <a:avLst/>
          </a:prstGeom>
          <a:noFill/>
        </p:spPr>
        <p:txBody>
          <a:bodyPr wrap="square">
            <a:spAutoFit/>
          </a:bodyPr>
          <a:lstStyle/>
          <a:p>
            <a:pPr algn="ctr"/>
            <a:r>
              <a:rPr lang="pt-BR" sz="1400" b="1">
                <a:solidFill>
                  <a:schemeClr val="accent3"/>
                </a:solidFill>
                <a:latin typeface="+mj-lt"/>
              </a:rPr>
              <a:t>Script Approval</a:t>
            </a:r>
          </a:p>
        </p:txBody>
      </p:sp>
      <p:sp>
        <p:nvSpPr>
          <p:cNvPr id="48" name="Retângulo 47">
            <a:extLst>
              <a:ext uri="{FF2B5EF4-FFF2-40B4-BE49-F238E27FC236}">
                <a16:creationId xmlns:a16="http://schemas.microsoft.com/office/drawing/2014/main" id="{9A9A5637-5B34-ECF6-59B2-EC393A3BFF3E}"/>
              </a:ext>
            </a:extLst>
          </p:cNvPr>
          <p:cNvSpPr/>
          <p:nvPr/>
        </p:nvSpPr>
        <p:spPr>
          <a:xfrm rot="16200000">
            <a:off x="138985" y="3387151"/>
            <a:ext cx="1226827" cy="296451"/>
          </a:xfrm>
          <a:prstGeom prst="rect">
            <a:avLst/>
          </a:prstGeom>
          <a:solidFill>
            <a:schemeClr val="accent3"/>
          </a:solidFill>
          <a:ln w="12186" cap="flat">
            <a:noFill/>
            <a:prstDash val="solid"/>
            <a:miter/>
          </a:ln>
        </p:spPr>
        <p:txBody>
          <a:bodyPr rtlCol="0" anchor="ctr"/>
          <a:lstStyle/>
          <a:p>
            <a:pPr algn="ctr"/>
            <a:r>
              <a:rPr lang="en-US" sz="1200" b="1">
                <a:solidFill>
                  <a:schemeClr val="bg1"/>
                </a:solidFill>
              </a:rPr>
              <a:t>PM Meeting</a:t>
            </a:r>
          </a:p>
        </p:txBody>
      </p:sp>
      <p:grpSp>
        <p:nvGrpSpPr>
          <p:cNvPr id="15" name="Agrupar 14">
            <a:extLst>
              <a:ext uri="{FF2B5EF4-FFF2-40B4-BE49-F238E27FC236}">
                <a16:creationId xmlns:a16="http://schemas.microsoft.com/office/drawing/2014/main" id="{D9200E88-A8F1-54F2-4CB7-A828C880A240}"/>
              </a:ext>
            </a:extLst>
          </p:cNvPr>
          <p:cNvGrpSpPr/>
          <p:nvPr/>
        </p:nvGrpSpPr>
        <p:grpSpPr>
          <a:xfrm>
            <a:off x="1342442" y="3539385"/>
            <a:ext cx="9809730" cy="0"/>
            <a:chOff x="1285995" y="3133493"/>
            <a:chExt cx="9809730" cy="0"/>
          </a:xfrm>
        </p:grpSpPr>
        <p:cxnSp>
          <p:nvCxnSpPr>
            <p:cNvPr id="3" name="Conector reto 2">
              <a:extLst>
                <a:ext uri="{FF2B5EF4-FFF2-40B4-BE49-F238E27FC236}">
                  <a16:creationId xmlns:a16="http://schemas.microsoft.com/office/drawing/2014/main" id="{D2E04F84-47D2-4349-AB0F-2850F1F5D928}"/>
                </a:ext>
              </a:extLst>
            </p:cNvPr>
            <p:cNvCxnSpPr>
              <a:cxnSpLocks/>
            </p:cNvCxnSpPr>
            <p:nvPr/>
          </p:nvCxnSpPr>
          <p:spPr>
            <a:xfrm>
              <a:off x="1285995" y="3133493"/>
              <a:ext cx="7936064" cy="0"/>
            </a:xfrm>
            <a:prstGeom prst="line">
              <a:avLst/>
            </a:prstGeom>
          </p:spPr>
          <p:style>
            <a:lnRef idx="2">
              <a:schemeClr val="dk1"/>
            </a:lnRef>
            <a:fillRef idx="0">
              <a:schemeClr val="dk1"/>
            </a:fillRef>
            <a:effectRef idx="1">
              <a:schemeClr val="dk1"/>
            </a:effectRef>
            <a:fontRef idx="minor">
              <a:schemeClr val="tx1"/>
            </a:fontRef>
          </p:style>
        </p:cxnSp>
        <p:cxnSp>
          <p:nvCxnSpPr>
            <p:cNvPr id="10" name="Conector reto 9">
              <a:extLst>
                <a:ext uri="{FF2B5EF4-FFF2-40B4-BE49-F238E27FC236}">
                  <a16:creationId xmlns:a16="http://schemas.microsoft.com/office/drawing/2014/main" id="{D6D1194F-E57E-251C-1634-EE36E91A9420}"/>
                </a:ext>
              </a:extLst>
            </p:cNvPr>
            <p:cNvCxnSpPr>
              <a:cxnSpLocks/>
            </p:cNvCxnSpPr>
            <p:nvPr/>
          </p:nvCxnSpPr>
          <p:spPr>
            <a:xfrm>
              <a:off x="9386057" y="3133493"/>
              <a:ext cx="1709668" cy="0"/>
            </a:xfrm>
            <a:prstGeom prst="line">
              <a:avLst/>
            </a:prstGeom>
            <a:ln>
              <a:solidFill>
                <a:schemeClr val="accent3"/>
              </a:solidFill>
            </a:ln>
          </p:spPr>
          <p:style>
            <a:lnRef idx="2">
              <a:schemeClr val="dk1"/>
            </a:lnRef>
            <a:fillRef idx="0">
              <a:schemeClr val="dk1"/>
            </a:fillRef>
            <a:effectRef idx="1">
              <a:schemeClr val="dk1"/>
            </a:effectRef>
            <a:fontRef idx="minor">
              <a:schemeClr val="tx1"/>
            </a:fontRef>
          </p:style>
        </p:cxnSp>
      </p:grpSp>
      <p:sp>
        <p:nvSpPr>
          <p:cNvPr id="33" name="Elipse 32">
            <a:extLst>
              <a:ext uri="{FF2B5EF4-FFF2-40B4-BE49-F238E27FC236}">
                <a16:creationId xmlns:a16="http://schemas.microsoft.com/office/drawing/2014/main" id="{88FC88F0-5443-4638-2F79-47F1A806F186}"/>
              </a:ext>
            </a:extLst>
          </p:cNvPr>
          <p:cNvSpPr/>
          <p:nvPr/>
        </p:nvSpPr>
        <p:spPr>
          <a:xfrm>
            <a:off x="1611447" y="3357408"/>
            <a:ext cx="375962" cy="355939"/>
          </a:xfrm>
          <a:prstGeom prst="ellipse">
            <a:avLst/>
          </a:prstGeom>
          <a:solidFill>
            <a:schemeClr val="tx1"/>
          </a:solidFill>
          <a:ln w="12186" cap="flat">
            <a:solidFill>
              <a:schemeClr val="tx1"/>
            </a:solidFill>
            <a:prstDash val="solid"/>
            <a:miter/>
          </a:ln>
        </p:spPr>
        <p:txBody>
          <a:bodyPr rtlCol="0" anchor="ctr"/>
          <a:lstStyle/>
          <a:p>
            <a:pPr algn="l"/>
            <a:r>
              <a:rPr lang="en-US" b="1">
                <a:solidFill>
                  <a:schemeClr val="bg1"/>
                </a:solidFill>
              </a:rPr>
              <a:t>1</a:t>
            </a:r>
          </a:p>
        </p:txBody>
      </p:sp>
      <p:sp>
        <p:nvSpPr>
          <p:cNvPr id="35" name="Elipse 34">
            <a:extLst>
              <a:ext uri="{FF2B5EF4-FFF2-40B4-BE49-F238E27FC236}">
                <a16:creationId xmlns:a16="http://schemas.microsoft.com/office/drawing/2014/main" id="{B640679B-B9A1-97CE-8603-43B05F87E65B}"/>
              </a:ext>
            </a:extLst>
          </p:cNvPr>
          <p:cNvSpPr/>
          <p:nvPr/>
        </p:nvSpPr>
        <p:spPr>
          <a:xfrm>
            <a:off x="4159139" y="3357408"/>
            <a:ext cx="375962" cy="355939"/>
          </a:xfrm>
          <a:prstGeom prst="ellipse">
            <a:avLst/>
          </a:prstGeom>
          <a:solidFill>
            <a:schemeClr val="tx1"/>
          </a:solidFill>
          <a:ln w="12186" cap="flat">
            <a:solidFill>
              <a:schemeClr val="tx1"/>
            </a:solidFill>
            <a:prstDash val="solid"/>
            <a:miter/>
          </a:ln>
        </p:spPr>
        <p:txBody>
          <a:bodyPr rtlCol="0" anchor="ctr"/>
          <a:lstStyle/>
          <a:p>
            <a:pPr algn="l"/>
            <a:r>
              <a:rPr lang="en-US" b="1">
                <a:solidFill>
                  <a:schemeClr val="bg1"/>
                </a:solidFill>
              </a:rPr>
              <a:t>3</a:t>
            </a:r>
          </a:p>
        </p:txBody>
      </p:sp>
      <p:sp>
        <p:nvSpPr>
          <p:cNvPr id="36" name="Elipse 35">
            <a:extLst>
              <a:ext uri="{FF2B5EF4-FFF2-40B4-BE49-F238E27FC236}">
                <a16:creationId xmlns:a16="http://schemas.microsoft.com/office/drawing/2014/main" id="{50D2B0BF-0D0B-4046-A6A0-0580129163AC}"/>
              </a:ext>
            </a:extLst>
          </p:cNvPr>
          <p:cNvSpPr/>
          <p:nvPr/>
        </p:nvSpPr>
        <p:spPr>
          <a:xfrm>
            <a:off x="5432985" y="3357408"/>
            <a:ext cx="375962" cy="355939"/>
          </a:xfrm>
          <a:prstGeom prst="ellipse">
            <a:avLst/>
          </a:prstGeom>
          <a:solidFill>
            <a:schemeClr val="tx1"/>
          </a:solidFill>
          <a:ln w="12186" cap="flat">
            <a:solidFill>
              <a:schemeClr val="tx1"/>
            </a:solidFill>
            <a:prstDash val="solid"/>
            <a:miter/>
          </a:ln>
        </p:spPr>
        <p:txBody>
          <a:bodyPr rtlCol="0" anchor="ctr"/>
          <a:lstStyle/>
          <a:p>
            <a:pPr algn="l"/>
            <a:r>
              <a:rPr lang="en-US" b="1">
                <a:solidFill>
                  <a:schemeClr val="bg1"/>
                </a:solidFill>
              </a:rPr>
              <a:t>4</a:t>
            </a:r>
          </a:p>
        </p:txBody>
      </p:sp>
      <p:sp>
        <p:nvSpPr>
          <p:cNvPr id="37" name="Elipse 36">
            <a:extLst>
              <a:ext uri="{FF2B5EF4-FFF2-40B4-BE49-F238E27FC236}">
                <a16:creationId xmlns:a16="http://schemas.microsoft.com/office/drawing/2014/main" id="{A0F42A5D-6839-118B-6DB6-F5975364118A}"/>
              </a:ext>
            </a:extLst>
          </p:cNvPr>
          <p:cNvSpPr/>
          <p:nvPr/>
        </p:nvSpPr>
        <p:spPr>
          <a:xfrm>
            <a:off x="6706831" y="3357408"/>
            <a:ext cx="375962" cy="355939"/>
          </a:xfrm>
          <a:prstGeom prst="ellipse">
            <a:avLst/>
          </a:prstGeom>
          <a:solidFill>
            <a:schemeClr val="tx1"/>
          </a:solidFill>
          <a:ln w="12186" cap="flat">
            <a:solidFill>
              <a:schemeClr val="tx1"/>
            </a:solidFill>
            <a:prstDash val="solid"/>
            <a:miter/>
          </a:ln>
        </p:spPr>
        <p:txBody>
          <a:bodyPr rtlCol="0" anchor="ctr"/>
          <a:lstStyle/>
          <a:p>
            <a:pPr algn="l"/>
            <a:r>
              <a:rPr lang="en-US" b="1">
                <a:solidFill>
                  <a:schemeClr val="bg1"/>
                </a:solidFill>
              </a:rPr>
              <a:t>5</a:t>
            </a:r>
          </a:p>
        </p:txBody>
      </p:sp>
      <p:sp>
        <p:nvSpPr>
          <p:cNvPr id="38" name="Elipse 37">
            <a:extLst>
              <a:ext uri="{FF2B5EF4-FFF2-40B4-BE49-F238E27FC236}">
                <a16:creationId xmlns:a16="http://schemas.microsoft.com/office/drawing/2014/main" id="{40035CF6-436D-5977-A679-F3D0ED70B9BA}"/>
              </a:ext>
            </a:extLst>
          </p:cNvPr>
          <p:cNvSpPr/>
          <p:nvPr/>
        </p:nvSpPr>
        <p:spPr>
          <a:xfrm>
            <a:off x="7980677" y="3357408"/>
            <a:ext cx="375962" cy="355939"/>
          </a:xfrm>
          <a:prstGeom prst="ellipse">
            <a:avLst/>
          </a:prstGeom>
          <a:solidFill>
            <a:schemeClr val="tx1"/>
          </a:solidFill>
          <a:ln w="12186" cap="flat">
            <a:solidFill>
              <a:schemeClr val="tx1"/>
            </a:solidFill>
            <a:prstDash val="solid"/>
            <a:miter/>
          </a:ln>
        </p:spPr>
        <p:txBody>
          <a:bodyPr rtlCol="0" anchor="ctr"/>
          <a:lstStyle/>
          <a:p>
            <a:pPr algn="l"/>
            <a:r>
              <a:rPr lang="en-US" b="1">
                <a:solidFill>
                  <a:schemeClr val="bg1"/>
                </a:solidFill>
              </a:rPr>
              <a:t>6</a:t>
            </a:r>
          </a:p>
        </p:txBody>
      </p:sp>
      <p:sp>
        <p:nvSpPr>
          <p:cNvPr id="39" name="Elipse 38">
            <a:extLst>
              <a:ext uri="{FF2B5EF4-FFF2-40B4-BE49-F238E27FC236}">
                <a16:creationId xmlns:a16="http://schemas.microsoft.com/office/drawing/2014/main" id="{5832A5B8-F941-FAC4-80BD-6A6A68A53454}"/>
              </a:ext>
            </a:extLst>
          </p:cNvPr>
          <p:cNvSpPr/>
          <p:nvPr/>
        </p:nvSpPr>
        <p:spPr>
          <a:xfrm>
            <a:off x="9254523" y="3357408"/>
            <a:ext cx="375962" cy="355939"/>
          </a:xfrm>
          <a:prstGeom prst="ellipse">
            <a:avLst/>
          </a:prstGeom>
          <a:solidFill>
            <a:schemeClr val="accent3"/>
          </a:solidFill>
          <a:ln w="12186" cap="flat">
            <a:noFill/>
            <a:prstDash val="solid"/>
            <a:miter/>
          </a:ln>
        </p:spPr>
        <p:txBody>
          <a:bodyPr rtlCol="0" anchor="ctr"/>
          <a:lstStyle/>
          <a:p>
            <a:pPr algn="l"/>
            <a:r>
              <a:rPr lang="en-US" b="1">
                <a:solidFill>
                  <a:schemeClr val="bg1"/>
                </a:solidFill>
              </a:rPr>
              <a:t>7</a:t>
            </a:r>
          </a:p>
        </p:txBody>
      </p:sp>
      <p:sp>
        <p:nvSpPr>
          <p:cNvPr id="40" name="Elipse 39">
            <a:extLst>
              <a:ext uri="{FF2B5EF4-FFF2-40B4-BE49-F238E27FC236}">
                <a16:creationId xmlns:a16="http://schemas.microsoft.com/office/drawing/2014/main" id="{224AD45F-8EE4-A7CD-5F77-FF86206A79CE}"/>
              </a:ext>
            </a:extLst>
          </p:cNvPr>
          <p:cNvSpPr/>
          <p:nvPr/>
        </p:nvSpPr>
        <p:spPr>
          <a:xfrm>
            <a:off x="10528367" y="3357408"/>
            <a:ext cx="375962" cy="355939"/>
          </a:xfrm>
          <a:prstGeom prst="ellipse">
            <a:avLst/>
          </a:prstGeom>
          <a:solidFill>
            <a:schemeClr val="accent3"/>
          </a:solidFill>
          <a:ln w="12186" cap="flat">
            <a:noFill/>
            <a:prstDash val="solid"/>
            <a:miter/>
          </a:ln>
        </p:spPr>
        <p:txBody>
          <a:bodyPr rtlCol="0" anchor="ctr"/>
          <a:lstStyle/>
          <a:p>
            <a:pPr algn="l"/>
            <a:r>
              <a:rPr lang="en-US" b="1">
                <a:solidFill>
                  <a:schemeClr val="bg1"/>
                </a:solidFill>
              </a:rPr>
              <a:t>8</a:t>
            </a:r>
          </a:p>
        </p:txBody>
      </p:sp>
      <p:cxnSp>
        <p:nvCxnSpPr>
          <p:cNvPr id="20" name="Conector reto 19">
            <a:extLst>
              <a:ext uri="{FF2B5EF4-FFF2-40B4-BE49-F238E27FC236}">
                <a16:creationId xmlns:a16="http://schemas.microsoft.com/office/drawing/2014/main" id="{D3C01B7A-8418-AC17-9846-4AB8382902D1}"/>
              </a:ext>
            </a:extLst>
          </p:cNvPr>
          <p:cNvCxnSpPr>
            <a:cxnSpLocks/>
          </p:cNvCxnSpPr>
          <p:nvPr/>
        </p:nvCxnSpPr>
        <p:spPr>
          <a:xfrm>
            <a:off x="2554321" y="3539385"/>
            <a:ext cx="1090518" cy="0"/>
          </a:xfrm>
          <a:prstGeom prst="line">
            <a:avLst/>
          </a:prstGeom>
          <a:ln>
            <a:solidFill>
              <a:schemeClr val="accent3"/>
            </a:solidFill>
          </a:ln>
        </p:spPr>
        <p:style>
          <a:lnRef idx="2">
            <a:schemeClr val="dk1"/>
          </a:lnRef>
          <a:fillRef idx="0">
            <a:schemeClr val="dk1"/>
          </a:fillRef>
          <a:effectRef idx="1">
            <a:schemeClr val="dk1"/>
          </a:effectRef>
          <a:fontRef idx="minor">
            <a:schemeClr val="tx1"/>
          </a:fontRef>
        </p:style>
      </p:cxnSp>
      <p:sp>
        <p:nvSpPr>
          <p:cNvPr id="34" name="Elipse 33">
            <a:extLst>
              <a:ext uri="{FF2B5EF4-FFF2-40B4-BE49-F238E27FC236}">
                <a16:creationId xmlns:a16="http://schemas.microsoft.com/office/drawing/2014/main" id="{98B56657-ACF4-926F-DBB7-E9A5095F7B24}"/>
              </a:ext>
            </a:extLst>
          </p:cNvPr>
          <p:cNvSpPr/>
          <p:nvPr/>
        </p:nvSpPr>
        <p:spPr>
          <a:xfrm>
            <a:off x="2885293" y="3357408"/>
            <a:ext cx="375962" cy="355939"/>
          </a:xfrm>
          <a:prstGeom prst="ellipse">
            <a:avLst/>
          </a:prstGeom>
          <a:solidFill>
            <a:schemeClr val="accent3"/>
          </a:solidFill>
          <a:ln w="12186" cap="flat">
            <a:solidFill>
              <a:schemeClr val="accent3"/>
            </a:solidFill>
            <a:prstDash val="solid"/>
            <a:miter/>
          </a:ln>
        </p:spPr>
        <p:txBody>
          <a:bodyPr rtlCol="0" anchor="ctr"/>
          <a:lstStyle/>
          <a:p>
            <a:pPr algn="l"/>
            <a:r>
              <a:rPr lang="en-US" b="1">
                <a:solidFill>
                  <a:schemeClr val="bg1"/>
                </a:solidFill>
              </a:rPr>
              <a:t>2</a:t>
            </a:r>
          </a:p>
        </p:txBody>
      </p:sp>
      <p:cxnSp>
        <p:nvCxnSpPr>
          <p:cNvPr id="25" name="Conector reto 24">
            <a:extLst>
              <a:ext uri="{FF2B5EF4-FFF2-40B4-BE49-F238E27FC236}">
                <a16:creationId xmlns:a16="http://schemas.microsoft.com/office/drawing/2014/main" id="{ABF13E6B-C42D-B869-81C7-1D3AD8EB4500}"/>
              </a:ext>
            </a:extLst>
          </p:cNvPr>
          <p:cNvCxnSpPr>
            <a:cxnSpLocks/>
            <a:stCxn id="33" idx="0"/>
          </p:cNvCxnSpPr>
          <p:nvPr/>
        </p:nvCxnSpPr>
        <p:spPr>
          <a:xfrm flipV="1">
            <a:off x="1799428" y="3120689"/>
            <a:ext cx="0" cy="236719"/>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27" name="Conector reto 26">
            <a:extLst>
              <a:ext uri="{FF2B5EF4-FFF2-40B4-BE49-F238E27FC236}">
                <a16:creationId xmlns:a16="http://schemas.microsoft.com/office/drawing/2014/main" id="{74D1258C-8330-BB2C-EFBA-9346D841EB7F}"/>
              </a:ext>
            </a:extLst>
          </p:cNvPr>
          <p:cNvCxnSpPr>
            <a:cxnSpLocks/>
          </p:cNvCxnSpPr>
          <p:nvPr/>
        </p:nvCxnSpPr>
        <p:spPr>
          <a:xfrm flipV="1">
            <a:off x="4353224" y="3124697"/>
            <a:ext cx="0" cy="236719"/>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28" name="Conector reto 27">
            <a:extLst>
              <a:ext uri="{FF2B5EF4-FFF2-40B4-BE49-F238E27FC236}">
                <a16:creationId xmlns:a16="http://schemas.microsoft.com/office/drawing/2014/main" id="{2B9F22F2-F3DC-3C43-B5DC-4FCF1CE3F9CC}"/>
              </a:ext>
            </a:extLst>
          </p:cNvPr>
          <p:cNvCxnSpPr>
            <a:cxnSpLocks/>
          </p:cNvCxnSpPr>
          <p:nvPr/>
        </p:nvCxnSpPr>
        <p:spPr>
          <a:xfrm flipV="1">
            <a:off x="6901177" y="3145634"/>
            <a:ext cx="0" cy="236719"/>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30" name="Conector reto 29">
            <a:extLst>
              <a:ext uri="{FF2B5EF4-FFF2-40B4-BE49-F238E27FC236}">
                <a16:creationId xmlns:a16="http://schemas.microsoft.com/office/drawing/2014/main" id="{5B9B25E6-82F1-0165-ED9D-9A1F1DFF43C5}"/>
              </a:ext>
            </a:extLst>
          </p:cNvPr>
          <p:cNvCxnSpPr>
            <a:cxnSpLocks/>
          </p:cNvCxnSpPr>
          <p:nvPr/>
        </p:nvCxnSpPr>
        <p:spPr>
          <a:xfrm flipV="1">
            <a:off x="8175397" y="3713347"/>
            <a:ext cx="0" cy="236719"/>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32" name="Conector reto 31">
            <a:extLst>
              <a:ext uri="{FF2B5EF4-FFF2-40B4-BE49-F238E27FC236}">
                <a16:creationId xmlns:a16="http://schemas.microsoft.com/office/drawing/2014/main" id="{58283C39-FDD2-9D51-4D37-2D11D230C400}"/>
              </a:ext>
            </a:extLst>
          </p:cNvPr>
          <p:cNvCxnSpPr>
            <a:cxnSpLocks/>
          </p:cNvCxnSpPr>
          <p:nvPr/>
        </p:nvCxnSpPr>
        <p:spPr>
          <a:xfrm flipV="1">
            <a:off x="9449232" y="3145634"/>
            <a:ext cx="0" cy="236719"/>
          </a:xfrm>
          <a:prstGeom prst="line">
            <a:avLst/>
          </a:prstGeom>
          <a:ln>
            <a:solidFill>
              <a:schemeClr val="accent3"/>
            </a:solidFill>
          </a:ln>
        </p:spPr>
        <p:style>
          <a:lnRef idx="1">
            <a:schemeClr val="accent6"/>
          </a:lnRef>
          <a:fillRef idx="0">
            <a:schemeClr val="accent6"/>
          </a:fillRef>
          <a:effectRef idx="0">
            <a:schemeClr val="accent6"/>
          </a:effectRef>
          <a:fontRef idx="minor">
            <a:schemeClr val="tx1"/>
          </a:fontRef>
        </p:style>
      </p:cxnSp>
      <p:cxnSp>
        <p:nvCxnSpPr>
          <p:cNvPr id="41" name="Conector reto 40">
            <a:extLst>
              <a:ext uri="{FF2B5EF4-FFF2-40B4-BE49-F238E27FC236}">
                <a16:creationId xmlns:a16="http://schemas.microsoft.com/office/drawing/2014/main" id="{04100963-8AD2-F235-99CE-BDB941CEA66B}"/>
              </a:ext>
            </a:extLst>
          </p:cNvPr>
          <p:cNvCxnSpPr>
            <a:cxnSpLocks/>
          </p:cNvCxnSpPr>
          <p:nvPr/>
        </p:nvCxnSpPr>
        <p:spPr>
          <a:xfrm flipV="1">
            <a:off x="10735138" y="3666919"/>
            <a:ext cx="0" cy="236719"/>
          </a:xfrm>
          <a:prstGeom prst="line">
            <a:avLst/>
          </a:prstGeom>
          <a:ln>
            <a:solidFill>
              <a:schemeClr val="accent3"/>
            </a:solidFill>
          </a:ln>
        </p:spPr>
        <p:style>
          <a:lnRef idx="1">
            <a:schemeClr val="accent6"/>
          </a:lnRef>
          <a:fillRef idx="0">
            <a:schemeClr val="accent6"/>
          </a:fillRef>
          <a:effectRef idx="0">
            <a:schemeClr val="accent6"/>
          </a:effectRef>
          <a:fontRef idx="minor">
            <a:schemeClr val="tx1"/>
          </a:fontRef>
        </p:style>
      </p:cxnSp>
      <p:cxnSp>
        <p:nvCxnSpPr>
          <p:cNvPr id="42" name="Conector reto 41">
            <a:extLst>
              <a:ext uri="{FF2B5EF4-FFF2-40B4-BE49-F238E27FC236}">
                <a16:creationId xmlns:a16="http://schemas.microsoft.com/office/drawing/2014/main" id="{6DA0E3BD-52EF-7DF5-5CC9-50752703A748}"/>
              </a:ext>
            </a:extLst>
          </p:cNvPr>
          <p:cNvCxnSpPr>
            <a:cxnSpLocks/>
          </p:cNvCxnSpPr>
          <p:nvPr/>
        </p:nvCxnSpPr>
        <p:spPr>
          <a:xfrm flipV="1">
            <a:off x="3081054" y="3713347"/>
            <a:ext cx="0" cy="236719"/>
          </a:xfrm>
          <a:prstGeom prst="line">
            <a:avLst/>
          </a:prstGeom>
          <a:ln>
            <a:solidFill>
              <a:schemeClr val="accent3"/>
            </a:solidFill>
          </a:ln>
        </p:spPr>
        <p:style>
          <a:lnRef idx="1">
            <a:schemeClr val="accent6"/>
          </a:lnRef>
          <a:fillRef idx="0">
            <a:schemeClr val="accent6"/>
          </a:fillRef>
          <a:effectRef idx="0">
            <a:schemeClr val="accent6"/>
          </a:effectRef>
          <a:fontRef idx="minor">
            <a:schemeClr val="tx1"/>
          </a:fontRef>
        </p:style>
      </p:cxnSp>
      <p:cxnSp>
        <p:nvCxnSpPr>
          <p:cNvPr id="43" name="Conector reto 42">
            <a:extLst>
              <a:ext uri="{FF2B5EF4-FFF2-40B4-BE49-F238E27FC236}">
                <a16:creationId xmlns:a16="http://schemas.microsoft.com/office/drawing/2014/main" id="{273397EE-F8B1-B72D-CA57-44A2183ABD24}"/>
              </a:ext>
            </a:extLst>
          </p:cNvPr>
          <p:cNvCxnSpPr>
            <a:cxnSpLocks/>
          </p:cNvCxnSpPr>
          <p:nvPr/>
        </p:nvCxnSpPr>
        <p:spPr>
          <a:xfrm flipV="1">
            <a:off x="5639616" y="3713347"/>
            <a:ext cx="0" cy="236719"/>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49" name="Retângulo 48">
            <a:extLst>
              <a:ext uri="{FF2B5EF4-FFF2-40B4-BE49-F238E27FC236}">
                <a16:creationId xmlns:a16="http://schemas.microsoft.com/office/drawing/2014/main" id="{3172E796-E571-2C1E-4C30-5FED5F97A0E2}"/>
              </a:ext>
            </a:extLst>
          </p:cNvPr>
          <p:cNvSpPr/>
          <p:nvPr/>
        </p:nvSpPr>
        <p:spPr>
          <a:xfrm>
            <a:off x="11152173" y="6402738"/>
            <a:ext cx="186155" cy="206224"/>
          </a:xfrm>
          <a:prstGeom prst="rect">
            <a:avLst/>
          </a:prstGeom>
          <a:solidFill>
            <a:schemeClr val="accent3"/>
          </a:solidFill>
          <a:ln w="12186" cap="flat">
            <a:noFill/>
            <a:prstDash val="solid"/>
            <a:miter/>
          </a:ln>
        </p:spPr>
        <p:txBody>
          <a:bodyPr rtlCol="0" anchor="ctr"/>
          <a:lstStyle/>
          <a:p>
            <a:pPr algn="l"/>
            <a:endParaRPr lang="en-US"/>
          </a:p>
        </p:txBody>
      </p:sp>
      <p:sp>
        <p:nvSpPr>
          <p:cNvPr id="50" name="Retângulo 49">
            <a:extLst>
              <a:ext uri="{FF2B5EF4-FFF2-40B4-BE49-F238E27FC236}">
                <a16:creationId xmlns:a16="http://schemas.microsoft.com/office/drawing/2014/main" id="{C762DD5B-762E-7EAF-8883-1A5733C702C0}"/>
              </a:ext>
            </a:extLst>
          </p:cNvPr>
          <p:cNvSpPr/>
          <p:nvPr/>
        </p:nvSpPr>
        <p:spPr>
          <a:xfrm>
            <a:off x="11152172" y="6163875"/>
            <a:ext cx="186155" cy="206224"/>
          </a:xfrm>
          <a:prstGeom prst="rect">
            <a:avLst/>
          </a:prstGeom>
          <a:solidFill>
            <a:schemeClr val="tx1"/>
          </a:solidFill>
          <a:ln w="12186" cap="flat">
            <a:noFill/>
            <a:prstDash val="solid"/>
            <a:miter/>
          </a:ln>
        </p:spPr>
        <p:txBody>
          <a:bodyPr rtlCol="0" anchor="ctr"/>
          <a:lstStyle/>
          <a:p>
            <a:pPr algn="l"/>
            <a:endParaRPr lang="en-US"/>
          </a:p>
        </p:txBody>
      </p:sp>
      <p:sp>
        <p:nvSpPr>
          <p:cNvPr id="51" name="CaixaDeTexto 50">
            <a:extLst>
              <a:ext uri="{FF2B5EF4-FFF2-40B4-BE49-F238E27FC236}">
                <a16:creationId xmlns:a16="http://schemas.microsoft.com/office/drawing/2014/main" id="{EE71E6A4-45B3-C345-5F45-A4F677A8442E}"/>
              </a:ext>
            </a:extLst>
          </p:cNvPr>
          <p:cNvSpPr txBox="1"/>
          <p:nvPr/>
        </p:nvSpPr>
        <p:spPr>
          <a:xfrm>
            <a:off x="11338324" y="6088250"/>
            <a:ext cx="1625629" cy="338554"/>
          </a:xfrm>
          <a:prstGeom prst="rect">
            <a:avLst/>
          </a:prstGeom>
          <a:noFill/>
        </p:spPr>
        <p:txBody>
          <a:bodyPr wrap="square" rtlCol="0">
            <a:spAutoFit/>
          </a:bodyPr>
          <a:lstStyle/>
          <a:p>
            <a:r>
              <a:rPr lang="en-US" sz="800"/>
              <a:t>Agency </a:t>
            </a:r>
          </a:p>
          <a:p>
            <a:r>
              <a:rPr lang="en-US" sz="800"/>
              <a:t>responsibility</a:t>
            </a:r>
          </a:p>
        </p:txBody>
      </p:sp>
      <p:sp>
        <p:nvSpPr>
          <p:cNvPr id="52" name="CaixaDeTexto 51">
            <a:extLst>
              <a:ext uri="{FF2B5EF4-FFF2-40B4-BE49-F238E27FC236}">
                <a16:creationId xmlns:a16="http://schemas.microsoft.com/office/drawing/2014/main" id="{28197E54-070A-6F3C-B431-E31A7642E6D1}"/>
              </a:ext>
            </a:extLst>
          </p:cNvPr>
          <p:cNvSpPr txBox="1"/>
          <p:nvPr/>
        </p:nvSpPr>
        <p:spPr>
          <a:xfrm>
            <a:off x="11338325" y="6362013"/>
            <a:ext cx="1625629" cy="338554"/>
          </a:xfrm>
          <a:prstGeom prst="rect">
            <a:avLst/>
          </a:prstGeom>
          <a:noFill/>
        </p:spPr>
        <p:txBody>
          <a:bodyPr wrap="square" rtlCol="0">
            <a:spAutoFit/>
          </a:bodyPr>
          <a:lstStyle/>
          <a:p>
            <a:r>
              <a:rPr lang="en-US" sz="800">
                <a:solidFill>
                  <a:schemeClr val="accent3"/>
                </a:solidFill>
              </a:rPr>
              <a:t>Unilever </a:t>
            </a:r>
          </a:p>
          <a:p>
            <a:r>
              <a:rPr lang="en-US" sz="800">
                <a:solidFill>
                  <a:schemeClr val="accent3"/>
                </a:solidFill>
              </a:rPr>
              <a:t>responsibility</a:t>
            </a:r>
          </a:p>
        </p:txBody>
      </p:sp>
      <p:cxnSp>
        <p:nvCxnSpPr>
          <p:cNvPr id="14" name="Conector reto 13">
            <a:extLst>
              <a:ext uri="{FF2B5EF4-FFF2-40B4-BE49-F238E27FC236}">
                <a16:creationId xmlns:a16="http://schemas.microsoft.com/office/drawing/2014/main" id="{17C36AEA-1645-C62F-5A21-FF1B31F644DF}"/>
              </a:ext>
            </a:extLst>
          </p:cNvPr>
          <p:cNvCxnSpPr/>
          <p:nvPr/>
        </p:nvCxnSpPr>
        <p:spPr>
          <a:xfrm>
            <a:off x="3644839" y="3535376"/>
            <a:ext cx="0" cy="29633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 name="Conector reto 15">
            <a:extLst>
              <a:ext uri="{FF2B5EF4-FFF2-40B4-BE49-F238E27FC236}">
                <a16:creationId xmlns:a16="http://schemas.microsoft.com/office/drawing/2014/main" id="{2404AFAF-6583-34CB-AE34-0B057237B5D0}"/>
              </a:ext>
            </a:extLst>
          </p:cNvPr>
          <p:cNvCxnSpPr>
            <a:cxnSpLocks/>
          </p:cNvCxnSpPr>
          <p:nvPr/>
        </p:nvCxnSpPr>
        <p:spPr>
          <a:xfrm>
            <a:off x="3632668" y="3815053"/>
            <a:ext cx="54361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3" name="Conector reto 22">
            <a:extLst>
              <a:ext uri="{FF2B5EF4-FFF2-40B4-BE49-F238E27FC236}">
                <a16:creationId xmlns:a16="http://schemas.microsoft.com/office/drawing/2014/main" id="{CA80C5A6-585C-C8B6-05E4-A12A71F1B1A1}"/>
              </a:ext>
            </a:extLst>
          </p:cNvPr>
          <p:cNvCxnSpPr>
            <a:cxnSpLocks/>
          </p:cNvCxnSpPr>
          <p:nvPr/>
        </p:nvCxnSpPr>
        <p:spPr>
          <a:xfrm>
            <a:off x="4160889" y="3802850"/>
            <a:ext cx="0" cy="856216"/>
          </a:xfrm>
          <a:prstGeom prst="line">
            <a:avLst/>
          </a:prstGeom>
          <a:ln w="38100">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4" name="CaixaDeTexto 43">
            <a:extLst>
              <a:ext uri="{FF2B5EF4-FFF2-40B4-BE49-F238E27FC236}">
                <a16:creationId xmlns:a16="http://schemas.microsoft.com/office/drawing/2014/main" id="{8924B8CE-3D27-5DE4-F3C4-3B2B8DDCAF90}"/>
              </a:ext>
            </a:extLst>
          </p:cNvPr>
          <p:cNvSpPr txBox="1"/>
          <p:nvPr/>
        </p:nvSpPr>
        <p:spPr>
          <a:xfrm>
            <a:off x="3174619" y="4783150"/>
            <a:ext cx="1980000" cy="338554"/>
          </a:xfrm>
          <a:prstGeom prst="rect">
            <a:avLst/>
          </a:prstGeom>
          <a:noFill/>
        </p:spPr>
        <p:txBody>
          <a:bodyPr wrap="square">
            <a:spAutoFit/>
          </a:bodyPr>
          <a:lstStyle/>
          <a:p>
            <a:pPr algn="ctr"/>
            <a:r>
              <a:rPr lang="en-ZA" sz="1600" b="1" noProof="0">
                <a:solidFill>
                  <a:schemeClr val="accent1"/>
                </a:solidFill>
                <a:latin typeface="+mj-lt"/>
              </a:rPr>
              <a:t>Taxonomy</a:t>
            </a:r>
            <a:endParaRPr lang="en-ZA" sz="1200" noProof="0">
              <a:solidFill>
                <a:schemeClr val="accent1"/>
              </a:solidFill>
              <a:latin typeface="+mj-lt"/>
            </a:endParaRPr>
          </a:p>
        </p:txBody>
      </p:sp>
      <p:sp>
        <p:nvSpPr>
          <p:cNvPr id="7" name="Text Placeholder 1">
            <a:extLst>
              <a:ext uri="{FF2B5EF4-FFF2-40B4-BE49-F238E27FC236}">
                <a16:creationId xmlns:a16="http://schemas.microsoft.com/office/drawing/2014/main" id="{AC9A1FF4-CCD5-1E46-904D-8A64A02FEBC8}"/>
              </a:ext>
            </a:extLst>
          </p:cNvPr>
          <p:cNvSpPr>
            <a:spLocks noGrp="1"/>
          </p:cNvSpPr>
          <p:nvPr>
            <p:ph type="body" sz="half" idx="15"/>
          </p:nvPr>
        </p:nvSpPr>
        <p:spPr>
          <a:xfrm>
            <a:off x="372821" y="1014700"/>
            <a:ext cx="10231989" cy="814100"/>
          </a:xfrm>
        </p:spPr>
        <p:txBody>
          <a:bodyPr/>
          <a:lstStyle/>
          <a:p>
            <a:r>
              <a:rPr lang="pt-BR" dirty="0" err="1"/>
              <a:t>Ways</a:t>
            </a:r>
            <a:r>
              <a:rPr lang="pt-BR" dirty="0"/>
              <a:t> </a:t>
            </a:r>
            <a:r>
              <a:rPr lang="pt-BR" dirty="0" err="1"/>
              <a:t>of</a:t>
            </a:r>
            <a:r>
              <a:rPr lang="pt-BR" dirty="0"/>
              <a:t> </a:t>
            </a:r>
            <a:r>
              <a:rPr lang="pt-BR" dirty="0" err="1"/>
              <a:t>Working</a:t>
            </a:r>
            <a:endParaRPr lang="en-US" dirty="0"/>
          </a:p>
        </p:txBody>
      </p:sp>
    </p:spTree>
    <p:extLst>
      <p:ext uri="{BB962C8B-B14F-4D97-AF65-F5344CB8AC3E}">
        <p14:creationId xmlns:p14="http://schemas.microsoft.com/office/powerpoint/2010/main" val="199564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9266A4-C10A-11B1-8B25-04B68ABBE79C}"/>
              </a:ext>
            </a:extLst>
          </p:cNvPr>
          <p:cNvSpPr>
            <a:spLocks noGrp="1"/>
          </p:cNvSpPr>
          <p:nvPr>
            <p:ph type="body" sz="half" idx="15"/>
          </p:nvPr>
        </p:nvSpPr>
        <p:spPr/>
        <p:txBody>
          <a:bodyPr/>
          <a:lstStyle/>
          <a:p>
            <a:r>
              <a:rPr lang="pt-BR" err="1"/>
              <a:t>Requesting</a:t>
            </a:r>
            <a:r>
              <a:rPr lang="pt-BR"/>
              <a:t> Access</a:t>
            </a:r>
            <a:endParaRPr lang="en-US"/>
          </a:p>
        </p:txBody>
      </p:sp>
      <p:sp>
        <p:nvSpPr>
          <p:cNvPr id="3" name="Title 2">
            <a:extLst>
              <a:ext uri="{FF2B5EF4-FFF2-40B4-BE49-F238E27FC236}">
                <a16:creationId xmlns:a16="http://schemas.microsoft.com/office/drawing/2014/main" id="{E6C8960D-CDE0-6A83-A0C7-20E77EEF1E2C}"/>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D1D5F30F-C703-DA20-880C-6B4F2B82B551}"/>
              </a:ext>
            </a:extLst>
          </p:cNvPr>
          <p:cNvSpPr>
            <a:spLocks noGrp="1"/>
          </p:cNvSpPr>
          <p:nvPr>
            <p:ph type="sldNum" sz="quarter" idx="16"/>
          </p:nvPr>
        </p:nvSpPr>
        <p:spPr/>
        <p:txBody>
          <a:bodyPr/>
          <a:lstStyle/>
          <a:p>
            <a:fld id="{AA81C49F-4514-B440-9310-1C2F3B5561BD}" type="slidenum">
              <a:rPr lang="en-GB" smtClean="0"/>
              <a:pPr/>
              <a:t>11</a:t>
            </a:fld>
            <a:endParaRPr lang="en-GB"/>
          </a:p>
        </p:txBody>
      </p:sp>
      <p:sp>
        <p:nvSpPr>
          <p:cNvPr id="6" name="TextBox 5">
            <a:extLst>
              <a:ext uri="{FF2B5EF4-FFF2-40B4-BE49-F238E27FC236}">
                <a16:creationId xmlns:a16="http://schemas.microsoft.com/office/drawing/2014/main" id="{313EE009-456F-3693-413B-AE2C9EF2AAD1}"/>
              </a:ext>
            </a:extLst>
          </p:cNvPr>
          <p:cNvSpPr txBox="1"/>
          <p:nvPr/>
        </p:nvSpPr>
        <p:spPr>
          <a:xfrm>
            <a:off x="4696379" y="2669651"/>
            <a:ext cx="6334698" cy="2246769"/>
          </a:xfrm>
          <a:prstGeom prst="rect">
            <a:avLst/>
          </a:prstGeom>
          <a:noFill/>
        </p:spPr>
        <p:txBody>
          <a:bodyPr wrap="square" rtlCol="0">
            <a:spAutoFit/>
          </a:bodyPr>
          <a:lstStyle/>
          <a:p>
            <a:r>
              <a:rPr lang="pt-BR" sz="2000" dirty="0">
                <a:latin typeface="Unilever Desire" pitchFamily="50" charset="0"/>
              </a:rPr>
              <a:t>Click </a:t>
            </a:r>
            <a:r>
              <a:rPr lang="pt-BR" sz="2000" dirty="0" err="1">
                <a:latin typeface="Unilever Desire" pitchFamily="50" charset="0"/>
              </a:rPr>
              <a:t>to</a:t>
            </a:r>
            <a:r>
              <a:rPr lang="pt-BR" sz="2000" dirty="0">
                <a:latin typeface="Unilever Desire" pitchFamily="50" charset="0"/>
              </a:rPr>
              <a:t> </a:t>
            </a:r>
            <a:r>
              <a:rPr lang="pt-BR" sz="2000" dirty="0" err="1">
                <a:latin typeface="Unilever Desire" pitchFamily="50" charset="0"/>
              </a:rPr>
              <a:t>access</a:t>
            </a:r>
            <a:r>
              <a:rPr lang="pt-BR" sz="2000" dirty="0">
                <a:latin typeface="Unilever Desire" pitchFamily="50" charset="0"/>
              </a:rPr>
              <a:t> </a:t>
            </a:r>
            <a:r>
              <a:rPr lang="pt-BR" sz="2000" dirty="0" err="1">
                <a:latin typeface="Unilever Desire" pitchFamily="50" charset="0"/>
              </a:rPr>
              <a:t>the</a:t>
            </a:r>
            <a:r>
              <a:rPr lang="pt-BR" sz="2000" dirty="0">
                <a:latin typeface="Unilever Desire" pitchFamily="50" charset="0"/>
              </a:rPr>
              <a:t> </a:t>
            </a:r>
            <a:r>
              <a:rPr lang="pt-BR" sz="2000" dirty="0" err="1">
                <a:latin typeface="Unilever Desire" pitchFamily="50" charset="0"/>
                <a:hlinkClick r:id="rId2"/>
              </a:rPr>
              <a:t>access</a:t>
            </a:r>
            <a:r>
              <a:rPr lang="pt-BR" sz="2000" dirty="0">
                <a:latin typeface="Unilever Desire" pitchFamily="50" charset="0"/>
                <a:hlinkClick r:id="rId2"/>
              </a:rPr>
              <a:t> </a:t>
            </a:r>
            <a:r>
              <a:rPr lang="pt-BR" sz="2000" dirty="0" err="1">
                <a:latin typeface="Unilever Desire" pitchFamily="50" charset="0"/>
                <a:hlinkClick r:id="rId2"/>
              </a:rPr>
              <a:t>request</a:t>
            </a:r>
            <a:r>
              <a:rPr lang="pt-BR" sz="2000" dirty="0">
                <a:latin typeface="Unilever Desire" pitchFamily="50" charset="0"/>
                <a:hlinkClick r:id="rId2"/>
              </a:rPr>
              <a:t> form</a:t>
            </a:r>
            <a:r>
              <a:rPr lang="pt-BR" sz="2000" dirty="0">
                <a:latin typeface="Unilever Desire" pitchFamily="50" charset="0"/>
              </a:rPr>
              <a:t>.</a:t>
            </a:r>
          </a:p>
          <a:p>
            <a:endParaRPr lang="pt-BR" sz="2000" dirty="0">
              <a:latin typeface="Unilever Desire" pitchFamily="50" charset="0"/>
            </a:endParaRPr>
          </a:p>
          <a:p>
            <a:r>
              <a:rPr lang="pt-BR" sz="2000" dirty="0" err="1">
                <a:latin typeface="Unilever Desire" pitchFamily="50" charset="0"/>
              </a:rPr>
              <a:t>Your</a:t>
            </a:r>
            <a:r>
              <a:rPr lang="pt-BR" sz="2000" dirty="0">
                <a:latin typeface="Unilever Desire" pitchFamily="50" charset="0"/>
              </a:rPr>
              <a:t> </a:t>
            </a:r>
            <a:r>
              <a:rPr lang="pt-BR" sz="2000" dirty="0" err="1">
                <a:latin typeface="Unilever Desire" pitchFamily="50" charset="0"/>
              </a:rPr>
              <a:t>submition</a:t>
            </a:r>
            <a:r>
              <a:rPr lang="pt-BR" sz="2000" dirty="0">
                <a:latin typeface="Unilever Desire" pitchFamily="50" charset="0"/>
              </a:rPr>
              <a:t> </a:t>
            </a:r>
            <a:r>
              <a:rPr lang="pt-BR" sz="2000" dirty="0" err="1">
                <a:latin typeface="Unilever Desire" pitchFamily="50" charset="0"/>
              </a:rPr>
              <a:t>will</a:t>
            </a:r>
            <a:r>
              <a:rPr lang="pt-BR" sz="2000" dirty="0">
                <a:latin typeface="Unilever Desire" pitchFamily="50" charset="0"/>
              </a:rPr>
              <a:t> </a:t>
            </a:r>
            <a:r>
              <a:rPr lang="pt-BR" sz="2000" dirty="0" err="1">
                <a:latin typeface="Unilever Desire" pitchFamily="50" charset="0"/>
              </a:rPr>
              <a:t>be</a:t>
            </a:r>
            <a:r>
              <a:rPr lang="pt-BR" sz="2000" dirty="0">
                <a:latin typeface="Unilever Desire" pitchFamily="50" charset="0"/>
              </a:rPr>
              <a:t> </a:t>
            </a:r>
            <a:r>
              <a:rPr lang="pt-BR" sz="2000" dirty="0" err="1">
                <a:latin typeface="Unilever Desire" pitchFamily="50" charset="0"/>
              </a:rPr>
              <a:t>reviewed</a:t>
            </a:r>
            <a:r>
              <a:rPr lang="pt-BR" sz="2000" dirty="0">
                <a:latin typeface="Unilever Desire" pitchFamily="50" charset="0"/>
              </a:rPr>
              <a:t> </a:t>
            </a:r>
            <a:r>
              <a:rPr lang="pt-BR" sz="2000" dirty="0" err="1">
                <a:latin typeface="Unilever Desire" pitchFamily="50" charset="0"/>
              </a:rPr>
              <a:t>and</a:t>
            </a:r>
            <a:r>
              <a:rPr lang="pt-BR" sz="2000" dirty="0">
                <a:latin typeface="Unilever Desire" pitchFamily="50" charset="0"/>
              </a:rPr>
              <a:t> </a:t>
            </a:r>
            <a:r>
              <a:rPr lang="pt-BR" sz="2000" dirty="0" err="1">
                <a:latin typeface="Unilever Desire" pitchFamily="50" charset="0"/>
              </a:rPr>
              <a:t>access</a:t>
            </a:r>
            <a:r>
              <a:rPr lang="pt-BR" sz="2000" dirty="0">
                <a:latin typeface="Unilever Desire" pitchFamily="50" charset="0"/>
              </a:rPr>
              <a:t> </a:t>
            </a:r>
            <a:r>
              <a:rPr lang="pt-BR" sz="2000" dirty="0" err="1">
                <a:latin typeface="Unilever Desire" pitchFamily="50" charset="0"/>
              </a:rPr>
              <a:t>will</a:t>
            </a:r>
            <a:r>
              <a:rPr lang="pt-BR" sz="2000" dirty="0">
                <a:latin typeface="Unilever Desire" pitchFamily="50" charset="0"/>
              </a:rPr>
              <a:t> </a:t>
            </a:r>
            <a:r>
              <a:rPr lang="pt-BR" sz="2000" dirty="0" err="1">
                <a:latin typeface="Unilever Desire" pitchFamily="50" charset="0"/>
              </a:rPr>
              <a:t>be</a:t>
            </a:r>
            <a:r>
              <a:rPr lang="pt-BR" sz="2000" dirty="0">
                <a:latin typeface="Unilever Desire" pitchFamily="50" charset="0"/>
              </a:rPr>
              <a:t> setup. </a:t>
            </a:r>
            <a:r>
              <a:rPr lang="pt-BR" sz="2000" dirty="0" err="1">
                <a:latin typeface="Unilever Desire" pitchFamily="50" charset="0"/>
              </a:rPr>
              <a:t>This</a:t>
            </a:r>
            <a:r>
              <a:rPr lang="pt-BR" sz="2000" dirty="0">
                <a:latin typeface="Unilever Desire" pitchFamily="50" charset="0"/>
              </a:rPr>
              <a:t> </a:t>
            </a:r>
            <a:r>
              <a:rPr lang="pt-BR" sz="2000" dirty="0" err="1">
                <a:latin typeface="Unilever Desire" pitchFamily="50" charset="0"/>
              </a:rPr>
              <a:t>might</a:t>
            </a:r>
            <a:r>
              <a:rPr lang="pt-BR" sz="2000" dirty="0">
                <a:latin typeface="Unilever Desire" pitchFamily="50" charset="0"/>
              </a:rPr>
              <a:t> take </a:t>
            </a:r>
            <a:r>
              <a:rPr lang="pt-BR" sz="2000" dirty="0" err="1">
                <a:latin typeface="Unilever Desire" pitchFamily="50" charset="0"/>
              </a:rPr>
              <a:t>up</a:t>
            </a:r>
            <a:r>
              <a:rPr lang="pt-BR" sz="2000" dirty="0">
                <a:latin typeface="Unilever Desire" pitchFamily="50" charset="0"/>
              </a:rPr>
              <a:t> </a:t>
            </a:r>
            <a:r>
              <a:rPr lang="pt-BR" sz="2000" dirty="0" err="1">
                <a:latin typeface="Unilever Desire" pitchFamily="50" charset="0"/>
              </a:rPr>
              <a:t>to</a:t>
            </a:r>
            <a:r>
              <a:rPr lang="pt-BR" sz="2000" dirty="0">
                <a:latin typeface="Unilever Desire" pitchFamily="50" charset="0"/>
              </a:rPr>
              <a:t> 2 business </a:t>
            </a:r>
            <a:r>
              <a:rPr lang="pt-BR" sz="2000" dirty="0" err="1">
                <a:latin typeface="Unilever Desire" pitchFamily="50" charset="0"/>
              </a:rPr>
              <a:t>days</a:t>
            </a:r>
            <a:r>
              <a:rPr lang="pt-BR" sz="2000" dirty="0">
                <a:latin typeface="Unilever Desire" pitchFamily="50" charset="0"/>
              </a:rPr>
              <a:t>.</a:t>
            </a:r>
          </a:p>
          <a:p>
            <a:endParaRPr lang="pt-BR" sz="2000" dirty="0">
              <a:latin typeface="Unilever Desire" pitchFamily="50" charset="0"/>
            </a:endParaRPr>
          </a:p>
          <a:p>
            <a:r>
              <a:rPr lang="pt-BR" sz="2000" dirty="0" err="1">
                <a:latin typeface="Unilever Desire" pitchFamily="50" charset="0"/>
              </a:rPr>
              <a:t>Please</a:t>
            </a:r>
            <a:r>
              <a:rPr lang="pt-BR" sz="2000" dirty="0">
                <a:latin typeface="Unilever Desire" pitchFamily="50" charset="0"/>
              </a:rPr>
              <a:t> </a:t>
            </a:r>
            <a:r>
              <a:rPr lang="pt-BR" sz="2000" dirty="0" err="1">
                <a:latin typeface="Unilever Desire" pitchFamily="50" charset="0"/>
              </a:rPr>
              <a:t>notice</a:t>
            </a:r>
            <a:r>
              <a:rPr lang="pt-BR" sz="2000" dirty="0">
                <a:latin typeface="Unilever Desire" pitchFamily="50" charset="0"/>
              </a:rPr>
              <a:t> </a:t>
            </a:r>
            <a:r>
              <a:rPr lang="pt-BR" sz="2000" dirty="0" err="1">
                <a:latin typeface="Unilever Desire" pitchFamily="50" charset="0"/>
              </a:rPr>
              <a:t>that</a:t>
            </a:r>
            <a:r>
              <a:rPr lang="pt-BR" sz="2000" dirty="0">
                <a:latin typeface="Unilever Desire" pitchFamily="50" charset="0"/>
              </a:rPr>
              <a:t> </a:t>
            </a:r>
            <a:r>
              <a:rPr lang="pt-BR" sz="2000" dirty="0" err="1">
                <a:latin typeface="Unilever Desire" pitchFamily="50" charset="0"/>
              </a:rPr>
              <a:t>you</a:t>
            </a:r>
            <a:r>
              <a:rPr lang="pt-BR" sz="2000" dirty="0">
                <a:latin typeface="Unilever Desire" pitchFamily="50" charset="0"/>
              </a:rPr>
              <a:t> </a:t>
            </a:r>
            <a:r>
              <a:rPr lang="pt-BR" sz="2000" dirty="0" err="1">
                <a:latin typeface="Unilever Desire" pitchFamily="50" charset="0"/>
              </a:rPr>
              <a:t>will</a:t>
            </a:r>
            <a:r>
              <a:rPr lang="pt-BR" sz="2000" dirty="0">
                <a:latin typeface="Unilever Desire" pitchFamily="50" charset="0"/>
              </a:rPr>
              <a:t> </a:t>
            </a:r>
            <a:r>
              <a:rPr lang="pt-BR" sz="2000" dirty="0" err="1">
                <a:latin typeface="Unilever Desire" pitchFamily="50" charset="0"/>
              </a:rPr>
              <a:t>be</a:t>
            </a:r>
            <a:r>
              <a:rPr lang="pt-BR" sz="2000" dirty="0">
                <a:latin typeface="Unilever Desire" pitchFamily="50" charset="0"/>
              </a:rPr>
              <a:t> </a:t>
            </a:r>
            <a:r>
              <a:rPr lang="pt-BR" sz="2000" dirty="0" err="1">
                <a:latin typeface="Unilever Desire" pitchFamily="50" charset="0"/>
              </a:rPr>
              <a:t>requested</a:t>
            </a:r>
            <a:r>
              <a:rPr lang="pt-BR" sz="2000" dirty="0">
                <a:latin typeface="Unilever Desire" pitchFamily="50" charset="0"/>
              </a:rPr>
              <a:t> </a:t>
            </a:r>
            <a:r>
              <a:rPr lang="pt-BR" sz="2000" dirty="0" err="1">
                <a:latin typeface="Unilever Desire" pitchFamily="50" charset="0"/>
              </a:rPr>
              <a:t>to</a:t>
            </a:r>
            <a:r>
              <a:rPr lang="pt-BR" sz="2000" dirty="0">
                <a:latin typeface="Unilever Desire" pitchFamily="50" charset="0"/>
              </a:rPr>
              <a:t> </a:t>
            </a:r>
            <a:r>
              <a:rPr lang="pt-BR" sz="2000" dirty="0" err="1">
                <a:latin typeface="Unilever Desire" pitchFamily="50" charset="0"/>
              </a:rPr>
              <a:t>accept</a:t>
            </a:r>
            <a:r>
              <a:rPr lang="pt-BR" sz="2000" dirty="0">
                <a:latin typeface="Unilever Desire" pitchFamily="50" charset="0"/>
              </a:rPr>
              <a:t> </a:t>
            </a:r>
            <a:r>
              <a:rPr lang="pt-BR" sz="2000" dirty="0" err="1">
                <a:latin typeface="Unilever Desire" pitchFamily="50" charset="0"/>
              </a:rPr>
              <a:t>terms</a:t>
            </a:r>
            <a:r>
              <a:rPr lang="pt-BR" sz="2000" dirty="0">
                <a:latin typeface="Unilever Desire" pitchFamily="50" charset="0"/>
              </a:rPr>
              <a:t> </a:t>
            </a:r>
            <a:r>
              <a:rPr lang="pt-BR" sz="2000" dirty="0" err="1">
                <a:latin typeface="Unilever Desire" pitchFamily="50" charset="0"/>
              </a:rPr>
              <a:t>and</a:t>
            </a:r>
            <a:r>
              <a:rPr lang="pt-BR" sz="2000" dirty="0">
                <a:latin typeface="Unilever Desire" pitchFamily="50" charset="0"/>
              </a:rPr>
              <a:t> </a:t>
            </a:r>
            <a:r>
              <a:rPr lang="pt-BR" sz="2000" dirty="0" err="1">
                <a:latin typeface="Unilever Desire" pitchFamily="50" charset="0"/>
              </a:rPr>
              <a:t>conditions</a:t>
            </a:r>
            <a:r>
              <a:rPr lang="pt-BR" sz="2000" dirty="0">
                <a:latin typeface="Unilever Desire" pitchFamily="50" charset="0"/>
              </a:rPr>
              <a:t> </a:t>
            </a:r>
            <a:r>
              <a:rPr lang="pt-BR" sz="2000" dirty="0" err="1">
                <a:latin typeface="Unilever Desire" pitchFamily="50" charset="0"/>
              </a:rPr>
              <a:t>on</a:t>
            </a:r>
            <a:r>
              <a:rPr lang="pt-BR" sz="2000" dirty="0">
                <a:latin typeface="Unilever Desire" pitchFamily="50" charset="0"/>
              </a:rPr>
              <a:t> </a:t>
            </a:r>
            <a:r>
              <a:rPr lang="pt-BR" sz="2000" dirty="0" err="1">
                <a:latin typeface="Unilever Desire" pitchFamily="50" charset="0"/>
              </a:rPr>
              <a:t>first</a:t>
            </a:r>
            <a:r>
              <a:rPr lang="pt-BR" sz="2000" dirty="0">
                <a:latin typeface="Unilever Desire" pitchFamily="50" charset="0"/>
              </a:rPr>
              <a:t> </a:t>
            </a:r>
            <a:r>
              <a:rPr lang="pt-BR" sz="2000" dirty="0" err="1">
                <a:latin typeface="Unilever Desire" pitchFamily="50" charset="0"/>
              </a:rPr>
              <a:t>access</a:t>
            </a:r>
            <a:r>
              <a:rPr lang="pt-BR" sz="2000" dirty="0">
                <a:latin typeface="Unilever Desire" pitchFamily="50" charset="0"/>
              </a:rPr>
              <a:t>.</a:t>
            </a:r>
            <a:endParaRPr lang="en-US" sz="2000" dirty="0">
              <a:latin typeface="Unilever Desire" pitchFamily="50" charset="0"/>
            </a:endParaRPr>
          </a:p>
        </p:txBody>
      </p:sp>
      <p:cxnSp>
        <p:nvCxnSpPr>
          <p:cNvPr id="8" name="Line">
            <a:extLst>
              <a:ext uri="{FF2B5EF4-FFF2-40B4-BE49-F238E27FC236}">
                <a16:creationId xmlns:a16="http://schemas.microsoft.com/office/drawing/2014/main" id="{06252294-BC3A-3B0E-DAFB-D8A4ABCCB18D}"/>
              </a:ext>
              <a:ext uri="{C183D7F6-B498-43B3-948B-1728B52AA6E4}">
                <adec:decorative xmlns:adec="http://schemas.microsoft.com/office/drawing/2017/decorative" val="1"/>
              </a:ext>
            </a:extLst>
          </p:cNvPr>
          <p:cNvCxnSpPr>
            <a:cxnSpLocks/>
          </p:cNvCxnSpPr>
          <p:nvPr/>
        </p:nvCxnSpPr>
        <p:spPr>
          <a:xfrm>
            <a:off x="4510050" y="2499523"/>
            <a:ext cx="0" cy="2593167"/>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purple letter u&#10;&#10;AI-generated content may be incorrect.">
            <a:extLst>
              <a:ext uri="{FF2B5EF4-FFF2-40B4-BE49-F238E27FC236}">
                <a16:creationId xmlns:a16="http://schemas.microsoft.com/office/drawing/2014/main" id="{C8E3568F-E9CD-2070-2D4F-206255479CF5}"/>
              </a:ext>
            </a:extLst>
          </p:cNvPr>
          <p:cNvPicPr>
            <a:picLocks noChangeAspect="1"/>
          </p:cNvPicPr>
          <p:nvPr/>
        </p:nvPicPr>
        <p:blipFill>
          <a:blip r:embed="rId3"/>
          <a:stretch>
            <a:fillRect/>
          </a:stretch>
        </p:blipFill>
        <p:spPr>
          <a:xfrm>
            <a:off x="275348" y="2297610"/>
            <a:ext cx="5317067" cy="2990850"/>
          </a:xfrm>
          <a:prstGeom prst="rect">
            <a:avLst/>
          </a:prstGeom>
        </p:spPr>
      </p:pic>
    </p:spTree>
    <p:extLst>
      <p:ext uri="{BB962C8B-B14F-4D97-AF65-F5344CB8AC3E}">
        <p14:creationId xmlns:p14="http://schemas.microsoft.com/office/powerpoint/2010/main" val="3464065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B23C81-A5B6-8761-D4A2-1E8849489B42}"/>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C94DA8D6-ACE7-02D0-E1FA-C1DB20346E6D}"/>
              </a:ext>
            </a:extLst>
          </p:cNvPr>
          <p:cNvSpPr>
            <a:spLocks noGrp="1"/>
          </p:cNvSpPr>
          <p:nvPr>
            <p:ph type="sldNum" sz="quarter" idx="12"/>
          </p:nvPr>
        </p:nvSpPr>
        <p:spPr/>
        <p:txBody>
          <a:bodyPr/>
          <a:lstStyle/>
          <a:p>
            <a:fld id="{AA81C49F-4514-B440-9310-1C2F3B5561BD}" type="slidenum">
              <a:rPr lang="en-GB" smtClean="0"/>
              <a:pPr/>
              <a:t>12</a:t>
            </a:fld>
            <a:endParaRPr lang="en-GB"/>
          </a:p>
        </p:txBody>
      </p:sp>
      <p:sp>
        <p:nvSpPr>
          <p:cNvPr id="9" name="TextBox 8">
            <a:extLst>
              <a:ext uri="{FF2B5EF4-FFF2-40B4-BE49-F238E27FC236}">
                <a16:creationId xmlns:a16="http://schemas.microsoft.com/office/drawing/2014/main" id="{E790EA82-B43A-F403-46D4-143007100CBA}"/>
              </a:ext>
            </a:extLst>
          </p:cNvPr>
          <p:cNvSpPr txBox="1"/>
          <p:nvPr/>
        </p:nvSpPr>
        <p:spPr>
          <a:xfrm>
            <a:off x="947450" y="3139807"/>
            <a:ext cx="6477918" cy="923330"/>
          </a:xfrm>
          <a:prstGeom prst="rect">
            <a:avLst/>
          </a:prstGeom>
          <a:noFill/>
        </p:spPr>
        <p:txBody>
          <a:bodyPr wrap="square" rtlCol="0">
            <a:spAutoFit/>
          </a:bodyPr>
          <a:lstStyle/>
          <a:p>
            <a:r>
              <a:rPr lang="pt-BR" sz="5400" b="1" err="1">
                <a:solidFill>
                  <a:schemeClr val="bg1"/>
                </a:solidFill>
                <a:latin typeface="Unilever Desire" pitchFamily="50" charset="0"/>
              </a:rPr>
              <a:t>Thank</a:t>
            </a:r>
            <a:r>
              <a:rPr lang="pt-BR" sz="5400" b="1">
                <a:solidFill>
                  <a:schemeClr val="bg1"/>
                </a:solidFill>
                <a:latin typeface="Unilever Desire" pitchFamily="50" charset="0"/>
              </a:rPr>
              <a:t> </a:t>
            </a:r>
            <a:r>
              <a:rPr lang="pt-BR" sz="5400" b="1" err="1">
                <a:solidFill>
                  <a:schemeClr val="bg1"/>
                </a:solidFill>
                <a:latin typeface="Unilever Desire" pitchFamily="50" charset="0"/>
              </a:rPr>
              <a:t>you</a:t>
            </a:r>
            <a:r>
              <a:rPr lang="pt-BR" sz="5400" b="1">
                <a:solidFill>
                  <a:schemeClr val="bg1"/>
                </a:solidFill>
                <a:latin typeface="Unilever Desire" pitchFamily="50" charset="0"/>
              </a:rPr>
              <a:t>!</a:t>
            </a:r>
            <a:endParaRPr lang="en-US" sz="5400" b="1">
              <a:solidFill>
                <a:schemeClr val="bg1"/>
              </a:solidFill>
              <a:latin typeface="Unilever Desire" pitchFamily="50" charset="0"/>
            </a:endParaRPr>
          </a:p>
        </p:txBody>
      </p:sp>
      <p:sp>
        <p:nvSpPr>
          <p:cNvPr id="10" name="TextBox 9">
            <a:extLst>
              <a:ext uri="{FF2B5EF4-FFF2-40B4-BE49-F238E27FC236}">
                <a16:creationId xmlns:a16="http://schemas.microsoft.com/office/drawing/2014/main" id="{583BB2B4-CACD-BD36-A50D-1F9E0C5346DB}"/>
              </a:ext>
            </a:extLst>
          </p:cNvPr>
          <p:cNvSpPr txBox="1"/>
          <p:nvPr/>
        </p:nvSpPr>
        <p:spPr>
          <a:xfrm>
            <a:off x="947450" y="4063137"/>
            <a:ext cx="5838939" cy="646331"/>
          </a:xfrm>
          <a:prstGeom prst="rect">
            <a:avLst/>
          </a:prstGeom>
          <a:noFill/>
        </p:spPr>
        <p:txBody>
          <a:bodyPr wrap="square" rtlCol="0">
            <a:spAutoFit/>
          </a:bodyPr>
          <a:lstStyle/>
          <a:p>
            <a:r>
              <a:rPr lang="pt-BR">
                <a:solidFill>
                  <a:schemeClr val="bg1"/>
                </a:solidFill>
                <a:latin typeface="Unilever Desire" pitchFamily="50" charset="0"/>
              </a:rPr>
              <a:t>Alexandre Parma – </a:t>
            </a:r>
            <a:r>
              <a:rPr lang="pt-BR" err="1">
                <a:solidFill>
                  <a:schemeClr val="bg1"/>
                </a:solidFill>
                <a:latin typeface="Unilever Desire" pitchFamily="50" charset="0"/>
              </a:rPr>
              <a:t>Measurement</a:t>
            </a:r>
            <a:r>
              <a:rPr lang="pt-BR">
                <a:solidFill>
                  <a:schemeClr val="bg1"/>
                </a:solidFill>
                <a:latin typeface="Unilever Desire" pitchFamily="50" charset="0"/>
              </a:rPr>
              <a:t> </a:t>
            </a:r>
            <a:r>
              <a:rPr lang="pt-BR" err="1">
                <a:solidFill>
                  <a:schemeClr val="bg1"/>
                </a:solidFill>
                <a:latin typeface="Unilever Desire" pitchFamily="50" charset="0"/>
              </a:rPr>
              <a:t>Coordinator</a:t>
            </a:r>
            <a:endParaRPr lang="pt-BR">
              <a:solidFill>
                <a:schemeClr val="bg1"/>
              </a:solidFill>
              <a:latin typeface="Unilever Desire" pitchFamily="50" charset="0"/>
            </a:endParaRPr>
          </a:p>
          <a:p>
            <a:r>
              <a:rPr lang="pt-BR">
                <a:solidFill>
                  <a:schemeClr val="bg1"/>
                </a:solidFill>
                <a:latin typeface="Unilever Desire" pitchFamily="50" charset="0"/>
              </a:rPr>
              <a:t>Julia Travaglini – CMI </a:t>
            </a:r>
            <a:r>
              <a:rPr lang="pt-BR" err="1">
                <a:solidFill>
                  <a:schemeClr val="bg1"/>
                </a:solidFill>
                <a:latin typeface="Unilever Desire" pitchFamily="50" charset="0"/>
              </a:rPr>
              <a:t>coordinator</a:t>
            </a:r>
            <a:r>
              <a:rPr lang="pt-BR">
                <a:solidFill>
                  <a:schemeClr val="bg1"/>
                </a:solidFill>
                <a:latin typeface="Unilever Desire" pitchFamily="50" charset="0"/>
              </a:rPr>
              <a:t> </a:t>
            </a:r>
            <a:endParaRPr lang="en-US">
              <a:solidFill>
                <a:schemeClr val="bg1"/>
              </a:solidFill>
              <a:latin typeface="Unilever Desire" pitchFamily="50" charset="0"/>
            </a:endParaRPr>
          </a:p>
        </p:txBody>
      </p:sp>
    </p:spTree>
    <p:extLst>
      <p:ext uri="{BB962C8B-B14F-4D97-AF65-F5344CB8AC3E}">
        <p14:creationId xmlns:p14="http://schemas.microsoft.com/office/powerpoint/2010/main" val="3428373303"/>
      </p:ext>
    </p:extLst>
  </p:cSld>
  <p:clrMapOvr>
    <a:masterClrMapping/>
  </p:clrMapOvr>
</p:sld>
</file>

<file path=ppt/theme/theme1.xml><?xml version="1.0" encoding="utf-8"?>
<a:theme xmlns:a="http://schemas.openxmlformats.org/drawingml/2006/main" name="Unilever Desire - 2025">
  <a:themeElements>
    <a:clrScheme name="Unilever Desire - 2025">
      <a:dk1>
        <a:srgbClr val="0066CC"/>
      </a:dk1>
      <a:lt1>
        <a:srgbClr val="FFFFFF"/>
      </a:lt1>
      <a:dk2>
        <a:srgbClr val="0066CC"/>
      </a:dk2>
      <a:lt2>
        <a:srgbClr val="F6F7F0"/>
      </a:lt2>
      <a:accent1>
        <a:srgbClr val="133061"/>
      </a:accent1>
      <a:accent2>
        <a:srgbClr val="8651DF"/>
      </a:accent2>
      <a:accent3>
        <a:srgbClr val="E13491"/>
      </a:accent3>
      <a:accent4>
        <a:srgbClr val="008090"/>
      </a:accent4>
      <a:accent5>
        <a:srgbClr val="2B911C"/>
      </a:accent5>
      <a:accent6>
        <a:srgbClr val="DA5700"/>
      </a:accent6>
      <a:hlink>
        <a:srgbClr val="23E7FF"/>
      </a:hlink>
      <a:folHlink>
        <a:srgbClr val="13306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solidFill>
        <a:ln w="12186" cap="flat">
          <a:noFill/>
          <a:prstDash val="solid"/>
          <a:miter/>
        </a:ln>
      </a:spPr>
      <a:bodyPr rtlCol="0" anchor="ct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ILEVER - PowerPoint Template - 2025" id="{9E438DF1-768C-9040-8E5C-5FDD2501D318}" vid="{1425A48A-84E7-FA4B-A62D-C68E5738DC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90ED3161A3F4446B71F6E2BB50F1E41" ma:contentTypeVersion="3" ma:contentTypeDescription="Create a new document." ma:contentTypeScope="" ma:versionID="a421d447e7b5b8a18d353a8d8c295eac">
  <xsd:schema xmlns:xsd="http://www.w3.org/2001/XMLSchema" xmlns:xs="http://www.w3.org/2001/XMLSchema" xmlns:p="http://schemas.microsoft.com/office/2006/metadata/properties" xmlns:ns2="85803adb-9c65-4e37-8b2a-de24630fb574" targetNamespace="http://schemas.microsoft.com/office/2006/metadata/properties" ma:root="true" ma:fieldsID="07fe062810927f17845a4c243f37dde5" ns2:_="">
    <xsd:import namespace="85803adb-9c65-4e37-8b2a-de24630fb57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803adb-9c65-4e37-8b2a-de24630fb57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581E4D7-9D51-4D22-8352-7FBF0A556883}">
  <ds:schemaRefs>
    <ds:schemaRef ds:uri="http://schemas.microsoft.com/sharepoint/v3/contenttype/forms"/>
  </ds:schemaRefs>
</ds:datastoreItem>
</file>

<file path=customXml/itemProps2.xml><?xml version="1.0" encoding="utf-8"?>
<ds:datastoreItem xmlns:ds="http://schemas.openxmlformats.org/officeDocument/2006/customXml" ds:itemID="{45971573-CE90-404D-BB75-2B25564698D9}">
  <ds:schemaRefs>
    <ds:schemaRef ds:uri="85803adb-9c65-4e37-8b2a-de24630fb5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133F747-57EE-4420-A94B-701290149E3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89db4e91-bad5-4fd0-9ca4-c06485916e3a}" enabled="1" method="Standard" siteId="{f66fae02-5d36-495b-bfe0-78a6ff9f8e6e}" removed="0"/>
</clbl:labelList>
</file>

<file path=docProps/app.xml><?xml version="1.0" encoding="utf-8"?>
<Properties xmlns="http://schemas.openxmlformats.org/officeDocument/2006/extended-properties" xmlns:vt="http://schemas.openxmlformats.org/officeDocument/2006/docPropsVTypes">
  <Template>UNILEVER - PowerPoint Template - 2025</Template>
  <TotalTime>301</TotalTime>
  <Words>996</Words>
  <Application>Microsoft Office PowerPoint</Application>
  <PresentationFormat>Widescreen</PresentationFormat>
  <Paragraphs>136</Paragraphs>
  <Slides>12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System Font Regular</vt:lpstr>
      <vt:lpstr>Unilever Desire</vt:lpstr>
      <vt:lpstr>Unilever Desire Semi Bold</vt:lpstr>
      <vt:lpstr>Visby CF Demi Bold</vt:lpstr>
      <vt:lpstr>Visby CF Medium</vt:lpstr>
      <vt:lpstr>Unilever Desire - 2025</vt:lpstr>
      <vt:lpstr>Creative Taxonomy Creation</vt:lpstr>
      <vt:lpstr>Creative Taxonomy Creation</vt:lpstr>
      <vt:lpstr>Better measurement processes starts with high data quality</vt:lpstr>
      <vt:lpstr>PowerPoint Presentation</vt:lpstr>
      <vt:lpstr>Step by step creation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Unilever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Parma, Alexandre</dc:creator>
  <cp:keywords/>
  <dc:description/>
  <cp:lastModifiedBy>Parma, Alexandre</cp:lastModifiedBy>
  <cp:revision>1</cp:revision>
  <cp:lastPrinted>2025-04-15T12:43:56Z</cp:lastPrinted>
  <dcterms:created xsi:type="dcterms:W3CDTF">2026-01-02T20:13:35Z</dcterms:created>
  <dcterms:modified xsi:type="dcterms:W3CDTF">2026-05-27T17:42:49Z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0x010100690ED3161A3F4446B71F6E2BB50F1E41</vt:lpwstr>
  </property>
</Properties>
</file>